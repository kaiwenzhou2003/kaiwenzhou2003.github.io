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tags/tag82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98" r:id="rId4"/>
    <p:sldId id="299" r:id="rId5"/>
    <p:sldId id="303" r:id="rId6"/>
    <p:sldId id="277" r:id="rId7"/>
    <p:sldId id="270" r:id="rId8"/>
    <p:sldId id="278" r:id="rId9"/>
    <p:sldId id="284" r:id="rId10"/>
    <p:sldId id="271" r:id="rId11"/>
    <p:sldId id="308" r:id="rId12"/>
    <p:sldId id="312" r:id="rId13"/>
    <p:sldId id="273" r:id="rId14"/>
    <p:sldId id="282" r:id="rId15"/>
    <p:sldId id="291" r:id="rId16"/>
    <p:sldId id="296" r:id="rId17"/>
    <p:sldId id="268" r:id="rId18"/>
    <p:sldId id="267" r:id="rId19"/>
    <p:sldId id="26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jsE9G6uR8KrU/AF2fTgae8awS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1EB"/>
    <a:srgbClr val="982668"/>
    <a:srgbClr val="AAAAAA"/>
    <a:srgbClr val="F37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70733"/>
  </p:normalViewPr>
  <p:slideViewPr>
    <p:cSldViewPr snapToGrid="0">
      <p:cViewPr varScale="1">
        <p:scale>
          <a:sx n="85" d="100"/>
          <a:sy n="85" d="100"/>
        </p:scale>
        <p:origin x="1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3226" y="9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48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chemeClr val="bg2">
                <a:lumMod val="75000"/>
                <a:lumOff val="25000"/>
              </a:schemeClr>
            </a:solidFill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0.1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B7-BA49-9B2C-C07C57E8B7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2823903"/>
        <c:axId val="851713984"/>
      </c:barChart>
      <c:catAx>
        <c:axId val="55282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851713984"/>
        <c:crossesAt val="2E-3"/>
        <c:auto val="1"/>
        <c:lblAlgn val="ctr"/>
        <c:lblOffset val="100"/>
        <c:noMultiLvlLbl val="0"/>
      </c:catAx>
      <c:valAx>
        <c:axId val="851713984"/>
        <c:scaling>
          <c:orientation val="minMax"/>
          <c:max val="1"/>
          <c:min val="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55282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chemeClr val="bg2">
                <a:lumMod val="75000"/>
                <a:lumOff val="25000"/>
              </a:schemeClr>
            </a:solidFill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2-q gate</c:v>
                </c:pt>
                <c:pt idx="1">
                  <c:v>1-q gate</c:v>
                </c:pt>
                <c:pt idx="2">
                  <c:v>idle</c:v>
                </c:pt>
                <c:pt idx="3">
                  <c:v>readout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0.79869999999999997</c:v>
                </c:pt>
                <c:pt idx="1">
                  <c:v>2.3269999999999999E-2</c:v>
                </c:pt>
                <c:pt idx="2">
                  <c:v>2.3269999999999999E-2</c:v>
                </c:pt>
                <c:pt idx="3">
                  <c:v>1.1200000000000001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E0-48A4-B231-9EEDFB15BB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2823903"/>
        <c:axId val="851713984"/>
      </c:barChart>
      <c:catAx>
        <c:axId val="55282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851713984"/>
        <c:crossesAt val="2E-3"/>
        <c:auto val="1"/>
        <c:lblAlgn val="ctr"/>
        <c:lblOffset val="100"/>
        <c:noMultiLvlLbl val="0"/>
      </c:catAx>
      <c:valAx>
        <c:axId val="851713984"/>
        <c:scaling>
          <c:logBase val="10"/>
          <c:orientation val="minMax"/>
          <c:max val="2"/>
          <c:min val="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55282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75000"/>
                <a:lumOff val="25000"/>
              </a:schemeClr>
            </a:solidFill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2-q gate</c:v>
                </c:pt>
                <c:pt idx="1">
                  <c:v>1-q gate</c:v>
                </c:pt>
                <c:pt idx="2">
                  <c:v>idle</c:v>
                </c:pt>
                <c:pt idx="3">
                  <c:v>readout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1.4E-2</c:v>
                </c:pt>
                <c:pt idx="2">
                  <c:v>1.4E-2</c:v>
                </c:pt>
                <c:pt idx="3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4-4A6E-AD41-209126FFB7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2823903"/>
        <c:axId val="851713984"/>
      </c:barChart>
      <c:catAx>
        <c:axId val="55282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1713984"/>
        <c:crossesAt val="2E-3"/>
        <c:auto val="1"/>
        <c:lblAlgn val="ctr"/>
        <c:lblOffset val="100"/>
        <c:noMultiLvlLbl val="0"/>
      </c:catAx>
      <c:valAx>
        <c:axId val="851713984"/>
        <c:scaling>
          <c:logBase val="10"/>
          <c:orientation val="minMax"/>
          <c:max val="6"/>
          <c:min val="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282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chemeClr val="bg2">
                <a:lumMod val="75000"/>
                <a:lumOff val="25000"/>
              </a:schemeClr>
            </a:solidFill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0.7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A4-44B5-B150-243328D894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2823903"/>
        <c:axId val="851713984"/>
      </c:barChart>
      <c:catAx>
        <c:axId val="55282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851713984"/>
        <c:crossesAt val="2E-3"/>
        <c:auto val="1"/>
        <c:lblAlgn val="ctr"/>
        <c:lblOffset val="100"/>
        <c:noMultiLvlLbl val="0"/>
      </c:catAx>
      <c:valAx>
        <c:axId val="851713984"/>
        <c:scaling>
          <c:orientation val="minMax"/>
          <c:max val="1"/>
          <c:min val="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55282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chemeClr val="bg2">
                <a:lumMod val="75000"/>
                <a:lumOff val="25000"/>
              </a:schemeClr>
            </a:solidFill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0.1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88-4CF4-8E8E-AD70765311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2823903"/>
        <c:axId val="851713984"/>
      </c:barChart>
      <c:catAx>
        <c:axId val="55282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851713984"/>
        <c:crossesAt val="2E-3"/>
        <c:auto val="1"/>
        <c:lblAlgn val="ctr"/>
        <c:lblOffset val="100"/>
        <c:noMultiLvlLbl val="0"/>
      </c:catAx>
      <c:valAx>
        <c:axId val="851713984"/>
        <c:scaling>
          <c:orientation val="minMax"/>
          <c:max val="1"/>
          <c:min val="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55282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666532B-7F65-44D8-BBD0-AA46D8318C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C0AE8E-B731-4D85-B1D5-4A5037D56B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53E46-582B-4503-9BA5-048BAD35B1BB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05EABD-1968-45C8-B721-2F9A605627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B0E02F-C744-43B0-A027-974F96D0D2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60543-65B3-4D7B-88ED-4A55C957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246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hello everyone, today I’m going to present our work, </a:t>
            </a:r>
            <a:r>
              <a:rPr lang="en" altLang="zh-CN" i="1" dirty="0" err="1"/>
              <a:t>SiTA</a:t>
            </a:r>
            <a:r>
              <a:rPr lang="en" altLang="zh-CN" i="1" dirty="0"/>
              <a:t>: Exploiting Sparsity in Tensor-Product for Accelerating Quantum Readout Error Mitigation</a:t>
            </a:r>
            <a:r>
              <a:rPr lang="en" altLang="zh-CN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So first, I’ll briefly go through the background.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138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First, let’s briefly introduce quantum readout.</a:t>
            </a:r>
          </a:p>
          <a:p>
            <a:r>
              <a:rPr lang="en" altLang="zh-CN" dirty="0"/>
              <a:t>Quantum readout is the process of converting quantum states into classical information through measurement.</a:t>
            </a:r>
          </a:p>
          <a:p>
            <a:r>
              <a:rPr lang="en" altLang="zh-CN" dirty="0"/>
              <a:t>However, due to various noise sources during the measurement process, the obtained results can deviate from the actual quantum states and become inaccurate.</a:t>
            </a: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0707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Among all these noise sources, readout noise is particularly severe.</a:t>
            </a:r>
          </a:p>
          <a:p>
            <a:r>
              <a:rPr lang="en" altLang="zh-CN" dirty="0"/>
              <a:t>It is mainly caused by factors such as long readout latency, crosstalk, and inaccurate discrimination.</a:t>
            </a:r>
          </a:p>
          <a:p>
            <a:r>
              <a:rPr lang="en" altLang="zh-CN" dirty="0"/>
              <a:t>For example, on IBM quantum systems, the readout error rate is about </a:t>
            </a:r>
            <a:r>
              <a:rPr lang="en" altLang="zh-CN" b="1" dirty="0"/>
              <a:t>48.6× higher than the noise introduced by single-qubit gates</a:t>
            </a:r>
            <a:r>
              <a:rPr lang="en" altLang="zh-CN" dirty="0"/>
              <a:t>.</a:t>
            </a: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036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A common way to mitigate readout noise is to use matrix-based error mitigation.</a:t>
            </a:r>
          </a:p>
          <a:p>
            <a:r>
              <a:rPr lang="en" altLang="zh-CN" dirty="0"/>
              <a:t>The basic idea is to construct an error matrix that captures the measurement errors, and then use matrix inversion or matrix-vector multiplication to recover the ideal distribution.</a:t>
            </a:r>
          </a:p>
          <a:p>
            <a:r>
              <a:rPr lang="en" altLang="zh-CN" dirty="0"/>
              <a:t>However, the key challenge is scalability. </a:t>
            </a:r>
          </a:p>
          <a:p>
            <a:r>
              <a:rPr lang="en" altLang="zh-CN" dirty="0"/>
              <a:t>Since the error matrix grows exponentially with the number of qubits, this approach quickly becomes infeasible for large-scale quantum systems.</a:t>
            </a: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612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To improve scalability, a common solution is tensor-product approximation.</a:t>
            </a:r>
          </a:p>
          <a:p>
            <a:r>
              <a:rPr lang="en" altLang="zh-CN" dirty="0"/>
              <a:t>Instead of constructing the full error matrix, it decomposes the problem into small </a:t>
            </a:r>
            <a:r>
              <a:rPr lang="en-US" altLang="zh-CN" dirty="0"/>
              <a:t>2x2</a:t>
            </a:r>
            <a:r>
              <a:rPr lang="zh-CN" altLang="en-US" dirty="0"/>
              <a:t> </a:t>
            </a:r>
            <a:r>
              <a:rPr lang="en" altLang="zh-CN" dirty="0"/>
              <a:t>matrices for each qubit and combines them using tensor products.</a:t>
            </a:r>
          </a:p>
          <a:p>
            <a:r>
              <a:rPr lang="en" altLang="zh-CN" dirty="0"/>
              <a:t>This makes the computation much more scalable. However, since it assumes qubits are independent, it cannot capture correlated errors such as crosstalk, resulting in fidelity loss.</a:t>
            </a:r>
          </a:p>
          <a:p>
            <a:r>
              <a:rPr lang="en" altLang="zh-CN" dirty="0"/>
              <a:t>Therefore, multiple iterations are often performed to gradually improve the mitigation accuracy.</a:t>
            </a: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1461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So the main question we ask is:</a:t>
            </a:r>
          </a:p>
          <a:p>
            <a:r>
              <a:rPr lang="en" altLang="zh-CN" dirty="0"/>
              <a:t>Can we further exploit sparsity to accelerate readout mitigation, without hurting accuracy too much?</a:t>
            </a:r>
          </a:p>
          <a:p>
            <a:r>
              <a:rPr lang="en" altLang="zh-CN" dirty="0"/>
              <a:t>That’s the motivation of this work.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81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For tensor-product-based error mitigation, the computation mainly involves three key operations: MVM, TP, and MAC.</a:t>
            </a:r>
          </a:p>
          <a:p>
            <a:r>
              <a:rPr lang="en" altLang="zh-CN" dirty="0"/>
              <a:t>MVM applies the mitigation matrix to the measured probability distribution and generates the corrected output.</a:t>
            </a:r>
          </a:p>
          <a:p>
            <a:r>
              <a:rPr lang="en" altLang="zh-CN" dirty="0"/>
              <a:t>Among these operations, TP is the most important and also the most computationally intensive part. It builds a high-dimensional mitigation matrix by combining small per-qubit error matrices through tensor-product decomposition.</a:t>
            </a:r>
          </a:p>
          <a:p>
            <a:r>
              <a:rPr lang="en" altLang="zh-CN" dirty="0"/>
              <a:t>Finally, MAC is used during iterative refinement, where intermediate results are accumulated and updated over multiple iterations to improve the final accuracy.</a:t>
            </a: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279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Here’s the key observation.</a:t>
            </a:r>
          </a:p>
          <a:p>
            <a:r>
              <a:rPr lang="en" altLang="zh-CN" dirty="0"/>
              <a:t>First, TP takes the majority of the execution time, making it the main bottleneck in the system.</a:t>
            </a:r>
          </a:p>
          <a:p>
            <a:r>
              <a:rPr lang="en" altLang="zh-CN" dirty="0"/>
              <a:t>Second, we observe that the input is highly sparse — since basis states are essentially unit vectors, most entries are zero, and only a few positions are active.</a:t>
            </a:r>
          </a:p>
          <a:p>
            <a:r>
              <a:rPr lang="en" altLang="zh-CN" dirty="0"/>
              <a:t>More importantly, we also exploit </a:t>
            </a:r>
            <a:r>
              <a:rPr lang="en" altLang="zh-CN" b="1" dirty="0"/>
              <a:t>output sparsity</a:t>
            </a:r>
            <a:r>
              <a:rPr lang="en" altLang="zh-CN" dirty="0"/>
              <a:t>. In the tensor-product computation, although the full output space is exponentially large, in practice only a small subset of output probabilities are actually non-zero. This means we don’t need to compute the full dense result.</a:t>
            </a:r>
          </a:p>
          <a:p>
            <a:r>
              <a:rPr lang="en" altLang="zh-CN" dirty="0"/>
              <a:t>By combining input sparsity and output sparsity, we can significantly reduce redundant computation and focus only on the truly active parts of the tensor-product, which motivates our sparse execution design.</a:t>
            </a: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7713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So based on these observations, we design a sparse dataflow and hardware accelerator called </a:t>
            </a:r>
            <a:r>
              <a:rPr lang="en" altLang="zh-CN" dirty="0" err="1"/>
              <a:t>SiTA</a:t>
            </a:r>
            <a:r>
              <a:rPr lang="en" altLang="zh-CN" dirty="0"/>
              <a:t>.</a:t>
            </a: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8739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For tensor-product computation in </a:t>
            </a:r>
            <a:r>
              <a:rPr lang="en" altLang="zh-CN" dirty="0" err="1"/>
              <a:t>SiTA</a:t>
            </a:r>
            <a:r>
              <a:rPr lang="en" altLang="zh-CN" dirty="0"/>
              <a:t>, we further exploit parallelism from two complementary perspectives: probability-level parallelism and state-level parallelism. </a:t>
            </a:r>
          </a:p>
          <a:p>
            <a:r>
              <a:rPr lang="en" altLang="zh-CN" dirty="0"/>
              <a:t>At the probability level, we observe that different output probabilities are independent, so we can compute multiple probability entries in parallel without any dependency. </a:t>
            </a:r>
          </a:p>
          <a:p>
            <a:r>
              <a:rPr lang="en" altLang="zh-CN" dirty="0"/>
              <a:t>At the state level, each tensor-product operation itself can be decomposed across different qubit groups, allowing us to parallelize across sub-matrix combinations. </a:t>
            </a:r>
          </a:p>
          <a:p>
            <a:r>
              <a:rPr lang="en" altLang="zh-CN" dirty="0"/>
              <a:t>By combining these two levels of parallelism, we effectively expose a much larger degree of concurrency in the tensor-product computation.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6634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Now the key idea here is how we use sparsity.</a:t>
            </a:r>
          </a:p>
          <a:p>
            <a:r>
              <a:rPr lang="en" altLang="zh-CN" dirty="0"/>
              <a:t>Since the input is a unit vector, we can turn matrix-vector multiplication into a column lookup problem.</a:t>
            </a:r>
          </a:p>
          <a:p>
            <a:r>
              <a:rPr lang="en" altLang="zh-CN" dirty="0"/>
              <a:t>And on the output side, we use a two-level backtracking method to only compute non-zero results.</a:t>
            </a:r>
          </a:p>
          <a:p>
            <a:r>
              <a:rPr lang="en" altLang="zh-CN" dirty="0"/>
              <a:t>So we avoid a lot of useless computation.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6245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Next, I’ll talk about the hardware architecture.</a:t>
            </a: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2395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This is the overall </a:t>
            </a:r>
            <a:r>
              <a:rPr lang="en" altLang="zh-CN" dirty="0" err="1"/>
              <a:t>SiTA</a:t>
            </a:r>
            <a:r>
              <a:rPr lang="en" altLang="zh-CN" dirty="0"/>
              <a:t> architecture.</a:t>
            </a:r>
          </a:p>
          <a:p>
            <a:r>
              <a:rPr lang="en" altLang="zh-CN" dirty="0"/>
              <a:t>We have on-chip memory for the mitigation matrix, and off-chip memory for basis states and sparse values.</a:t>
            </a:r>
          </a:p>
          <a:p>
            <a:r>
              <a:rPr lang="en" altLang="zh-CN" dirty="0"/>
              <a:t>And we design three compute units: MVM unit, TP unit, and MAC unit.</a:t>
            </a:r>
          </a:p>
          <a:p>
            <a:r>
              <a:rPr lang="en" altLang="zh-CN" dirty="0"/>
              <a:t>The key idea is to match memory hierarchy with sparse computation patterns.</a:t>
            </a: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6486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Here we introduce the dynamic multiplier chain.</a:t>
            </a:r>
          </a:p>
          <a:p>
            <a:r>
              <a:rPr lang="en" altLang="zh-CN" dirty="0"/>
              <a:t>In tensor-product computation, different qubit groupings lead to multiplication chains of varying lengths, which are difficult to handle with a static pipeline.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To address this, we design a dynamic multiplier chain with flexible routing. The </a:t>
            </a:r>
            <a:r>
              <a:rPr lang="en" altLang="zh-CN" b="1" dirty="0"/>
              <a:t>demultiplexer</a:t>
            </a:r>
            <a:r>
              <a:rPr lang="zh-CN" altLang="en-US" b="1" dirty="0"/>
              <a:t> </a:t>
            </a:r>
            <a:r>
              <a:rPr lang="en" altLang="zh-CN" dirty="0"/>
              <a:t>decides whether to output or forward intermediate results, while the multiplexer selects between new inputs and previously computed partial results, enabling efficient reuse.</a:t>
            </a:r>
          </a:p>
          <a:p>
            <a:r>
              <a:rPr lang="en" altLang="zh-CN" dirty="0"/>
              <a:t>This allows the same hardware to support different chain lengths, improving utilization and adapting to different tensor-product structures without changing the </a:t>
            </a:r>
            <a:r>
              <a:rPr lang="en" altLang="zh-CN" dirty="0" err="1"/>
              <a:t>datapath</a:t>
            </a:r>
            <a:r>
              <a:rPr lang="en" altLang="zh-CN" dirty="0"/>
              <a:t>.</a:t>
            </a: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6037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To make the dynamic multiplier chain more concrete, we use an 8-qubit example where the system is decomposed into several qubit groups, each mapped to a small sub-matrix (A1–A5). Computing an entry like F(0,0) is done as a chained multiplication across these groups.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Since different workloads have different tensor structures, we design a dynamic multiplier chain with flexible routing via multiplexers and feedback paths, allowing intermediate results to be reused or forwarded. In execution, the computation runs in a streaming fashion from A1 to A5, improving utilization and avoiding full tensor-product expansion, while supporting different grouping schemes without redesigning the </a:t>
            </a:r>
            <a:r>
              <a:rPr lang="en" altLang="zh-CN" dirty="0" err="1"/>
              <a:t>datapath</a:t>
            </a:r>
            <a:r>
              <a:rPr lang="en" altLang="zh-CN" dirty="0"/>
              <a:t>.</a:t>
            </a: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1165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Now let’s move to evaluation results.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5841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First, fidelity results.</a:t>
            </a:r>
          </a:p>
          <a:p>
            <a:r>
              <a:rPr lang="en" altLang="zh-CN" dirty="0"/>
              <a:t>We evaluate on several benchmarks like BV, GHZ, VQE, and QAOA.</a:t>
            </a:r>
          </a:p>
          <a:p>
            <a:r>
              <a:rPr lang="en" altLang="zh-CN" dirty="0"/>
              <a:t>Compared with </a:t>
            </a:r>
            <a:r>
              <a:rPr lang="en" altLang="zh-CN" dirty="0" err="1"/>
              <a:t>Mthree</a:t>
            </a:r>
            <a:r>
              <a:rPr lang="en" altLang="zh-CN" dirty="0"/>
              <a:t>, IBU, </a:t>
            </a:r>
            <a:r>
              <a:rPr lang="en" altLang="zh-CN" dirty="0" err="1"/>
              <a:t>QuFEM</a:t>
            </a:r>
            <a:r>
              <a:rPr lang="en" altLang="zh-CN" dirty="0"/>
              <a:t>, and </a:t>
            </a:r>
            <a:r>
              <a:rPr lang="en" altLang="zh-CN" dirty="0" err="1"/>
              <a:t>SpREM</a:t>
            </a:r>
            <a:r>
              <a:rPr lang="en" altLang="zh-CN" dirty="0"/>
              <a:t>, </a:t>
            </a:r>
            <a:r>
              <a:rPr lang="en" altLang="zh-CN" dirty="0" err="1"/>
              <a:t>SiTA</a:t>
            </a:r>
            <a:r>
              <a:rPr lang="en" altLang="zh-CN" dirty="0"/>
              <a:t> consistently improves fidelity.</a:t>
            </a:r>
          </a:p>
          <a:p>
            <a:r>
              <a:rPr lang="en" altLang="zh-CN" dirty="0"/>
              <a:t>Overall, we get about 1.1× to 1.4× improvement.</a:t>
            </a:r>
          </a:p>
          <a:p>
            <a:r>
              <a:rPr lang="en" altLang="zh-CN" dirty="0"/>
              <a:t>The key reason is that we avoid noise amplification from unnecessary computations.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6676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/>
              <a:t>Finally, performance</a:t>
            </a:r>
            <a:r>
              <a:rPr lang="zh-CN" altLang="en-US" dirty="0"/>
              <a:t> </a:t>
            </a:r>
            <a:r>
              <a:rPr lang="en" altLang="zh-CN" dirty="0"/>
              <a:t>results.</a:t>
            </a:r>
          </a:p>
          <a:p>
            <a:r>
              <a:rPr lang="en" altLang="zh-CN" dirty="0"/>
              <a:t>Compared to existing methods, we also see significant improvements across the board.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" altLang="zh-CN" dirty="0" err="1"/>
              <a:t>SiTA</a:t>
            </a:r>
            <a:r>
              <a:rPr lang="en" altLang="zh-CN" dirty="0"/>
              <a:t> achieves up to 11.2× speedup over A100 and 5.3× over H100.</a:t>
            </a:r>
          </a:p>
          <a:p>
            <a:r>
              <a:rPr lang="en" altLang="zh-CN" dirty="0"/>
              <a:t>So overall, </a:t>
            </a:r>
            <a:r>
              <a:rPr lang="en" altLang="zh-CN" dirty="0" err="1"/>
              <a:t>SiTA</a:t>
            </a:r>
            <a:r>
              <a:rPr lang="en" altLang="zh-CN" dirty="0"/>
              <a:t> shows that exploiting sparsity with hardware support can significantly accelerate quantum readout error mitigation.</a:t>
            </a: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673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blue background with white text&#10;&#10;AI-generated content may be incorrect.">
            <a:extLst>
              <a:ext uri="{FF2B5EF4-FFF2-40B4-BE49-F238E27FC236}">
                <a16:creationId xmlns:a16="http://schemas.microsoft.com/office/drawing/2014/main" id="{635854C4-1B79-143B-867C-798EE630C7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1524000" y="175347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1524000" y="423314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yellow background with white text&#10;&#10;AI-generated content may be incorrect.">
            <a:extLst>
              <a:ext uri="{FF2B5EF4-FFF2-40B4-BE49-F238E27FC236}">
                <a16:creationId xmlns:a16="http://schemas.microsoft.com/office/drawing/2014/main" id="{661E4BD8-1B4F-1C88-5AC5-FDE6B1E8C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431158" y="3004442"/>
            <a:ext cx="5866901" cy="23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1924050" y="208755"/>
            <a:ext cx="98727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98266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B36336-EA9E-47AE-B5C3-B0BD9B6F16BE}"/>
              </a:ext>
            </a:extLst>
          </p:cNvPr>
          <p:cNvSpPr txBox="1"/>
          <p:nvPr userDrawn="1"/>
        </p:nvSpPr>
        <p:spPr>
          <a:xfrm>
            <a:off x="11563381" y="63563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09810C7-C075-489D-AFB3-0E3D601CBD51}" type="slidenum">
              <a:rPr lang="zh-CN" altLang="en-US" sz="1800" b="1" smtClean="0">
                <a:solidFill>
                  <a:srgbClr val="982668"/>
                </a:solidFill>
              </a:rPr>
              <a:t>‹#›</a:t>
            </a:fld>
            <a:endParaRPr lang="zh-CN" altLang="en-US" sz="1800" b="1" dirty="0">
              <a:solidFill>
                <a:srgbClr val="982668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1838325" y="136525"/>
            <a:ext cx="99904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hexagons&#10;&#10;AI-generated content may be incorrect.">
            <a:extLst>
              <a:ext uri="{FF2B5EF4-FFF2-40B4-BE49-F238E27FC236}">
                <a16:creationId xmlns:a16="http://schemas.microsoft.com/office/drawing/2014/main" id="{5BB223B4-E416-EDCB-C3F5-17942C88963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1857374" y="1825625"/>
            <a:ext cx="94964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1857374" y="365125"/>
            <a:ext cx="94964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8" r:id="rId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982668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5.xml"/><Relationship Id="rId18" Type="http://schemas.openxmlformats.org/officeDocument/2006/relationships/image" Target="../media/image4.emf"/><Relationship Id="rId3" Type="http://schemas.openxmlformats.org/officeDocument/2006/relationships/tags" Target="../tags/tag3.xml"/><Relationship Id="rId21" Type="http://schemas.openxmlformats.org/officeDocument/2006/relationships/image" Target="../media/image10.png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3.xml"/><Relationship Id="rId17" Type="http://schemas.openxmlformats.org/officeDocument/2006/relationships/image" Target="../media/image6.png"/><Relationship Id="rId25" Type="http://schemas.openxmlformats.org/officeDocument/2006/relationships/image" Target="../media/image13.png"/><Relationship Id="rId2" Type="http://schemas.openxmlformats.org/officeDocument/2006/relationships/tags" Target="../tags/tag2.xml"/><Relationship Id="rId16" Type="http://schemas.openxmlformats.org/officeDocument/2006/relationships/chart" Target="../charts/chart5.xml"/><Relationship Id="rId20" Type="http://schemas.openxmlformats.org/officeDocument/2006/relationships/tags" Target="../tags/tag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2.png"/><Relationship Id="rId5" Type="http://schemas.openxmlformats.org/officeDocument/2006/relationships/tags" Target="../tags/tag5.xml"/><Relationship Id="rId15" Type="http://schemas.openxmlformats.org/officeDocument/2006/relationships/chart" Target="../charts/chart4.xml"/><Relationship Id="rId23" Type="http://schemas.openxmlformats.org/officeDocument/2006/relationships/image" Target="../media/image11.png"/><Relationship Id="rId10" Type="http://schemas.openxmlformats.org/officeDocument/2006/relationships/tags" Target="../tags/tag10.xml"/><Relationship Id="rId19" Type="http://schemas.openxmlformats.org/officeDocument/2006/relationships/image" Target="../media/image5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png"/><Relationship Id="rId22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32.png"/><Relationship Id="rId26" Type="http://schemas.openxmlformats.org/officeDocument/2006/relationships/image" Target="../media/image45.png"/><Relationship Id="rId3" Type="http://schemas.openxmlformats.org/officeDocument/2006/relationships/tags" Target="../tags/tag14.xml"/><Relationship Id="rId21" Type="http://schemas.openxmlformats.org/officeDocument/2006/relationships/image" Target="../media/image410.png"/><Relationship Id="rId7" Type="http://schemas.openxmlformats.org/officeDocument/2006/relationships/tags" Target="../tags/tag18.xml"/><Relationship Id="rId12" Type="http://schemas.openxmlformats.org/officeDocument/2006/relationships/image" Target="../media/image31.png"/><Relationship Id="rId25" Type="http://schemas.openxmlformats.org/officeDocument/2006/relationships/image" Target="../media/image4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notesSlide" Target="../notesSlides/notesSlide6.xml"/><Relationship Id="rId24" Type="http://schemas.openxmlformats.org/officeDocument/2006/relationships/image" Target="../media/image4.emf"/><Relationship Id="rId5" Type="http://schemas.openxmlformats.org/officeDocument/2006/relationships/tags" Target="../tags/tag16.xml"/><Relationship Id="rId15" Type="http://schemas.openxmlformats.org/officeDocument/2006/relationships/tags" Target="../tags/tag820.xml"/><Relationship Id="rId23" Type="http://schemas.openxmlformats.org/officeDocument/2006/relationships/image" Target="../media/image43.png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tags" Target="../tags/tag23.xml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26.png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3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image" Target="../media/image41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svg"/><Relationship Id="rId4" Type="http://schemas.openxmlformats.org/officeDocument/2006/relationships/image" Target="../media/image42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62.png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11436" y="1614499"/>
            <a:ext cx="1096912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sz="5100" dirty="0" err="1"/>
              <a:t>SiTA</a:t>
            </a:r>
            <a:r>
              <a:rPr lang="en-US" sz="5100" dirty="0"/>
              <a:t>: Exploiting Sparsity in Tensor-Product for Accelerating</a:t>
            </a:r>
            <a:br>
              <a:rPr lang="en-US" sz="5100" dirty="0"/>
            </a:br>
            <a:r>
              <a:rPr lang="en-US" sz="5100" dirty="0"/>
              <a:t>Quantum Readout Error Mitigation</a:t>
            </a:r>
            <a:endParaRPr sz="51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349566" y="4347561"/>
            <a:ext cx="9492867" cy="2119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altLang="zh-CN" sz="2200" dirty="0" err="1"/>
              <a:t>Hanyu</a:t>
            </a:r>
            <a:r>
              <a:rPr lang="en-US" altLang="zh-CN" sz="2200" dirty="0"/>
              <a:t> Zhang</a:t>
            </a:r>
            <a:r>
              <a:rPr lang="en-US" altLang="zh-CN" sz="2200" baseline="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Zhiwei</a:t>
            </a:r>
            <a:r>
              <a:rPr lang="en-US" altLang="zh-CN" sz="2200" dirty="0"/>
              <a:t> Ye</a:t>
            </a:r>
            <a:r>
              <a:rPr lang="en-US" altLang="zh-CN" sz="2200" baseline="30000" dirty="0"/>
              <a:t>2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Liqiang</a:t>
            </a:r>
            <a:r>
              <a:rPr lang="en-US" altLang="zh-CN" sz="2200" dirty="0"/>
              <a:t> Lu</a:t>
            </a:r>
            <a:r>
              <a:rPr lang="en-US" altLang="zh-CN" sz="2200" baseline="30000" dirty="0"/>
              <a:t>1∗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Kaiwen</a:t>
            </a:r>
            <a:r>
              <a:rPr lang="en-US" altLang="zh-CN" sz="2200" dirty="0"/>
              <a:t> Zhou</a:t>
            </a:r>
            <a:r>
              <a:rPr lang="en-US" altLang="zh-CN" sz="2200" baseline="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Fangxu</a:t>
            </a:r>
            <a:r>
              <a:rPr lang="en-US" altLang="zh-CN" sz="2200" dirty="0"/>
              <a:t> Guo</a:t>
            </a:r>
            <a:r>
              <a:rPr lang="en-US" altLang="zh-CN" sz="2200" baseline="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Siwei</a:t>
            </a:r>
            <a:r>
              <a:rPr lang="en-US" altLang="zh-CN" sz="2200" dirty="0"/>
              <a:t> Tan</a:t>
            </a:r>
            <a:r>
              <a:rPr lang="en-US" altLang="zh-CN" sz="2200" baseline="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Fangxin</a:t>
            </a:r>
            <a:r>
              <a:rPr lang="en-US" altLang="zh-CN" sz="2200" dirty="0"/>
              <a:t> Liu</a:t>
            </a:r>
            <a:r>
              <a:rPr lang="en-US" altLang="zh-CN" sz="2200" baseline="30000" dirty="0"/>
              <a:t>3</a:t>
            </a:r>
            <a:r>
              <a:rPr lang="en-US" altLang="zh-CN" sz="2200" dirty="0"/>
              <a:t>, Size Zheng</a:t>
            </a:r>
            <a:r>
              <a:rPr lang="en-US" altLang="zh-CN" sz="2200" baseline="30000" dirty="0"/>
              <a:t>4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Jianwei</a:t>
            </a:r>
            <a:r>
              <a:rPr lang="en-US" altLang="zh-CN" sz="2200" dirty="0"/>
              <a:t> Yin</a:t>
            </a:r>
            <a:r>
              <a:rPr lang="en-US" altLang="zh-CN" sz="2200" baseline="30000" dirty="0"/>
              <a:t>1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altLang="zh-CN" sz="2200" baseline="30000" dirty="0"/>
              <a:t>1</a:t>
            </a:r>
            <a:r>
              <a:rPr lang="en-US" altLang="zh-CN" sz="2200" dirty="0"/>
              <a:t>Zhejiang University </a:t>
            </a:r>
            <a:r>
              <a:rPr lang="en-US" altLang="zh-CN" sz="2200" baseline="30000" dirty="0"/>
              <a:t>2</a:t>
            </a:r>
            <a:r>
              <a:rPr lang="en-US" altLang="zh-CN" sz="2200" dirty="0"/>
              <a:t>China Mobile (Suzhou) Software Technology Co., Ltd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altLang="zh-CN" sz="2200" baseline="30000" dirty="0"/>
              <a:t>3</a:t>
            </a:r>
            <a:r>
              <a:rPr lang="en-US" altLang="zh-CN" sz="2200" dirty="0"/>
              <a:t>Shanghai Jiao Tong University </a:t>
            </a:r>
            <a:r>
              <a:rPr lang="en-US" altLang="zh-CN" sz="2200" baseline="30000" dirty="0"/>
              <a:t>4</a:t>
            </a:r>
            <a:r>
              <a:rPr lang="en-US" altLang="zh-CN" sz="2200" dirty="0"/>
              <a:t>Tsinghua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D0B8AA0-E046-0C43-9F2C-6FDD4A46D177}"/>
              </a:ext>
            </a:extLst>
          </p:cNvPr>
          <p:cNvSpPr txBox="1"/>
          <p:nvPr/>
        </p:nvSpPr>
        <p:spPr>
          <a:xfrm>
            <a:off x="232200" y="2558639"/>
            <a:ext cx="9297738" cy="3694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Background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Motivation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Sparse Dataflow for Readout Error Mitigation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Architecture</a:t>
            </a:r>
            <a:r>
              <a:rPr kumimoji="1" lang="zh-CN" altLang="en-US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Design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41C7167E-4A3A-D44D-B810-A7FA03E24630}"/>
              </a:ext>
            </a:extLst>
          </p:cNvPr>
          <p:cNvSpPr txBox="1">
            <a:spLocks/>
          </p:cNvSpPr>
          <p:nvPr/>
        </p:nvSpPr>
        <p:spPr>
          <a:xfrm>
            <a:off x="232200" y="1641513"/>
            <a:ext cx="6409330" cy="10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Outline of Presentation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1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Quantum</a:t>
            </a:r>
            <a:r>
              <a:rPr lang="zh-CN" altLang="en-US" dirty="0"/>
              <a:t> </a:t>
            </a:r>
            <a:r>
              <a:rPr lang="en-US" altLang="zh-CN" dirty="0"/>
              <a:t>Readout</a:t>
            </a:r>
            <a:endParaRPr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FA9B54-9CF6-B744-9A83-B74E0DB22E23}"/>
              </a:ext>
            </a:extLst>
          </p:cNvPr>
          <p:cNvSpPr txBox="1"/>
          <p:nvPr/>
        </p:nvSpPr>
        <p:spPr>
          <a:xfrm>
            <a:off x="474938" y="1818117"/>
            <a:ext cx="113423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Quantum readout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reads the information from quantum bits to classical bits</a:t>
            </a: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C6F991-9238-8049-A9F4-C2B36981DDEC}"/>
              </a:ext>
            </a:extLst>
          </p:cNvPr>
          <p:cNvGrpSpPr/>
          <p:nvPr/>
        </p:nvGrpSpPr>
        <p:grpSpPr>
          <a:xfrm>
            <a:off x="3472016" y="3354716"/>
            <a:ext cx="313154" cy="313153"/>
            <a:chOff x="3864399" y="2119805"/>
            <a:chExt cx="313154" cy="313153"/>
          </a:xfrm>
        </p:grpSpPr>
        <p:sp>
          <p:nvSpPr>
            <p:cNvPr id="6" name="任意形状 5">
              <a:extLst>
                <a:ext uri="{FF2B5EF4-FFF2-40B4-BE49-F238E27FC236}">
                  <a16:creationId xmlns:a16="http://schemas.microsoft.com/office/drawing/2014/main" id="{9CCC7F93-5FBD-3447-98E4-F2AE166991B6}"/>
                </a:ext>
              </a:extLst>
            </p:cNvPr>
            <p:cNvSpPr/>
            <p:nvPr/>
          </p:nvSpPr>
          <p:spPr>
            <a:xfrm>
              <a:off x="3864399" y="2119805"/>
              <a:ext cx="313154" cy="313153"/>
            </a:xfrm>
            <a:custGeom>
              <a:avLst/>
              <a:gdLst>
                <a:gd name="connsiteX0" fmla="*/ 0 w 236538"/>
                <a:gd name="connsiteY0" fmla="*/ 0 h 236537"/>
                <a:gd name="connsiteX1" fmla="*/ 236538 w 236538"/>
                <a:gd name="connsiteY1" fmla="*/ 0 h 236537"/>
                <a:gd name="connsiteX2" fmla="*/ 236538 w 236538"/>
                <a:gd name="connsiteY2" fmla="*/ 236538 h 236537"/>
                <a:gd name="connsiteX3" fmla="*/ 0 w 236538"/>
                <a:gd name="connsiteY3" fmla="*/ 236538 h 2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38" h="236537">
                  <a:moveTo>
                    <a:pt x="0" y="0"/>
                  </a:moveTo>
                  <a:lnTo>
                    <a:pt x="236538" y="0"/>
                  </a:lnTo>
                  <a:lnTo>
                    <a:pt x="236538" y="236538"/>
                  </a:lnTo>
                  <a:lnTo>
                    <a:pt x="0" y="236538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82DB066B-4506-424F-B0D5-E9FC6ED91819}"/>
                </a:ext>
              </a:extLst>
            </p:cNvPr>
            <p:cNvSpPr/>
            <p:nvPr/>
          </p:nvSpPr>
          <p:spPr>
            <a:xfrm>
              <a:off x="3894090" y="2188112"/>
              <a:ext cx="259280" cy="126882"/>
            </a:xfrm>
            <a:custGeom>
              <a:avLst/>
              <a:gdLst>
                <a:gd name="connsiteX0" fmla="*/ 195845 w 195845"/>
                <a:gd name="connsiteY0" fmla="*/ 95839 h 95839"/>
                <a:gd name="connsiteX1" fmla="*/ 188395 w 195845"/>
                <a:gd name="connsiteY1" fmla="*/ 59163 h 95839"/>
                <a:gd name="connsiteX2" fmla="*/ 167164 w 195845"/>
                <a:gd name="connsiteY2" fmla="*/ 28071 h 95839"/>
                <a:gd name="connsiteX3" fmla="*/ 135399 w 195845"/>
                <a:gd name="connsiteY3" fmla="*/ 7295 h 95839"/>
                <a:gd name="connsiteX4" fmla="*/ 97925 w 195845"/>
                <a:gd name="connsiteY4" fmla="*/ 0 h 95839"/>
                <a:gd name="connsiteX5" fmla="*/ 60451 w 195845"/>
                <a:gd name="connsiteY5" fmla="*/ 7295 h 95839"/>
                <a:gd name="connsiteX6" fmla="*/ 28681 w 195845"/>
                <a:gd name="connsiteY6" fmla="*/ 28071 h 95839"/>
                <a:gd name="connsiteX7" fmla="*/ 7456 w 195845"/>
                <a:gd name="connsiteY7" fmla="*/ 59163 h 95839"/>
                <a:gd name="connsiteX8" fmla="*/ 0 w 195845"/>
                <a:gd name="connsiteY8" fmla="*/ 95839 h 9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45" h="95839">
                  <a:moveTo>
                    <a:pt x="195845" y="95839"/>
                  </a:moveTo>
                  <a:cubicBezTo>
                    <a:pt x="195845" y="83254"/>
                    <a:pt x="193312" y="70791"/>
                    <a:pt x="188395" y="59163"/>
                  </a:cubicBezTo>
                  <a:cubicBezTo>
                    <a:pt x="183473" y="47536"/>
                    <a:pt x="176259" y="36971"/>
                    <a:pt x="167164" y="28071"/>
                  </a:cubicBezTo>
                  <a:cubicBezTo>
                    <a:pt x="158075" y="19171"/>
                    <a:pt x="147276" y="12112"/>
                    <a:pt x="135399" y="7295"/>
                  </a:cubicBezTo>
                  <a:cubicBezTo>
                    <a:pt x="123517" y="2479"/>
                    <a:pt x="110783" y="0"/>
                    <a:pt x="97925" y="0"/>
                  </a:cubicBezTo>
                  <a:cubicBezTo>
                    <a:pt x="85062" y="0"/>
                    <a:pt x="72333" y="2479"/>
                    <a:pt x="60451" y="7295"/>
                  </a:cubicBezTo>
                  <a:cubicBezTo>
                    <a:pt x="48569" y="12112"/>
                    <a:pt x="37776" y="19171"/>
                    <a:pt x="28681" y="28071"/>
                  </a:cubicBezTo>
                  <a:cubicBezTo>
                    <a:pt x="19586" y="36971"/>
                    <a:pt x="12378" y="47536"/>
                    <a:pt x="7456" y="59163"/>
                  </a:cubicBezTo>
                  <a:cubicBezTo>
                    <a:pt x="2534" y="70791"/>
                    <a:pt x="0" y="83254"/>
                    <a:pt x="0" y="95839"/>
                  </a:cubicBez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5DBEDD88-0792-A448-A868-DB087A99B8F5}"/>
                </a:ext>
              </a:extLst>
            </p:cNvPr>
            <p:cNvSpPr/>
            <p:nvPr/>
          </p:nvSpPr>
          <p:spPr>
            <a:xfrm>
              <a:off x="4003878" y="2202795"/>
              <a:ext cx="90387" cy="114374"/>
            </a:xfrm>
            <a:custGeom>
              <a:avLst/>
              <a:gdLst>
                <a:gd name="connsiteX0" fmla="*/ 68274 w 68273"/>
                <a:gd name="connsiteY0" fmla="*/ 0 h 86391"/>
                <a:gd name="connsiteX1" fmla="*/ 0 w 68273"/>
                <a:gd name="connsiteY1" fmla="*/ 37334 h 86391"/>
                <a:gd name="connsiteX2" fmla="*/ 66468 w 68273"/>
                <a:gd name="connsiteY2" fmla="*/ 77794 h 86391"/>
                <a:gd name="connsiteX3" fmla="*/ 68274 w 68273"/>
                <a:gd name="connsiteY3" fmla="*/ 0 h 86391"/>
                <a:gd name="connsiteX4" fmla="*/ 23576 w 68273"/>
                <a:gd name="connsiteY4" fmla="*/ 86391 h 86391"/>
                <a:gd name="connsiteX5" fmla="*/ 42493 w 68273"/>
                <a:gd name="connsiteY5" fmla="*/ 55311 h 86391"/>
                <a:gd name="connsiteX6" fmla="*/ 30983 w 68273"/>
                <a:gd name="connsiteY6" fmla="*/ 48304 h 86391"/>
                <a:gd name="connsiteX7" fmla="*/ 12065 w 68273"/>
                <a:gd name="connsiteY7" fmla="*/ 79384 h 86391"/>
                <a:gd name="connsiteX8" fmla="*/ 23576 w 68273"/>
                <a:gd name="connsiteY8" fmla="*/ 86391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73" h="86391">
                  <a:moveTo>
                    <a:pt x="68274" y="0"/>
                  </a:moveTo>
                  <a:lnTo>
                    <a:pt x="0" y="37334"/>
                  </a:lnTo>
                  <a:lnTo>
                    <a:pt x="66468" y="77794"/>
                  </a:lnTo>
                  <a:lnTo>
                    <a:pt x="68274" y="0"/>
                  </a:lnTo>
                  <a:close/>
                  <a:moveTo>
                    <a:pt x="23576" y="86391"/>
                  </a:moveTo>
                  <a:lnTo>
                    <a:pt x="42493" y="55311"/>
                  </a:lnTo>
                  <a:lnTo>
                    <a:pt x="30983" y="48304"/>
                  </a:lnTo>
                  <a:lnTo>
                    <a:pt x="12065" y="79384"/>
                  </a:lnTo>
                  <a:lnTo>
                    <a:pt x="23576" y="86391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00ECCD-CE88-AA4B-B827-A1354F0D1AE5}"/>
              </a:ext>
            </a:extLst>
          </p:cNvPr>
          <p:cNvGrpSpPr/>
          <p:nvPr/>
        </p:nvGrpSpPr>
        <p:grpSpPr>
          <a:xfrm>
            <a:off x="3473030" y="2989202"/>
            <a:ext cx="313154" cy="313153"/>
            <a:chOff x="3864399" y="1770071"/>
            <a:chExt cx="313154" cy="313153"/>
          </a:xfrm>
        </p:grpSpPr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8E577182-6576-CC4A-A1CC-7893B4CD051E}"/>
                </a:ext>
              </a:extLst>
            </p:cNvPr>
            <p:cNvSpPr/>
            <p:nvPr/>
          </p:nvSpPr>
          <p:spPr>
            <a:xfrm>
              <a:off x="3864399" y="1770071"/>
              <a:ext cx="313154" cy="313153"/>
            </a:xfrm>
            <a:custGeom>
              <a:avLst/>
              <a:gdLst>
                <a:gd name="connsiteX0" fmla="*/ 0 w 236538"/>
                <a:gd name="connsiteY0" fmla="*/ 0 h 236537"/>
                <a:gd name="connsiteX1" fmla="*/ 236538 w 236538"/>
                <a:gd name="connsiteY1" fmla="*/ 0 h 236537"/>
                <a:gd name="connsiteX2" fmla="*/ 236538 w 236538"/>
                <a:gd name="connsiteY2" fmla="*/ 236538 h 236537"/>
                <a:gd name="connsiteX3" fmla="*/ 0 w 236538"/>
                <a:gd name="connsiteY3" fmla="*/ 236538 h 2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38" h="236537">
                  <a:moveTo>
                    <a:pt x="0" y="0"/>
                  </a:moveTo>
                  <a:lnTo>
                    <a:pt x="236538" y="0"/>
                  </a:lnTo>
                  <a:lnTo>
                    <a:pt x="236538" y="236538"/>
                  </a:lnTo>
                  <a:lnTo>
                    <a:pt x="0" y="236538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9D0E02A3-EEB4-DE4A-BE48-837A2393E576}"/>
                </a:ext>
              </a:extLst>
            </p:cNvPr>
            <p:cNvSpPr/>
            <p:nvPr/>
          </p:nvSpPr>
          <p:spPr>
            <a:xfrm>
              <a:off x="3894090" y="1838379"/>
              <a:ext cx="259280" cy="126882"/>
            </a:xfrm>
            <a:custGeom>
              <a:avLst/>
              <a:gdLst>
                <a:gd name="connsiteX0" fmla="*/ 195845 w 195845"/>
                <a:gd name="connsiteY0" fmla="*/ 95840 h 95839"/>
                <a:gd name="connsiteX1" fmla="*/ 188395 w 195845"/>
                <a:gd name="connsiteY1" fmla="*/ 59163 h 95839"/>
                <a:gd name="connsiteX2" fmla="*/ 167164 w 195845"/>
                <a:gd name="connsiteY2" fmla="*/ 28071 h 95839"/>
                <a:gd name="connsiteX3" fmla="*/ 135399 w 195845"/>
                <a:gd name="connsiteY3" fmla="*/ 7295 h 95839"/>
                <a:gd name="connsiteX4" fmla="*/ 97925 w 195845"/>
                <a:gd name="connsiteY4" fmla="*/ 0 h 95839"/>
                <a:gd name="connsiteX5" fmla="*/ 60451 w 195845"/>
                <a:gd name="connsiteY5" fmla="*/ 7295 h 95839"/>
                <a:gd name="connsiteX6" fmla="*/ 28681 w 195845"/>
                <a:gd name="connsiteY6" fmla="*/ 28071 h 95839"/>
                <a:gd name="connsiteX7" fmla="*/ 7456 w 195845"/>
                <a:gd name="connsiteY7" fmla="*/ 59163 h 95839"/>
                <a:gd name="connsiteX8" fmla="*/ 0 w 195845"/>
                <a:gd name="connsiteY8" fmla="*/ 95840 h 9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45" h="95839">
                  <a:moveTo>
                    <a:pt x="195845" y="95840"/>
                  </a:moveTo>
                  <a:cubicBezTo>
                    <a:pt x="195845" y="83254"/>
                    <a:pt x="193312" y="70791"/>
                    <a:pt x="188395" y="59163"/>
                  </a:cubicBezTo>
                  <a:cubicBezTo>
                    <a:pt x="183473" y="47536"/>
                    <a:pt x="176259" y="36971"/>
                    <a:pt x="167164" y="28071"/>
                  </a:cubicBezTo>
                  <a:cubicBezTo>
                    <a:pt x="158075" y="19171"/>
                    <a:pt x="147276" y="12112"/>
                    <a:pt x="135399" y="7295"/>
                  </a:cubicBezTo>
                  <a:cubicBezTo>
                    <a:pt x="123517" y="2479"/>
                    <a:pt x="110783" y="0"/>
                    <a:pt x="97925" y="0"/>
                  </a:cubicBezTo>
                  <a:cubicBezTo>
                    <a:pt x="85062" y="0"/>
                    <a:pt x="72333" y="2479"/>
                    <a:pt x="60451" y="7295"/>
                  </a:cubicBezTo>
                  <a:cubicBezTo>
                    <a:pt x="48569" y="12112"/>
                    <a:pt x="37776" y="19171"/>
                    <a:pt x="28681" y="28071"/>
                  </a:cubicBezTo>
                  <a:cubicBezTo>
                    <a:pt x="19586" y="36971"/>
                    <a:pt x="12378" y="47536"/>
                    <a:pt x="7456" y="59163"/>
                  </a:cubicBezTo>
                  <a:cubicBezTo>
                    <a:pt x="2534" y="70791"/>
                    <a:pt x="0" y="83254"/>
                    <a:pt x="0" y="95840"/>
                  </a:cubicBez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1DBF9F55-858B-8D44-BB78-A4D1AD5BA930}"/>
                </a:ext>
              </a:extLst>
            </p:cNvPr>
            <p:cNvSpPr/>
            <p:nvPr/>
          </p:nvSpPr>
          <p:spPr>
            <a:xfrm>
              <a:off x="4003878" y="1853062"/>
              <a:ext cx="90387" cy="114374"/>
            </a:xfrm>
            <a:custGeom>
              <a:avLst/>
              <a:gdLst>
                <a:gd name="connsiteX0" fmla="*/ 68274 w 68273"/>
                <a:gd name="connsiteY0" fmla="*/ 0 h 86391"/>
                <a:gd name="connsiteX1" fmla="*/ 0 w 68273"/>
                <a:gd name="connsiteY1" fmla="*/ 37334 h 86391"/>
                <a:gd name="connsiteX2" fmla="*/ 66468 w 68273"/>
                <a:gd name="connsiteY2" fmla="*/ 77794 h 86391"/>
                <a:gd name="connsiteX3" fmla="*/ 68274 w 68273"/>
                <a:gd name="connsiteY3" fmla="*/ 0 h 86391"/>
                <a:gd name="connsiteX4" fmla="*/ 23576 w 68273"/>
                <a:gd name="connsiteY4" fmla="*/ 86391 h 86391"/>
                <a:gd name="connsiteX5" fmla="*/ 42493 w 68273"/>
                <a:gd name="connsiteY5" fmla="*/ 55311 h 86391"/>
                <a:gd name="connsiteX6" fmla="*/ 30983 w 68273"/>
                <a:gd name="connsiteY6" fmla="*/ 48304 h 86391"/>
                <a:gd name="connsiteX7" fmla="*/ 12065 w 68273"/>
                <a:gd name="connsiteY7" fmla="*/ 79384 h 86391"/>
                <a:gd name="connsiteX8" fmla="*/ 23576 w 68273"/>
                <a:gd name="connsiteY8" fmla="*/ 86391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73" h="86391">
                  <a:moveTo>
                    <a:pt x="68274" y="0"/>
                  </a:moveTo>
                  <a:lnTo>
                    <a:pt x="0" y="37334"/>
                  </a:lnTo>
                  <a:lnTo>
                    <a:pt x="66468" y="77794"/>
                  </a:lnTo>
                  <a:lnTo>
                    <a:pt x="68274" y="0"/>
                  </a:lnTo>
                  <a:close/>
                  <a:moveTo>
                    <a:pt x="23576" y="86391"/>
                  </a:moveTo>
                  <a:lnTo>
                    <a:pt x="42493" y="55311"/>
                  </a:lnTo>
                  <a:lnTo>
                    <a:pt x="30983" y="48304"/>
                  </a:lnTo>
                  <a:lnTo>
                    <a:pt x="12065" y="79384"/>
                  </a:lnTo>
                  <a:lnTo>
                    <a:pt x="23576" y="86391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1950567-3DEA-7D47-B2BF-3C23C6B2268C}"/>
                  </a:ext>
                </a:extLst>
              </p:cNvPr>
              <p:cNvSpPr txBox="1"/>
              <p:nvPr/>
            </p:nvSpPr>
            <p:spPr>
              <a:xfrm>
                <a:off x="428121" y="2910132"/>
                <a:ext cx="44822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aseline="-25000" dirty="0">
                  <a:latin typeface="Times New Roman" panose="02020603050405020304" pitchFamily="18" charset="0"/>
                  <a:ea typeface="STKaiti" panose="0201060004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1950567-3DEA-7D47-B2BF-3C23C6B22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21" y="2910132"/>
                <a:ext cx="448220" cy="362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B4684A-BEBE-2E42-95E3-70ED8592BDDF}"/>
                  </a:ext>
                </a:extLst>
              </p:cNvPr>
              <p:cNvSpPr txBox="1"/>
              <p:nvPr/>
            </p:nvSpPr>
            <p:spPr>
              <a:xfrm>
                <a:off x="428121" y="3251153"/>
                <a:ext cx="44822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aseline="-25000" dirty="0">
                  <a:latin typeface="Times New Roman" panose="02020603050405020304" pitchFamily="18" charset="0"/>
                  <a:ea typeface="STKaiti" panose="0201060004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B4684A-BEBE-2E42-95E3-70ED8592B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21" y="3251153"/>
                <a:ext cx="448220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8282005-90CE-2C4B-A3F1-C2A2DE759708}"/>
                  </a:ext>
                </a:extLst>
              </p:cNvPr>
              <p:cNvSpPr txBox="1"/>
              <p:nvPr/>
            </p:nvSpPr>
            <p:spPr>
              <a:xfrm>
                <a:off x="428121" y="3619555"/>
                <a:ext cx="44822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aseline="-25000" dirty="0">
                  <a:latin typeface="Times New Roman" panose="02020603050405020304" pitchFamily="18" charset="0"/>
                  <a:ea typeface="STKaiti" panose="0201060004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8282005-90CE-2C4B-A3F1-C2A2DE759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21" y="3619555"/>
                <a:ext cx="448220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0CAF067D-2517-E744-B7AB-5B2E8756E7B4}"/>
              </a:ext>
            </a:extLst>
          </p:cNvPr>
          <p:cNvGrpSpPr/>
          <p:nvPr/>
        </p:nvGrpSpPr>
        <p:grpSpPr>
          <a:xfrm>
            <a:off x="770233" y="3146946"/>
            <a:ext cx="2708867" cy="1116697"/>
            <a:chOff x="2200448" y="1918173"/>
            <a:chExt cx="1693642" cy="1116697"/>
          </a:xfrm>
        </p:grpSpPr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21DFFBF7-2408-3B43-BAA4-A3D0D93F0270}"/>
                </a:ext>
              </a:extLst>
            </p:cNvPr>
            <p:cNvSpPr/>
            <p:nvPr/>
          </p:nvSpPr>
          <p:spPr>
            <a:xfrm>
              <a:off x="2202152" y="2267906"/>
              <a:ext cx="1691938" cy="60528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743F1C53-AAB6-F64E-8D6C-09FAF0BFCD24}"/>
                </a:ext>
              </a:extLst>
            </p:cNvPr>
            <p:cNvSpPr/>
            <p:nvPr/>
          </p:nvSpPr>
          <p:spPr>
            <a:xfrm>
              <a:off x="2202152" y="1918173"/>
              <a:ext cx="1691938" cy="60528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5A13C3DC-A08F-664F-8571-50519F888D38}"/>
                </a:ext>
              </a:extLst>
            </p:cNvPr>
            <p:cNvSpPr/>
            <p:nvPr/>
          </p:nvSpPr>
          <p:spPr>
            <a:xfrm>
              <a:off x="2200448" y="2617956"/>
              <a:ext cx="1691938" cy="60528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4B8CAB5F-5573-4B4A-848F-E9996EB74FCD}"/>
                </a:ext>
              </a:extLst>
            </p:cNvPr>
            <p:cNvSpPr/>
            <p:nvPr/>
          </p:nvSpPr>
          <p:spPr>
            <a:xfrm>
              <a:off x="2200448" y="2974342"/>
              <a:ext cx="1691938" cy="60528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56AEFDB-EBEB-0944-B4DE-EA2A8527133C}"/>
                  </a:ext>
                </a:extLst>
              </p:cNvPr>
              <p:cNvSpPr txBox="1"/>
              <p:nvPr/>
            </p:nvSpPr>
            <p:spPr>
              <a:xfrm>
                <a:off x="428121" y="3959997"/>
                <a:ext cx="44822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TKaiti" panose="02010600040101010101" pitchFamily="2" charset="-122"/>
                              <a:cs typeface="Times New Roman" panose="02020603050405020304" pitchFamily="18" charset="0"/>
                              <a:sym typeface="+mn-lt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baseline="-25000" dirty="0">
                  <a:latin typeface="Times New Roman" panose="02020603050405020304" pitchFamily="18" charset="0"/>
                  <a:ea typeface="STKaiti" panose="0201060004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56AEFDB-EBEB-0944-B4DE-EA2A85271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21" y="3959997"/>
                <a:ext cx="448220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任意形状 21">
            <a:extLst>
              <a:ext uri="{FF2B5EF4-FFF2-40B4-BE49-F238E27FC236}">
                <a16:creationId xmlns:a16="http://schemas.microsoft.com/office/drawing/2014/main" id="{FBE57952-0A62-FD42-8702-42AAF34DCB7D}"/>
              </a:ext>
            </a:extLst>
          </p:cNvPr>
          <p:cNvSpPr/>
          <p:nvPr/>
        </p:nvSpPr>
        <p:spPr>
          <a:xfrm>
            <a:off x="976593" y="2992219"/>
            <a:ext cx="2279741" cy="1324137"/>
          </a:xfrm>
          <a:custGeom>
            <a:avLst/>
            <a:gdLst>
              <a:gd name="connsiteX0" fmla="*/ 0 w 789807"/>
              <a:gd name="connsiteY0" fmla="*/ 0 h 498683"/>
              <a:gd name="connsiteX1" fmla="*/ 789808 w 789807"/>
              <a:gd name="connsiteY1" fmla="*/ 0 h 498683"/>
              <a:gd name="connsiteX2" fmla="*/ 789808 w 789807"/>
              <a:gd name="connsiteY2" fmla="*/ 498684 h 498683"/>
              <a:gd name="connsiteX3" fmla="*/ 0 w 789807"/>
              <a:gd name="connsiteY3" fmla="*/ 498684 h 49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807" h="498683">
                <a:moveTo>
                  <a:pt x="0" y="0"/>
                </a:moveTo>
                <a:lnTo>
                  <a:pt x="789808" y="0"/>
                </a:lnTo>
                <a:lnTo>
                  <a:pt x="789808" y="498684"/>
                </a:lnTo>
                <a:lnTo>
                  <a:pt x="0" y="498684"/>
                </a:lnTo>
                <a:close/>
              </a:path>
            </a:pathLst>
          </a:custGeom>
          <a:solidFill>
            <a:schemeClr val="bg2">
              <a:lumMod val="10000"/>
              <a:lumOff val="9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0B62E4-CDDF-944E-8055-13CB01CF3002}"/>
              </a:ext>
            </a:extLst>
          </p:cNvPr>
          <p:cNvSpPr txBox="1"/>
          <p:nvPr/>
        </p:nvSpPr>
        <p:spPr>
          <a:xfrm>
            <a:off x="1245335" y="3455021"/>
            <a:ext cx="17422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Circuit</a:t>
            </a:r>
            <a:r>
              <a:rPr lang="zh-CN" altLang="en-US" sz="2000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block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7C3D56-C592-9B4C-A714-BD8B071A9C1B}"/>
              </a:ext>
            </a:extLst>
          </p:cNvPr>
          <p:cNvSpPr txBox="1"/>
          <p:nvPr/>
        </p:nvSpPr>
        <p:spPr>
          <a:xfrm>
            <a:off x="3364175" y="3781070"/>
            <a:ext cx="1089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Readout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361DD1EC-7776-0542-A8ED-79ABE0F368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07450" y="2970938"/>
              <a:ext cx="2289107" cy="936318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834077">
                      <a:extLst>
                        <a:ext uri="{9D8B030D-6E8A-4147-A177-3AD203B41FA5}">
                          <a16:colId xmlns:a16="http://schemas.microsoft.com/office/drawing/2014/main" val="2768141074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2274996369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3145420234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1935204017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1648197358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4122918358"/>
                        </a:ext>
                      </a:extLst>
                    </a:gridCol>
                  </a:tblGrid>
                  <a:tr h="31373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400" b="0" dirty="0"/>
                            <a:t>sample</a:t>
                          </a:r>
                          <a:endParaRPr lang="zh-CN" altLang="en-US" sz="1400" b="0" dirty="0"/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2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3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4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4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767748"/>
                      </a:ext>
                    </a:extLst>
                  </a:tr>
                  <a:tr h="31373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sym typeface="+mn-lt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baseline="-25000" dirty="0">
                            <a:latin typeface="Times New Roman" panose="02020603050405020304" pitchFamily="18" charset="0"/>
                            <a:ea typeface="STKaiti" panose="02010600040101010101" pitchFamily="2" charset="-122"/>
                            <a:cs typeface="Times New Roman" panose="02020603050405020304" pitchFamily="18" charset="0"/>
                            <a:sym typeface="+mn-lt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0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0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315922"/>
                      </a:ext>
                    </a:extLst>
                  </a:tr>
                  <a:tr h="30885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sym typeface="+mn-lt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/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0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3974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361DD1EC-7776-0542-A8ED-79ABE0F368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1810986"/>
                  </p:ext>
                </p:extLst>
              </p:nvPr>
            </p:nvGraphicFramePr>
            <p:xfrm>
              <a:off x="4707450" y="2970938"/>
              <a:ext cx="2289107" cy="936318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834077">
                      <a:extLst>
                        <a:ext uri="{9D8B030D-6E8A-4147-A177-3AD203B41FA5}">
                          <a16:colId xmlns:a16="http://schemas.microsoft.com/office/drawing/2014/main" val="2768141074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2274996369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3145420234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1935204017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1648197358"/>
                        </a:ext>
                      </a:extLst>
                    </a:gridCol>
                    <a:gridCol w="291006">
                      <a:extLst>
                        <a:ext uri="{9D8B030D-6E8A-4147-A177-3AD203B41FA5}">
                          <a16:colId xmlns:a16="http://schemas.microsoft.com/office/drawing/2014/main" val="4122918358"/>
                        </a:ext>
                      </a:extLst>
                    </a:gridCol>
                  </a:tblGrid>
                  <a:tr h="31373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400" b="0" dirty="0"/>
                            <a:t>sample</a:t>
                          </a:r>
                          <a:endParaRPr lang="zh-CN" altLang="en-US" sz="1400" b="0" dirty="0"/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2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3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4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4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767748"/>
                      </a:ext>
                    </a:extLst>
                  </a:tr>
                  <a:tr h="31373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t="-100000" r="-175758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0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0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315922"/>
                      </a:ext>
                    </a:extLst>
                  </a:tr>
                  <a:tr h="3088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t="-200000" r="-175758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0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/>
                            <a:t>1</a:t>
                          </a:r>
                          <a:endParaRPr lang="zh-CN" altLang="en-US" sz="1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39743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E55F729E-E773-3848-AF8E-AEA68BE93FAC}"/>
              </a:ext>
            </a:extLst>
          </p:cNvPr>
          <p:cNvGraphicFramePr>
            <a:graphicFrameLocks noGrp="1"/>
          </p:cNvGraphicFramePr>
          <p:nvPr/>
        </p:nvGraphicFramePr>
        <p:xfrm>
          <a:off x="7312106" y="2970938"/>
          <a:ext cx="1237673" cy="93631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9109">
                  <a:extLst>
                    <a:ext uri="{9D8B030D-6E8A-4147-A177-3AD203B41FA5}">
                      <a16:colId xmlns:a16="http://schemas.microsoft.com/office/drawing/2014/main" val="1648197358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4122918358"/>
                    </a:ext>
                  </a:extLst>
                </a:gridCol>
              </a:tblGrid>
              <a:tr h="3137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4999</a:t>
                      </a:r>
                      <a:endParaRPr lang="zh-CN" alt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5000</a:t>
                      </a:r>
                      <a:endParaRPr lang="zh-CN" altLang="en-US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767748"/>
                  </a:ext>
                </a:extLst>
              </a:tr>
              <a:tr h="3137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1</a:t>
                      </a:r>
                      <a:endParaRPr lang="zh-CN" altLang="en-US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0</a:t>
                      </a:r>
                      <a:endParaRPr lang="zh-CN" altLang="en-US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15922"/>
                  </a:ext>
                </a:extLst>
              </a:tr>
              <a:tr h="308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1</a:t>
                      </a:r>
                      <a:endParaRPr lang="zh-CN" altLang="en-US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1</a:t>
                      </a:r>
                      <a:endParaRPr lang="zh-CN" alt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397434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897E19E5-12E7-AF4F-B1A6-9EF343FC3109}"/>
              </a:ext>
            </a:extLst>
          </p:cNvPr>
          <p:cNvSpPr txBox="1"/>
          <p:nvPr/>
        </p:nvSpPr>
        <p:spPr>
          <a:xfrm>
            <a:off x="6963927" y="3319970"/>
            <a:ext cx="377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···</a:t>
            </a:r>
            <a:endParaRPr lang="zh-CN" altLang="en-US" sz="1400" i="1"/>
          </a:p>
        </p:txBody>
      </p:sp>
      <p:graphicFrame>
        <p:nvGraphicFramePr>
          <p:cNvPr id="28" name="图表 27">
            <a:extLst>
              <a:ext uri="{FF2B5EF4-FFF2-40B4-BE49-F238E27FC236}">
                <a16:creationId xmlns:a16="http://schemas.microsoft.com/office/drawing/2014/main" id="{BF657260-492C-5446-8270-79F9DF5FD2A1}"/>
              </a:ext>
            </a:extLst>
          </p:cNvPr>
          <p:cNvGraphicFramePr/>
          <p:nvPr/>
        </p:nvGraphicFramePr>
        <p:xfrm>
          <a:off x="9259588" y="2497366"/>
          <a:ext cx="2149659" cy="1409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4465480E-49B3-3F4E-9D33-66AD06F1BEB7}"/>
              </a:ext>
            </a:extLst>
          </p:cNvPr>
          <p:cNvSpPr txBox="1"/>
          <p:nvPr/>
        </p:nvSpPr>
        <p:spPr>
          <a:xfrm>
            <a:off x="4561175" y="3976779"/>
            <a:ext cx="4222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Measured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bitstrings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in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different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samples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5A75A8B-5530-BE44-9987-2C8048FDA629}"/>
              </a:ext>
            </a:extLst>
          </p:cNvPr>
          <p:cNvSpPr txBox="1"/>
          <p:nvPr/>
        </p:nvSpPr>
        <p:spPr>
          <a:xfrm>
            <a:off x="9259588" y="3976779"/>
            <a:ext cx="2524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Probability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distribution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1" name="右箭头 74">
            <a:extLst>
              <a:ext uri="{FF2B5EF4-FFF2-40B4-BE49-F238E27FC236}">
                <a16:creationId xmlns:a16="http://schemas.microsoft.com/office/drawing/2014/main" id="{86B6F0E7-9F67-924A-9E45-60CC11260FF0}"/>
              </a:ext>
            </a:extLst>
          </p:cNvPr>
          <p:cNvSpPr/>
          <p:nvPr/>
        </p:nvSpPr>
        <p:spPr>
          <a:xfrm>
            <a:off x="4049788" y="3352825"/>
            <a:ext cx="494521" cy="398510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右箭头 74">
            <a:extLst>
              <a:ext uri="{FF2B5EF4-FFF2-40B4-BE49-F238E27FC236}">
                <a16:creationId xmlns:a16="http://schemas.microsoft.com/office/drawing/2014/main" id="{9440D828-E637-C74F-B02D-0CDFB6B61503}"/>
              </a:ext>
            </a:extLst>
          </p:cNvPr>
          <p:cNvSpPr/>
          <p:nvPr/>
        </p:nvSpPr>
        <p:spPr>
          <a:xfrm>
            <a:off x="8702201" y="3354909"/>
            <a:ext cx="494521" cy="398510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闪电形 32">
            <a:extLst>
              <a:ext uri="{FF2B5EF4-FFF2-40B4-BE49-F238E27FC236}">
                <a16:creationId xmlns:a16="http://schemas.microsoft.com/office/drawing/2014/main" id="{C247E13E-889D-4D42-88F1-CCE9FF5CBA49}"/>
              </a:ext>
            </a:extLst>
          </p:cNvPr>
          <p:cNvSpPr/>
          <p:nvPr/>
        </p:nvSpPr>
        <p:spPr>
          <a:xfrm>
            <a:off x="3148791" y="2769796"/>
            <a:ext cx="434662" cy="452544"/>
          </a:xfrm>
          <a:prstGeom prst="lightningBol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F695FA-3E8E-8B4C-88E1-C313F563028F}"/>
              </a:ext>
            </a:extLst>
          </p:cNvPr>
          <p:cNvSpPr txBox="1"/>
          <p:nvPr/>
        </p:nvSpPr>
        <p:spPr>
          <a:xfrm>
            <a:off x="3344824" y="2617695"/>
            <a:ext cx="1904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#Sample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=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5000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6" name="圆角矩形 9">
            <a:extLst>
              <a:ext uri="{FF2B5EF4-FFF2-40B4-BE49-F238E27FC236}">
                <a16:creationId xmlns:a16="http://schemas.microsoft.com/office/drawing/2014/main" id="{5F11A9FC-4997-4273-A7BC-65707FFE9517}"/>
              </a:ext>
            </a:extLst>
          </p:cNvPr>
          <p:cNvSpPr/>
          <p:nvPr/>
        </p:nvSpPr>
        <p:spPr>
          <a:xfrm>
            <a:off x="776190" y="4857240"/>
            <a:ext cx="10739895" cy="653830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the quantum readout process suffers from readout error.</a:t>
            </a:r>
          </a:p>
        </p:txBody>
      </p:sp>
    </p:spTree>
    <p:extLst>
      <p:ext uri="{BB962C8B-B14F-4D97-AF65-F5344CB8AC3E}">
        <p14:creationId xmlns:p14="http://schemas.microsoft.com/office/powerpoint/2010/main" val="295638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altLang="zh-CN" dirty="0"/>
              <a:t>Readout Error</a:t>
            </a:r>
            <a:endParaRPr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7EF8AE-EF8A-4686-9EA6-A025926173A5}"/>
              </a:ext>
            </a:extLst>
          </p:cNvPr>
          <p:cNvSpPr txBox="1"/>
          <p:nvPr/>
        </p:nvSpPr>
        <p:spPr>
          <a:xfrm>
            <a:off x="1251450" y="5491808"/>
            <a:ext cx="49651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zh-CN" altLang="en-US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127-qubit</a:t>
            </a:r>
            <a:r>
              <a:rPr lang="zh-CN" altLang="en-US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herbrooke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quantum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8A4408-06DD-4BB5-9585-60C6308F7B7C}"/>
              </a:ext>
            </a:extLst>
          </p:cNvPr>
          <p:cNvSpPr txBox="1"/>
          <p:nvPr/>
        </p:nvSpPr>
        <p:spPr>
          <a:xfrm>
            <a:off x="6424225" y="5496162"/>
            <a:ext cx="45548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zh-CN" altLang="en-US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10-qubit</a:t>
            </a:r>
            <a:r>
              <a:rPr lang="zh-CN" altLang="en-US" sz="16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 err="1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Tianmu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quantum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BD3A95-FCFA-4259-BA8D-EE0B64E9D865}"/>
              </a:ext>
            </a:extLst>
          </p:cNvPr>
          <p:cNvSpPr txBox="1"/>
          <p:nvPr/>
        </p:nvSpPr>
        <p:spPr>
          <a:xfrm rot="16200000">
            <a:off x="301045" y="4247727"/>
            <a:ext cx="1484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zh-CN" altLang="en-US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(%)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1969BB-E6A7-486D-9638-5D19EC3F2E94}"/>
              </a:ext>
            </a:extLst>
          </p:cNvPr>
          <p:cNvGrpSpPr/>
          <p:nvPr/>
        </p:nvGrpSpPr>
        <p:grpSpPr>
          <a:xfrm>
            <a:off x="1602042" y="3551036"/>
            <a:ext cx="4263983" cy="1945126"/>
            <a:chOff x="1283851" y="4714961"/>
            <a:chExt cx="4263983" cy="1283693"/>
          </a:xfrm>
        </p:grpSpPr>
        <p:graphicFrame>
          <p:nvGraphicFramePr>
            <p:cNvPr id="7" name="图表 6">
              <a:extLst>
                <a:ext uri="{FF2B5EF4-FFF2-40B4-BE49-F238E27FC236}">
                  <a16:creationId xmlns:a16="http://schemas.microsoft.com/office/drawing/2014/main" id="{1E23DA87-1576-46E1-9451-682DB775823F}"/>
                </a:ext>
              </a:extLst>
            </p:cNvPr>
            <p:cNvGraphicFramePr/>
            <p:nvPr/>
          </p:nvGraphicFramePr>
          <p:xfrm>
            <a:off x="1283851" y="4714961"/>
            <a:ext cx="4263983" cy="12836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E0D61C9-E18D-493F-A58A-87DA72D2F1B6}"/>
                </a:ext>
              </a:extLst>
            </p:cNvPr>
            <p:cNvSpPr txBox="1"/>
            <p:nvPr/>
          </p:nvSpPr>
          <p:spPr>
            <a:xfrm>
              <a:off x="3421372" y="4818956"/>
              <a:ext cx="1219705" cy="264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982668"/>
                  </a:solidFill>
                  <a:latin typeface="Arial" panose="020B0604020202020204" pitchFamily="34" charset="0"/>
                  <a:ea typeface="STKaiti" panose="02010600040101010101" pitchFamily="2" charset="-122"/>
                  <a:cs typeface="Arial" panose="020B0604020202020204" pitchFamily="34" charset="0"/>
                  <a:sym typeface="+mn-lt"/>
                </a:rPr>
                <a:t>48.6</a:t>
              </a:r>
              <a:r>
                <a:rPr lang="zh-CN" altLang="en-US" sz="2000" b="1" dirty="0">
                  <a:solidFill>
                    <a:srgbClr val="982668"/>
                  </a:solidFill>
                  <a:latin typeface="Arial" panose="020B0604020202020204" pitchFamily="34" charset="0"/>
                  <a:ea typeface="STKaiti" panose="02010600040101010101" pitchFamily="2" charset="-122"/>
                  <a:cs typeface="Arial" panose="020B0604020202020204" pitchFamily="34" charset="0"/>
                  <a:sym typeface="+mn-lt"/>
                </a:rPr>
                <a:t> </a:t>
              </a:r>
              <a:r>
                <a:rPr lang="en-US" altLang="zh-CN" sz="2000" b="1" dirty="0">
                  <a:solidFill>
                    <a:srgbClr val="982668"/>
                  </a:solidFill>
                  <a:latin typeface="Arial" panose="020B0604020202020204" pitchFamily="34" charset="0"/>
                  <a:ea typeface="STKaiti" panose="02010600040101010101" pitchFamily="2" charset="-122"/>
                  <a:cs typeface="Arial" panose="020B0604020202020204" pitchFamily="34" charset="0"/>
                  <a:sym typeface="+mn-lt"/>
                </a:rPr>
                <a:t>X</a:t>
              </a:r>
            </a:p>
          </p:txBody>
        </p:sp>
        <p:sp>
          <p:nvSpPr>
            <p:cNvPr id="9" name="下箭头 83">
              <a:extLst>
                <a:ext uri="{FF2B5EF4-FFF2-40B4-BE49-F238E27FC236}">
                  <a16:creationId xmlns:a16="http://schemas.microsoft.com/office/drawing/2014/main" id="{5DED9EEF-51C5-49B7-A796-A036F370703E}"/>
                </a:ext>
              </a:extLst>
            </p:cNvPr>
            <p:cNvSpPr/>
            <p:nvPr/>
          </p:nvSpPr>
          <p:spPr>
            <a:xfrm rot="14427395">
              <a:off x="4027356" y="4345776"/>
              <a:ext cx="222937" cy="1682600"/>
            </a:xfrm>
            <a:prstGeom prst="downArrow">
              <a:avLst>
                <a:gd name="adj1" fmla="val 44435"/>
                <a:gd name="adj2" fmla="val 74336"/>
              </a:avLst>
            </a:prstGeom>
            <a:solidFill>
              <a:srgbClr val="C00000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BC0BF85-0347-47C6-968A-640C32A523FF}"/>
              </a:ext>
            </a:extLst>
          </p:cNvPr>
          <p:cNvGrpSpPr/>
          <p:nvPr/>
        </p:nvGrpSpPr>
        <p:grpSpPr>
          <a:xfrm>
            <a:off x="6400557" y="3321170"/>
            <a:ext cx="4602144" cy="2174993"/>
            <a:chOff x="6596287" y="4790460"/>
            <a:chExt cx="4602144" cy="1208195"/>
          </a:xfrm>
        </p:grpSpPr>
        <p:graphicFrame>
          <p:nvGraphicFramePr>
            <p:cNvPr id="11" name="图表 10">
              <a:extLst>
                <a:ext uri="{FF2B5EF4-FFF2-40B4-BE49-F238E27FC236}">
                  <a16:creationId xmlns:a16="http://schemas.microsoft.com/office/drawing/2014/main" id="{7A1E9B5F-FAAF-400E-8617-F402042239E7}"/>
                </a:ext>
              </a:extLst>
            </p:cNvPr>
            <p:cNvGraphicFramePr/>
            <p:nvPr/>
          </p:nvGraphicFramePr>
          <p:xfrm>
            <a:off x="6596287" y="4790460"/>
            <a:ext cx="4602144" cy="12081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下箭头 85">
              <a:extLst>
                <a:ext uri="{FF2B5EF4-FFF2-40B4-BE49-F238E27FC236}">
                  <a16:creationId xmlns:a16="http://schemas.microsoft.com/office/drawing/2014/main" id="{EC8625E8-FB47-41A7-9199-9784917FB6E2}"/>
                </a:ext>
              </a:extLst>
            </p:cNvPr>
            <p:cNvSpPr/>
            <p:nvPr/>
          </p:nvSpPr>
          <p:spPr>
            <a:xfrm rot="15636218">
              <a:off x="9082383" y="3772475"/>
              <a:ext cx="232079" cy="2558518"/>
            </a:xfrm>
            <a:prstGeom prst="downArrow">
              <a:avLst>
                <a:gd name="adj1" fmla="val 44435"/>
                <a:gd name="adj2" fmla="val 74336"/>
              </a:avLst>
            </a:prstGeom>
            <a:solidFill>
              <a:srgbClr val="C00000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DD800F2-C4DF-4B3F-BB3A-032444C39662}"/>
              </a:ext>
            </a:extLst>
          </p:cNvPr>
          <p:cNvSpPr txBox="1"/>
          <p:nvPr/>
        </p:nvSpPr>
        <p:spPr>
          <a:xfrm>
            <a:off x="334963" y="2869406"/>
            <a:ext cx="113423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Readout</a:t>
            </a:r>
            <a:r>
              <a:rPr lang="zh-CN" altLang="en-US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error</a:t>
            </a:r>
            <a:r>
              <a:rPr lang="zh-CN" altLang="en-US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is</a:t>
            </a:r>
            <a:r>
              <a:rPr lang="zh-CN" altLang="en-US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significant</a:t>
            </a:r>
            <a:r>
              <a:rPr lang="zh-CN" altLang="en-US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on</a:t>
            </a:r>
            <a:r>
              <a:rPr lang="zh-CN" altLang="en-US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current</a:t>
            </a:r>
            <a:r>
              <a:rPr lang="zh-CN" altLang="en-US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quantum</a:t>
            </a:r>
            <a:r>
              <a:rPr lang="zh-CN" altLang="en-US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hardware.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E00CA9-56AC-4934-93BE-0C71B6821637}"/>
              </a:ext>
            </a:extLst>
          </p:cNvPr>
          <p:cNvSpPr txBox="1"/>
          <p:nvPr/>
        </p:nvSpPr>
        <p:spPr>
          <a:xfrm>
            <a:off x="8471029" y="3312040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b="1" dirty="0">
                <a:solidFill>
                  <a:srgbClr val="982668"/>
                </a:solidFill>
              </a:rPr>
              <a:t>5.3</a:t>
            </a:r>
            <a:r>
              <a:rPr kumimoji="1" lang="zh-CN" altLang="en-US" sz="2000" b="1" dirty="0">
                <a:solidFill>
                  <a:srgbClr val="982668"/>
                </a:solidFill>
              </a:rPr>
              <a:t> </a:t>
            </a:r>
            <a:r>
              <a:rPr kumimoji="1" lang="en-US" altLang="zh-CN" sz="2000" b="1" dirty="0">
                <a:solidFill>
                  <a:srgbClr val="982668"/>
                </a:solidFill>
              </a:rPr>
              <a:t>X</a:t>
            </a:r>
            <a:endParaRPr kumimoji="1" lang="zh-CN" altLang="en-US" sz="2000" b="1" dirty="0">
              <a:solidFill>
                <a:srgbClr val="982668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0AB6FC-36D5-49E7-92BC-BC4D1AC349F7}"/>
              </a:ext>
            </a:extLst>
          </p:cNvPr>
          <p:cNvSpPr txBox="1"/>
          <p:nvPr/>
        </p:nvSpPr>
        <p:spPr>
          <a:xfrm>
            <a:off x="334963" y="1543843"/>
            <a:ext cx="113423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Error</a:t>
            </a:r>
            <a:r>
              <a:rPr lang="zh-CN" altLang="en-US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sources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5A653DA-8AED-4D53-823B-368A58E77976}"/>
              </a:ext>
            </a:extLst>
          </p:cNvPr>
          <p:cNvGrpSpPr/>
          <p:nvPr/>
        </p:nvGrpSpPr>
        <p:grpSpPr>
          <a:xfrm>
            <a:off x="1880914" y="2046236"/>
            <a:ext cx="8417978" cy="666710"/>
            <a:chOff x="1920808" y="2212133"/>
            <a:chExt cx="8417978" cy="785050"/>
          </a:xfrm>
        </p:grpSpPr>
        <p:sp>
          <p:nvSpPr>
            <p:cNvPr id="19" name="圆角矩形 9">
              <a:extLst>
                <a:ext uri="{FF2B5EF4-FFF2-40B4-BE49-F238E27FC236}">
                  <a16:creationId xmlns:a16="http://schemas.microsoft.com/office/drawing/2014/main" id="{D80860ED-3CA7-4747-AC3F-9582A7BF245A}"/>
                </a:ext>
              </a:extLst>
            </p:cNvPr>
            <p:cNvSpPr/>
            <p:nvPr/>
          </p:nvSpPr>
          <p:spPr>
            <a:xfrm>
              <a:off x="1920808" y="2213980"/>
              <a:ext cx="2321947" cy="781356"/>
            </a:xfrm>
            <a:prstGeom prst="roundRect">
              <a:avLst/>
            </a:prstGeom>
            <a:solidFill>
              <a:srgbClr val="982668">
                <a:alpha val="5000"/>
              </a:srgbClr>
            </a:solidFill>
            <a:ln>
              <a:solidFill>
                <a:srgbClr val="982668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Long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readout</a:t>
              </a:r>
            </a:p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latency</a:t>
              </a:r>
              <a:endParaRPr lang="en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圆角矩形 9">
              <a:extLst>
                <a:ext uri="{FF2B5EF4-FFF2-40B4-BE49-F238E27FC236}">
                  <a16:creationId xmlns:a16="http://schemas.microsoft.com/office/drawing/2014/main" id="{7EA6D365-8DD0-4BA2-9BC3-599EEC8CF45D}"/>
                </a:ext>
              </a:extLst>
            </p:cNvPr>
            <p:cNvSpPr/>
            <p:nvPr/>
          </p:nvSpPr>
          <p:spPr>
            <a:xfrm>
              <a:off x="4959268" y="2215827"/>
              <a:ext cx="2321947" cy="781356"/>
            </a:xfrm>
            <a:prstGeom prst="roundRect">
              <a:avLst/>
            </a:prstGeom>
            <a:solidFill>
              <a:srgbClr val="982668">
                <a:alpha val="5000"/>
              </a:srgbClr>
            </a:solidFill>
            <a:ln>
              <a:solidFill>
                <a:srgbClr val="982668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Crosstalk</a:t>
              </a:r>
              <a:endParaRPr lang="en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圆角矩形 9">
              <a:extLst>
                <a:ext uri="{FF2B5EF4-FFF2-40B4-BE49-F238E27FC236}">
                  <a16:creationId xmlns:a16="http://schemas.microsoft.com/office/drawing/2014/main" id="{76903012-425A-46F2-BB00-780974B852F9}"/>
                </a:ext>
              </a:extLst>
            </p:cNvPr>
            <p:cNvSpPr/>
            <p:nvPr/>
          </p:nvSpPr>
          <p:spPr>
            <a:xfrm>
              <a:off x="8016839" y="2212133"/>
              <a:ext cx="2321947" cy="781356"/>
            </a:xfrm>
            <a:prstGeom prst="roundRect">
              <a:avLst/>
            </a:prstGeom>
            <a:solidFill>
              <a:srgbClr val="982668">
                <a:alpha val="5000"/>
              </a:srgbClr>
            </a:solidFill>
            <a:ln>
              <a:solidFill>
                <a:srgbClr val="982668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Imperfect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discriminator</a:t>
              </a:r>
            </a:p>
          </p:txBody>
        </p:sp>
      </p:grpSp>
      <p:sp>
        <p:nvSpPr>
          <p:cNvPr id="24" name="圆角矩形 9">
            <a:extLst>
              <a:ext uri="{FF2B5EF4-FFF2-40B4-BE49-F238E27FC236}">
                <a16:creationId xmlns:a16="http://schemas.microsoft.com/office/drawing/2014/main" id="{ED770FB3-0A3F-4826-A19E-04FFABE34A29}"/>
              </a:ext>
            </a:extLst>
          </p:cNvPr>
          <p:cNvSpPr/>
          <p:nvPr/>
        </p:nvSpPr>
        <p:spPr>
          <a:xfrm>
            <a:off x="776190" y="5912892"/>
            <a:ext cx="10739895" cy="653830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essential to mitigate readout errors to obtain </a:t>
            </a: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results.</a:t>
            </a:r>
          </a:p>
        </p:txBody>
      </p:sp>
    </p:spTree>
    <p:extLst>
      <p:ext uri="{BB962C8B-B14F-4D97-AF65-F5344CB8AC3E}">
        <p14:creationId xmlns:p14="http://schemas.microsoft.com/office/powerpoint/2010/main" val="137934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altLang="zh-CN" dirty="0"/>
              <a:t>Matrix-Based</a:t>
            </a:r>
            <a:r>
              <a:rPr lang="zh-CN" altLang="en-US" dirty="0"/>
              <a:t> </a:t>
            </a:r>
            <a:r>
              <a:rPr lang="en-US" altLang="zh-CN" dirty="0"/>
              <a:t>Readout Mitigation</a:t>
            </a:r>
            <a:endParaRPr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5FC04CD-2864-4235-8B3F-9954CCD0EB32}"/>
              </a:ext>
            </a:extLst>
          </p:cNvPr>
          <p:cNvGrpSpPr/>
          <p:nvPr/>
        </p:nvGrpSpPr>
        <p:grpSpPr>
          <a:xfrm>
            <a:off x="5609040" y="3622081"/>
            <a:ext cx="2769940" cy="1186290"/>
            <a:chOff x="5609040" y="3622081"/>
            <a:chExt cx="2769940" cy="1186290"/>
          </a:xfrm>
        </p:grpSpPr>
        <p:sp>
          <p:nvSpPr>
            <p:cNvPr id="164" name="文本框 11">
              <a:extLst>
                <a:ext uri="{FF2B5EF4-FFF2-40B4-BE49-F238E27FC236}">
                  <a16:creationId xmlns:a16="http://schemas.microsoft.com/office/drawing/2014/main" id="{88C8EDFA-437B-4EA1-966B-0126C2A9156B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5609040" y="3622081"/>
              <a:ext cx="276994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ea"/>
                <a:buAutoNum type="circleNumDbPlain" startAt="2"/>
              </a:pPr>
              <a:r>
                <a:rPr lang="en-US" altLang="zh-CN" sz="17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Fill the noisy matrix</a:t>
              </a:r>
              <a:r>
                <a:rPr lang="zh-CN" altLang="en-US" sz="17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25">
                  <a:extLst>
                    <a:ext uri="{FF2B5EF4-FFF2-40B4-BE49-F238E27FC236}">
                      <a16:creationId xmlns:a16="http://schemas.microsoft.com/office/drawing/2014/main" id="{7640DBE2-78DC-4DA1-89EA-657E387358EE}"/>
                    </a:ext>
                  </a:extLst>
                </p:cNvPr>
                <p:cNvSpPr txBox="1"/>
                <p:nvPr/>
              </p:nvSpPr>
              <p:spPr>
                <a:xfrm>
                  <a:off x="5898292" y="4014692"/>
                  <a:ext cx="2092496" cy="7936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zh-CN" alt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US" altLang="zh-CN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.6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kumimoji="1" lang="en-US" altLang="zh-CN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0.7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US" altLang="zh-CN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kumimoji="1" lang="en-US" altLang="zh-CN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0.2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US" altLang="zh-CN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.2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US" altLang="zh-CN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.6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0.1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0.8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5" name="文本框 125">
                  <a:extLst>
                    <a:ext uri="{FF2B5EF4-FFF2-40B4-BE49-F238E27FC236}">
                      <a16:creationId xmlns:a16="http://schemas.microsoft.com/office/drawing/2014/main" id="{7640DBE2-78DC-4DA1-89EA-657E38735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292" y="4014692"/>
                  <a:ext cx="2092496" cy="79367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067B9C-E00E-496B-9251-EB2167E4B183}"/>
              </a:ext>
            </a:extLst>
          </p:cNvPr>
          <p:cNvGrpSpPr/>
          <p:nvPr/>
        </p:nvGrpSpPr>
        <p:grpSpPr>
          <a:xfrm>
            <a:off x="304079" y="3622081"/>
            <a:ext cx="5058183" cy="2586422"/>
            <a:chOff x="304079" y="3622081"/>
            <a:chExt cx="5058183" cy="2586422"/>
          </a:xfrm>
        </p:grpSpPr>
        <p:sp>
          <p:nvSpPr>
            <p:cNvPr id="131" name="文本框 11">
              <a:extLst>
                <a:ext uri="{FF2B5EF4-FFF2-40B4-BE49-F238E27FC236}">
                  <a16:creationId xmlns:a16="http://schemas.microsoft.com/office/drawing/2014/main" id="{9630EA01-4F79-429D-9606-960117DFCF6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04079" y="3622081"/>
              <a:ext cx="504814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ea"/>
                <a:buAutoNum type="circleNumDbPlain"/>
              </a:pP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Prepares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qubits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to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different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basis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states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and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apply</a:t>
              </a:r>
              <a:r>
                <a:rPr lang="zh-CN" altLang="en-US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measurement.</a:t>
              </a:r>
              <a:endParaRPr lang="zh-CN" altLang="en-US" sz="17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2" name="任意形状 58">
              <a:extLst>
                <a:ext uri="{FF2B5EF4-FFF2-40B4-BE49-F238E27FC236}">
                  <a16:creationId xmlns:a16="http://schemas.microsoft.com/office/drawing/2014/main" id="{DEF53BB4-BDDA-49E1-94A7-9A230A760269}"/>
                </a:ext>
              </a:extLst>
            </p:cNvPr>
            <p:cNvSpPr/>
            <p:nvPr/>
          </p:nvSpPr>
          <p:spPr>
            <a:xfrm>
              <a:off x="930415" y="4866099"/>
              <a:ext cx="1277989" cy="45719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任意形状 59">
              <a:extLst>
                <a:ext uri="{FF2B5EF4-FFF2-40B4-BE49-F238E27FC236}">
                  <a16:creationId xmlns:a16="http://schemas.microsoft.com/office/drawing/2014/main" id="{6E61B50B-FF47-4FF8-83A3-21878B43F31C}"/>
                </a:ext>
              </a:extLst>
            </p:cNvPr>
            <p:cNvSpPr/>
            <p:nvPr/>
          </p:nvSpPr>
          <p:spPr>
            <a:xfrm>
              <a:off x="930415" y="4601931"/>
              <a:ext cx="1277989" cy="45719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任意形状 60">
              <a:extLst>
                <a:ext uri="{FF2B5EF4-FFF2-40B4-BE49-F238E27FC236}">
                  <a16:creationId xmlns:a16="http://schemas.microsoft.com/office/drawing/2014/main" id="{6FFFB20E-D1F0-4B40-828F-7D4FB9C199CC}"/>
                </a:ext>
              </a:extLst>
            </p:cNvPr>
            <p:cNvSpPr/>
            <p:nvPr/>
          </p:nvSpPr>
          <p:spPr>
            <a:xfrm>
              <a:off x="2185977" y="4754232"/>
              <a:ext cx="236538" cy="236537"/>
            </a:xfrm>
            <a:custGeom>
              <a:avLst/>
              <a:gdLst>
                <a:gd name="connsiteX0" fmla="*/ 0 w 236538"/>
                <a:gd name="connsiteY0" fmla="*/ 0 h 236537"/>
                <a:gd name="connsiteX1" fmla="*/ 236538 w 236538"/>
                <a:gd name="connsiteY1" fmla="*/ 0 h 236537"/>
                <a:gd name="connsiteX2" fmla="*/ 236538 w 236538"/>
                <a:gd name="connsiteY2" fmla="*/ 236538 h 236537"/>
                <a:gd name="connsiteX3" fmla="*/ 0 w 236538"/>
                <a:gd name="connsiteY3" fmla="*/ 236538 h 2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38" h="236537">
                  <a:moveTo>
                    <a:pt x="0" y="0"/>
                  </a:moveTo>
                  <a:lnTo>
                    <a:pt x="236538" y="0"/>
                  </a:lnTo>
                  <a:lnTo>
                    <a:pt x="236538" y="236538"/>
                  </a:lnTo>
                  <a:lnTo>
                    <a:pt x="0" y="236538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任意形状 61">
              <a:extLst>
                <a:ext uri="{FF2B5EF4-FFF2-40B4-BE49-F238E27FC236}">
                  <a16:creationId xmlns:a16="http://schemas.microsoft.com/office/drawing/2014/main" id="{F1240AED-433E-400E-BE38-AB7D62E813A1}"/>
                </a:ext>
              </a:extLst>
            </p:cNvPr>
            <p:cNvSpPr/>
            <p:nvPr/>
          </p:nvSpPr>
          <p:spPr>
            <a:xfrm>
              <a:off x="2208404" y="4805827"/>
              <a:ext cx="195845" cy="95839"/>
            </a:xfrm>
            <a:custGeom>
              <a:avLst/>
              <a:gdLst>
                <a:gd name="connsiteX0" fmla="*/ 195845 w 195845"/>
                <a:gd name="connsiteY0" fmla="*/ 95839 h 95839"/>
                <a:gd name="connsiteX1" fmla="*/ 188395 w 195845"/>
                <a:gd name="connsiteY1" fmla="*/ 59163 h 95839"/>
                <a:gd name="connsiteX2" fmla="*/ 167164 w 195845"/>
                <a:gd name="connsiteY2" fmla="*/ 28071 h 95839"/>
                <a:gd name="connsiteX3" fmla="*/ 135399 w 195845"/>
                <a:gd name="connsiteY3" fmla="*/ 7295 h 95839"/>
                <a:gd name="connsiteX4" fmla="*/ 97925 w 195845"/>
                <a:gd name="connsiteY4" fmla="*/ 0 h 95839"/>
                <a:gd name="connsiteX5" fmla="*/ 60451 w 195845"/>
                <a:gd name="connsiteY5" fmla="*/ 7295 h 95839"/>
                <a:gd name="connsiteX6" fmla="*/ 28681 w 195845"/>
                <a:gd name="connsiteY6" fmla="*/ 28071 h 95839"/>
                <a:gd name="connsiteX7" fmla="*/ 7456 w 195845"/>
                <a:gd name="connsiteY7" fmla="*/ 59163 h 95839"/>
                <a:gd name="connsiteX8" fmla="*/ 0 w 195845"/>
                <a:gd name="connsiteY8" fmla="*/ 95839 h 9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45" h="95839">
                  <a:moveTo>
                    <a:pt x="195845" y="95839"/>
                  </a:moveTo>
                  <a:cubicBezTo>
                    <a:pt x="195845" y="83254"/>
                    <a:pt x="193312" y="70791"/>
                    <a:pt x="188395" y="59163"/>
                  </a:cubicBezTo>
                  <a:cubicBezTo>
                    <a:pt x="183473" y="47536"/>
                    <a:pt x="176259" y="36971"/>
                    <a:pt x="167164" y="28071"/>
                  </a:cubicBezTo>
                  <a:cubicBezTo>
                    <a:pt x="158075" y="19171"/>
                    <a:pt x="147276" y="12112"/>
                    <a:pt x="135399" y="7295"/>
                  </a:cubicBezTo>
                  <a:cubicBezTo>
                    <a:pt x="123517" y="2479"/>
                    <a:pt x="110783" y="0"/>
                    <a:pt x="97925" y="0"/>
                  </a:cubicBezTo>
                  <a:cubicBezTo>
                    <a:pt x="85062" y="0"/>
                    <a:pt x="72333" y="2479"/>
                    <a:pt x="60451" y="7295"/>
                  </a:cubicBezTo>
                  <a:cubicBezTo>
                    <a:pt x="48569" y="12112"/>
                    <a:pt x="37776" y="19171"/>
                    <a:pt x="28681" y="28071"/>
                  </a:cubicBezTo>
                  <a:cubicBezTo>
                    <a:pt x="19586" y="36971"/>
                    <a:pt x="12378" y="47536"/>
                    <a:pt x="7456" y="59163"/>
                  </a:cubicBezTo>
                  <a:cubicBezTo>
                    <a:pt x="2534" y="70791"/>
                    <a:pt x="0" y="83254"/>
                    <a:pt x="0" y="95839"/>
                  </a:cubicBez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任意形状 62">
              <a:extLst>
                <a:ext uri="{FF2B5EF4-FFF2-40B4-BE49-F238E27FC236}">
                  <a16:creationId xmlns:a16="http://schemas.microsoft.com/office/drawing/2014/main" id="{87D77ADC-BA8F-444B-9899-CD0434E12D18}"/>
                </a:ext>
              </a:extLst>
            </p:cNvPr>
            <p:cNvSpPr/>
            <p:nvPr/>
          </p:nvSpPr>
          <p:spPr>
            <a:xfrm>
              <a:off x="2291331" y="4816918"/>
              <a:ext cx="68273" cy="86391"/>
            </a:xfrm>
            <a:custGeom>
              <a:avLst/>
              <a:gdLst>
                <a:gd name="connsiteX0" fmla="*/ 68274 w 68273"/>
                <a:gd name="connsiteY0" fmla="*/ 0 h 86391"/>
                <a:gd name="connsiteX1" fmla="*/ 0 w 68273"/>
                <a:gd name="connsiteY1" fmla="*/ 37334 h 86391"/>
                <a:gd name="connsiteX2" fmla="*/ 66468 w 68273"/>
                <a:gd name="connsiteY2" fmla="*/ 77794 h 86391"/>
                <a:gd name="connsiteX3" fmla="*/ 68274 w 68273"/>
                <a:gd name="connsiteY3" fmla="*/ 0 h 86391"/>
                <a:gd name="connsiteX4" fmla="*/ 23576 w 68273"/>
                <a:gd name="connsiteY4" fmla="*/ 86391 h 86391"/>
                <a:gd name="connsiteX5" fmla="*/ 42493 w 68273"/>
                <a:gd name="connsiteY5" fmla="*/ 55311 h 86391"/>
                <a:gd name="connsiteX6" fmla="*/ 30983 w 68273"/>
                <a:gd name="connsiteY6" fmla="*/ 48304 h 86391"/>
                <a:gd name="connsiteX7" fmla="*/ 12065 w 68273"/>
                <a:gd name="connsiteY7" fmla="*/ 79384 h 86391"/>
                <a:gd name="connsiteX8" fmla="*/ 23576 w 68273"/>
                <a:gd name="connsiteY8" fmla="*/ 86391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73" h="86391">
                  <a:moveTo>
                    <a:pt x="68274" y="0"/>
                  </a:moveTo>
                  <a:lnTo>
                    <a:pt x="0" y="37334"/>
                  </a:lnTo>
                  <a:lnTo>
                    <a:pt x="66468" y="77794"/>
                  </a:lnTo>
                  <a:lnTo>
                    <a:pt x="68274" y="0"/>
                  </a:lnTo>
                  <a:close/>
                  <a:moveTo>
                    <a:pt x="23576" y="86391"/>
                  </a:moveTo>
                  <a:lnTo>
                    <a:pt x="42493" y="55311"/>
                  </a:lnTo>
                  <a:lnTo>
                    <a:pt x="30983" y="48304"/>
                  </a:lnTo>
                  <a:lnTo>
                    <a:pt x="12065" y="79384"/>
                  </a:lnTo>
                  <a:lnTo>
                    <a:pt x="23576" y="86391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任意形状 63">
              <a:extLst>
                <a:ext uri="{FF2B5EF4-FFF2-40B4-BE49-F238E27FC236}">
                  <a16:creationId xmlns:a16="http://schemas.microsoft.com/office/drawing/2014/main" id="{63A47948-5811-4DAB-B93A-50270A121B05}"/>
                </a:ext>
              </a:extLst>
            </p:cNvPr>
            <p:cNvSpPr/>
            <p:nvPr/>
          </p:nvSpPr>
          <p:spPr>
            <a:xfrm>
              <a:off x="2185977" y="4490064"/>
              <a:ext cx="236538" cy="236537"/>
            </a:xfrm>
            <a:custGeom>
              <a:avLst/>
              <a:gdLst>
                <a:gd name="connsiteX0" fmla="*/ 0 w 236538"/>
                <a:gd name="connsiteY0" fmla="*/ 0 h 236537"/>
                <a:gd name="connsiteX1" fmla="*/ 236538 w 236538"/>
                <a:gd name="connsiteY1" fmla="*/ 0 h 236537"/>
                <a:gd name="connsiteX2" fmla="*/ 236538 w 236538"/>
                <a:gd name="connsiteY2" fmla="*/ 236538 h 236537"/>
                <a:gd name="connsiteX3" fmla="*/ 0 w 236538"/>
                <a:gd name="connsiteY3" fmla="*/ 236538 h 2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38" h="236537">
                  <a:moveTo>
                    <a:pt x="0" y="0"/>
                  </a:moveTo>
                  <a:lnTo>
                    <a:pt x="236538" y="0"/>
                  </a:lnTo>
                  <a:lnTo>
                    <a:pt x="236538" y="236538"/>
                  </a:lnTo>
                  <a:lnTo>
                    <a:pt x="0" y="236538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任意形状 64">
              <a:extLst>
                <a:ext uri="{FF2B5EF4-FFF2-40B4-BE49-F238E27FC236}">
                  <a16:creationId xmlns:a16="http://schemas.microsoft.com/office/drawing/2014/main" id="{70948470-CDA3-43E4-9C94-42C9E3BED389}"/>
                </a:ext>
              </a:extLst>
            </p:cNvPr>
            <p:cNvSpPr/>
            <p:nvPr/>
          </p:nvSpPr>
          <p:spPr>
            <a:xfrm>
              <a:off x="2208404" y="4541660"/>
              <a:ext cx="195845" cy="95839"/>
            </a:xfrm>
            <a:custGeom>
              <a:avLst/>
              <a:gdLst>
                <a:gd name="connsiteX0" fmla="*/ 195845 w 195845"/>
                <a:gd name="connsiteY0" fmla="*/ 95840 h 95839"/>
                <a:gd name="connsiteX1" fmla="*/ 188395 w 195845"/>
                <a:gd name="connsiteY1" fmla="*/ 59163 h 95839"/>
                <a:gd name="connsiteX2" fmla="*/ 167164 w 195845"/>
                <a:gd name="connsiteY2" fmla="*/ 28071 h 95839"/>
                <a:gd name="connsiteX3" fmla="*/ 135399 w 195845"/>
                <a:gd name="connsiteY3" fmla="*/ 7295 h 95839"/>
                <a:gd name="connsiteX4" fmla="*/ 97925 w 195845"/>
                <a:gd name="connsiteY4" fmla="*/ 0 h 95839"/>
                <a:gd name="connsiteX5" fmla="*/ 60451 w 195845"/>
                <a:gd name="connsiteY5" fmla="*/ 7295 h 95839"/>
                <a:gd name="connsiteX6" fmla="*/ 28681 w 195845"/>
                <a:gd name="connsiteY6" fmla="*/ 28071 h 95839"/>
                <a:gd name="connsiteX7" fmla="*/ 7456 w 195845"/>
                <a:gd name="connsiteY7" fmla="*/ 59163 h 95839"/>
                <a:gd name="connsiteX8" fmla="*/ 0 w 195845"/>
                <a:gd name="connsiteY8" fmla="*/ 95840 h 9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45" h="95839">
                  <a:moveTo>
                    <a:pt x="195845" y="95840"/>
                  </a:moveTo>
                  <a:cubicBezTo>
                    <a:pt x="195845" y="83254"/>
                    <a:pt x="193312" y="70791"/>
                    <a:pt x="188395" y="59163"/>
                  </a:cubicBezTo>
                  <a:cubicBezTo>
                    <a:pt x="183473" y="47536"/>
                    <a:pt x="176259" y="36971"/>
                    <a:pt x="167164" y="28071"/>
                  </a:cubicBezTo>
                  <a:cubicBezTo>
                    <a:pt x="158075" y="19171"/>
                    <a:pt x="147276" y="12112"/>
                    <a:pt x="135399" y="7295"/>
                  </a:cubicBezTo>
                  <a:cubicBezTo>
                    <a:pt x="123517" y="2479"/>
                    <a:pt x="110783" y="0"/>
                    <a:pt x="97925" y="0"/>
                  </a:cubicBezTo>
                  <a:cubicBezTo>
                    <a:pt x="85062" y="0"/>
                    <a:pt x="72333" y="2479"/>
                    <a:pt x="60451" y="7295"/>
                  </a:cubicBezTo>
                  <a:cubicBezTo>
                    <a:pt x="48569" y="12112"/>
                    <a:pt x="37776" y="19171"/>
                    <a:pt x="28681" y="28071"/>
                  </a:cubicBezTo>
                  <a:cubicBezTo>
                    <a:pt x="19586" y="36971"/>
                    <a:pt x="12378" y="47536"/>
                    <a:pt x="7456" y="59163"/>
                  </a:cubicBezTo>
                  <a:cubicBezTo>
                    <a:pt x="2534" y="70791"/>
                    <a:pt x="0" y="83254"/>
                    <a:pt x="0" y="95840"/>
                  </a:cubicBez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任意形状 65">
              <a:extLst>
                <a:ext uri="{FF2B5EF4-FFF2-40B4-BE49-F238E27FC236}">
                  <a16:creationId xmlns:a16="http://schemas.microsoft.com/office/drawing/2014/main" id="{38CB7429-A95E-4362-8AD6-4B9CF883373A}"/>
                </a:ext>
              </a:extLst>
            </p:cNvPr>
            <p:cNvSpPr/>
            <p:nvPr/>
          </p:nvSpPr>
          <p:spPr>
            <a:xfrm>
              <a:off x="2291331" y="4552750"/>
              <a:ext cx="68273" cy="86391"/>
            </a:xfrm>
            <a:custGeom>
              <a:avLst/>
              <a:gdLst>
                <a:gd name="connsiteX0" fmla="*/ 68274 w 68273"/>
                <a:gd name="connsiteY0" fmla="*/ 0 h 86391"/>
                <a:gd name="connsiteX1" fmla="*/ 0 w 68273"/>
                <a:gd name="connsiteY1" fmla="*/ 37334 h 86391"/>
                <a:gd name="connsiteX2" fmla="*/ 66468 w 68273"/>
                <a:gd name="connsiteY2" fmla="*/ 77794 h 86391"/>
                <a:gd name="connsiteX3" fmla="*/ 68274 w 68273"/>
                <a:gd name="connsiteY3" fmla="*/ 0 h 86391"/>
                <a:gd name="connsiteX4" fmla="*/ 23576 w 68273"/>
                <a:gd name="connsiteY4" fmla="*/ 86391 h 86391"/>
                <a:gd name="connsiteX5" fmla="*/ 42493 w 68273"/>
                <a:gd name="connsiteY5" fmla="*/ 55311 h 86391"/>
                <a:gd name="connsiteX6" fmla="*/ 30983 w 68273"/>
                <a:gd name="connsiteY6" fmla="*/ 48304 h 86391"/>
                <a:gd name="connsiteX7" fmla="*/ 12065 w 68273"/>
                <a:gd name="connsiteY7" fmla="*/ 79384 h 86391"/>
                <a:gd name="connsiteX8" fmla="*/ 23576 w 68273"/>
                <a:gd name="connsiteY8" fmla="*/ 86391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73" h="86391">
                  <a:moveTo>
                    <a:pt x="68274" y="0"/>
                  </a:moveTo>
                  <a:lnTo>
                    <a:pt x="0" y="37334"/>
                  </a:lnTo>
                  <a:lnTo>
                    <a:pt x="66468" y="77794"/>
                  </a:lnTo>
                  <a:lnTo>
                    <a:pt x="68274" y="0"/>
                  </a:lnTo>
                  <a:close/>
                  <a:moveTo>
                    <a:pt x="23576" y="86391"/>
                  </a:moveTo>
                  <a:lnTo>
                    <a:pt x="42493" y="55311"/>
                  </a:lnTo>
                  <a:lnTo>
                    <a:pt x="30983" y="48304"/>
                  </a:lnTo>
                  <a:lnTo>
                    <a:pt x="12065" y="79384"/>
                  </a:lnTo>
                  <a:lnTo>
                    <a:pt x="23576" y="86391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任意形状 66">
              <a:extLst>
                <a:ext uri="{FF2B5EF4-FFF2-40B4-BE49-F238E27FC236}">
                  <a16:creationId xmlns:a16="http://schemas.microsoft.com/office/drawing/2014/main" id="{29691927-6DA7-4775-BDD9-9524E93CB674}"/>
                </a:ext>
              </a:extLst>
            </p:cNvPr>
            <p:cNvSpPr/>
            <p:nvPr/>
          </p:nvSpPr>
          <p:spPr>
            <a:xfrm>
              <a:off x="1034195" y="4490064"/>
              <a:ext cx="1035365" cy="498683"/>
            </a:xfrm>
            <a:custGeom>
              <a:avLst/>
              <a:gdLst>
                <a:gd name="connsiteX0" fmla="*/ 0 w 789807"/>
                <a:gd name="connsiteY0" fmla="*/ 0 h 498683"/>
                <a:gd name="connsiteX1" fmla="*/ 789808 w 789807"/>
                <a:gd name="connsiteY1" fmla="*/ 0 h 498683"/>
                <a:gd name="connsiteX2" fmla="*/ 789808 w 789807"/>
                <a:gd name="connsiteY2" fmla="*/ 498684 h 498683"/>
                <a:gd name="connsiteX3" fmla="*/ 0 w 789807"/>
                <a:gd name="connsiteY3" fmla="*/ 498684 h 49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9807" h="498683">
                  <a:moveTo>
                    <a:pt x="0" y="0"/>
                  </a:moveTo>
                  <a:lnTo>
                    <a:pt x="789808" y="0"/>
                  </a:lnTo>
                  <a:lnTo>
                    <a:pt x="789808" y="498684"/>
                  </a:lnTo>
                  <a:lnTo>
                    <a:pt x="0" y="498684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任意形状 68">
              <a:extLst>
                <a:ext uri="{FF2B5EF4-FFF2-40B4-BE49-F238E27FC236}">
                  <a16:creationId xmlns:a16="http://schemas.microsoft.com/office/drawing/2014/main" id="{3C25E52D-5503-4E56-BFC5-BED30B9D211F}"/>
                </a:ext>
              </a:extLst>
            </p:cNvPr>
            <p:cNvSpPr/>
            <p:nvPr/>
          </p:nvSpPr>
          <p:spPr>
            <a:xfrm>
              <a:off x="698595" y="4526455"/>
              <a:ext cx="98897" cy="146969"/>
            </a:xfrm>
            <a:custGeom>
              <a:avLst/>
              <a:gdLst>
                <a:gd name="connsiteX0" fmla="*/ 0 w 98897"/>
                <a:gd name="connsiteY0" fmla="*/ 65859 h 146969"/>
                <a:gd name="connsiteX1" fmla="*/ 17602 w 98897"/>
                <a:gd name="connsiteY1" fmla="*/ 21491 h 146969"/>
                <a:gd name="connsiteX2" fmla="*/ 57207 w 98897"/>
                <a:gd name="connsiteY2" fmla="*/ 231 h 146969"/>
                <a:gd name="connsiteX3" fmla="*/ 78516 w 98897"/>
                <a:gd name="connsiteY3" fmla="*/ 12248 h 146969"/>
                <a:gd name="connsiteX4" fmla="*/ 79674 w 98897"/>
                <a:gd name="connsiteY4" fmla="*/ 10861 h 146969"/>
                <a:gd name="connsiteX5" fmla="*/ 82221 w 98897"/>
                <a:gd name="connsiteY5" fmla="*/ 8319 h 146969"/>
                <a:gd name="connsiteX6" fmla="*/ 85927 w 98897"/>
                <a:gd name="connsiteY6" fmla="*/ 5546 h 146969"/>
                <a:gd name="connsiteX7" fmla="*/ 96581 w 98897"/>
                <a:gd name="connsiteY7" fmla="*/ 0 h 146969"/>
                <a:gd name="connsiteX8" fmla="*/ 98203 w 98897"/>
                <a:gd name="connsiteY8" fmla="*/ 693 h 146969"/>
                <a:gd name="connsiteX9" fmla="*/ 98897 w 98897"/>
                <a:gd name="connsiteY9" fmla="*/ 1849 h 146969"/>
                <a:gd name="connsiteX10" fmla="*/ 82916 w 98897"/>
                <a:gd name="connsiteY10" fmla="*/ 67708 h 146969"/>
                <a:gd name="connsiteX11" fmla="*/ 66472 w 98897"/>
                <a:gd name="connsiteY11" fmla="*/ 134260 h 146969"/>
                <a:gd name="connsiteX12" fmla="*/ 76894 w 98897"/>
                <a:gd name="connsiteY12" fmla="*/ 136340 h 146969"/>
                <a:gd name="connsiteX13" fmla="*/ 82685 w 98897"/>
                <a:gd name="connsiteY13" fmla="*/ 136340 h 146969"/>
                <a:gd name="connsiteX14" fmla="*/ 84074 w 98897"/>
                <a:gd name="connsiteY14" fmla="*/ 138420 h 146969"/>
                <a:gd name="connsiteX15" fmla="*/ 83379 w 98897"/>
                <a:gd name="connsiteY15" fmla="*/ 142579 h 146969"/>
                <a:gd name="connsiteX16" fmla="*/ 81063 w 98897"/>
                <a:gd name="connsiteY16" fmla="*/ 146969 h 146969"/>
                <a:gd name="connsiteX17" fmla="*/ 78052 w 98897"/>
                <a:gd name="connsiteY17" fmla="*/ 146969 h 146969"/>
                <a:gd name="connsiteX18" fmla="*/ 53039 w 98897"/>
                <a:gd name="connsiteY18" fmla="*/ 146507 h 146969"/>
                <a:gd name="connsiteX19" fmla="*/ 41227 w 98897"/>
                <a:gd name="connsiteY19" fmla="*/ 146507 h 146969"/>
                <a:gd name="connsiteX20" fmla="*/ 32657 w 98897"/>
                <a:gd name="connsiteY20" fmla="*/ 146507 h 146969"/>
                <a:gd name="connsiteX21" fmla="*/ 28720 w 98897"/>
                <a:gd name="connsiteY21" fmla="*/ 146739 h 146969"/>
                <a:gd name="connsiteX22" fmla="*/ 25477 w 98897"/>
                <a:gd name="connsiteY22" fmla="*/ 144890 h 146969"/>
                <a:gd name="connsiteX23" fmla="*/ 25940 w 98897"/>
                <a:gd name="connsiteY23" fmla="*/ 141424 h 146969"/>
                <a:gd name="connsiteX24" fmla="*/ 27562 w 98897"/>
                <a:gd name="connsiteY24" fmla="*/ 137033 h 146969"/>
                <a:gd name="connsiteX25" fmla="*/ 32194 w 98897"/>
                <a:gd name="connsiteY25" fmla="*/ 136340 h 146969"/>
                <a:gd name="connsiteX26" fmla="*/ 45627 w 98897"/>
                <a:gd name="connsiteY26" fmla="*/ 134722 h 146969"/>
                <a:gd name="connsiteX27" fmla="*/ 52112 w 98897"/>
                <a:gd name="connsiteY27" fmla="*/ 114387 h 146969"/>
                <a:gd name="connsiteX28" fmla="*/ 56976 w 98897"/>
                <a:gd name="connsiteY28" fmla="*/ 94745 h 146969"/>
                <a:gd name="connsiteX29" fmla="*/ 55354 w 98897"/>
                <a:gd name="connsiteY29" fmla="*/ 95438 h 146969"/>
                <a:gd name="connsiteX30" fmla="*/ 32194 w 98897"/>
                <a:gd name="connsiteY30" fmla="*/ 104450 h 146969"/>
                <a:gd name="connsiteX31" fmla="*/ 9728 w 98897"/>
                <a:gd name="connsiteY31" fmla="*/ 95207 h 146969"/>
                <a:gd name="connsiteX32" fmla="*/ 0 w 98897"/>
                <a:gd name="connsiteY32" fmla="*/ 65859 h 146969"/>
                <a:gd name="connsiteX33" fmla="*/ 73883 w 98897"/>
                <a:gd name="connsiteY33" fmla="*/ 26806 h 146969"/>
                <a:gd name="connsiteX34" fmla="*/ 56513 w 98897"/>
                <a:gd name="connsiteY34" fmla="*/ 8550 h 146969"/>
                <a:gd name="connsiteX35" fmla="*/ 40995 w 98897"/>
                <a:gd name="connsiteY35" fmla="*/ 15714 h 146969"/>
                <a:gd name="connsiteX36" fmla="*/ 29414 w 98897"/>
                <a:gd name="connsiteY36" fmla="*/ 34431 h 146969"/>
                <a:gd name="connsiteX37" fmla="*/ 19918 w 98897"/>
                <a:gd name="connsiteY37" fmla="*/ 72329 h 146969"/>
                <a:gd name="connsiteX38" fmla="*/ 19918 w 98897"/>
                <a:gd name="connsiteY38" fmla="*/ 74871 h 146969"/>
                <a:gd name="connsiteX39" fmla="*/ 19687 w 98897"/>
                <a:gd name="connsiteY39" fmla="*/ 77644 h 146969"/>
                <a:gd name="connsiteX40" fmla="*/ 23856 w 98897"/>
                <a:gd name="connsiteY40" fmla="*/ 91971 h 146969"/>
                <a:gd name="connsiteX41" fmla="*/ 33815 w 98897"/>
                <a:gd name="connsiteY41" fmla="*/ 96131 h 146969"/>
                <a:gd name="connsiteX42" fmla="*/ 59523 w 98897"/>
                <a:gd name="connsiteY42" fmla="*/ 79493 h 146969"/>
                <a:gd name="connsiteX43" fmla="*/ 61376 w 98897"/>
                <a:gd name="connsiteY43" fmla="*/ 76951 h 146969"/>
                <a:gd name="connsiteX44" fmla="*/ 73883 w 98897"/>
                <a:gd name="connsiteY44" fmla="*/ 26806 h 1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8897" h="146969">
                  <a:moveTo>
                    <a:pt x="0" y="65859"/>
                  </a:moveTo>
                  <a:cubicBezTo>
                    <a:pt x="0" y="50299"/>
                    <a:pt x="5867" y="35510"/>
                    <a:pt x="17602" y="21491"/>
                  </a:cubicBezTo>
                  <a:cubicBezTo>
                    <a:pt x="29337" y="7472"/>
                    <a:pt x="42539" y="385"/>
                    <a:pt x="57207" y="231"/>
                  </a:cubicBezTo>
                  <a:cubicBezTo>
                    <a:pt x="66472" y="231"/>
                    <a:pt x="73575" y="4237"/>
                    <a:pt x="78516" y="12248"/>
                  </a:cubicBezTo>
                  <a:cubicBezTo>
                    <a:pt x="78670" y="12093"/>
                    <a:pt x="79056" y="11631"/>
                    <a:pt x="79674" y="10861"/>
                  </a:cubicBezTo>
                  <a:cubicBezTo>
                    <a:pt x="80291" y="10091"/>
                    <a:pt x="81141" y="9243"/>
                    <a:pt x="82221" y="8319"/>
                  </a:cubicBezTo>
                  <a:cubicBezTo>
                    <a:pt x="83302" y="7395"/>
                    <a:pt x="84537" y="6470"/>
                    <a:pt x="85927" y="5546"/>
                  </a:cubicBezTo>
                  <a:cubicBezTo>
                    <a:pt x="91177" y="1849"/>
                    <a:pt x="94728" y="0"/>
                    <a:pt x="96581" y="0"/>
                  </a:cubicBezTo>
                  <a:cubicBezTo>
                    <a:pt x="97199" y="0"/>
                    <a:pt x="97739" y="231"/>
                    <a:pt x="98203" y="693"/>
                  </a:cubicBezTo>
                  <a:cubicBezTo>
                    <a:pt x="98666" y="1155"/>
                    <a:pt x="98897" y="1541"/>
                    <a:pt x="98897" y="1849"/>
                  </a:cubicBezTo>
                  <a:cubicBezTo>
                    <a:pt x="98897" y="3235"/>
                    <a:pt x="93570" y="25188"/>
                    <a:pt x="82916" y="67708"/>
                  </a:cubicBezTo>
                  <a:cubicBezTo>
                    <a:pt x="71953" y="111460"/>
                    <a:pt x="66472" y="133644"/>
                    <a:pt x="66472" y="134260"/>
                  </a:cubicBezTo>
                  <a:cubicBezTo>
                    <a:pt x="66472" y="135492"/>
                    <a:pt x="69946" y="136185"/>
                    <a:pt x="76894" y="136340"/>
                  </a:cubicBezTo>
                  <a:lnTo>
                    <a:pt x="82685" y="136340"/>
                  </a:lnTo>
                  <a:cubicBezTo>
                    <a:pt x="83611" y="137572"/>
                    <a:pt x="84074" y="138265"/>
                    <a:pt x="84074" y="138420"/>
                  </a:cubicBezTo>
                  <a:cubicBezTo>
                    <a:pt x="84074" y="138574"/>
                    <a:pt x="83843" y="139960"/>
                    <a:pt x="83379" y="142579"/>
                  </a:cubicBezTo>
                  <a:cubicBezTo>
                    <a:pt x="82762" y="144582"/>
                    <a:pt x="81990" y="146045"/>
                    <a:pt x="81063" y="146969"/>
                  </a:cubicBezTo>
                  <a:lnTo>
                    <a:pt x="78052" y="146969"/>
                  </a:lnTo>
                  <a:cubicBezTo>
                    <a:pt x="73266" y="146662"/>
                    <a:pt x="64928" y="146507"/>
                    <a:pt x="53039" y="146507"/>
                  </a:cubicBezTo>
                  <a:cubicBezTo>
                    <a:pt x="48715" y="146507"/>
                    <a:pt x="44778" y="146507"/>
                    <a:pt x="41227" y="146507"/>
                  </a:cubicBezTo>
                  <a:cubicBezTo>
                    <a:pt x="37675" y="146507"/>
                    <a:pt x="34819" y="146507"/>
                    <a:pt x="32657" y="146507"/>
                  </a:cubicBezTo>
                  <a:cubicBezTo>
                    <a:pt x="30495" y="146507"/>
                    <a:pt x="29183" y="146584"/>
                    <a:pt x="28720" y="146739"/>
                  </a:cubicBezTo>
                  <a:cubicBezTo>
                    <a:pt x="26558" y="146739"/>
                    <a:pt x="25477" y="146122"/>
                    <a:pt x="25477" y="144890"/>
                  </a:cubicBezTo>
                  <a:cubicBezTo>
                    <a:pt x="25477" y="144427"/>
                    <a:pt x="25631" y="143272"/>
                    <a:pt x="25940" y="141424"/>
                  </a:cubicBezTo>
                  <a:cubicBezTo>
                    <a:pt x="26558" y="138959"/>
                    <a:pt x="27098" y="137495"/>
                    <a:pt x="27562" y="137033"/>
                  </a:cubicBezTo>
                  <a:cubicBezTo>
                    <a:pt x="28025" y="136571"/>
                    <a:pt x="29569" y="136340"/>
                    <a:pt x="32194" y="136340"/>
                  </a:cubicBezTo>
                  <a:cubicBezTo>
                    <a:pt x="39605" y="136340"/>
                    <a:pt x="44083" y="135801"/>
                    <a:pt x="45627" y="134722"/>
                  </a:cubicBezTo>
                  <a:cubicBezTo>
                    <a:pt x="46862" y="133952"/>
                    <a:pt x="49024" y="127174"/>
                    <a:pt x="52112" y="114387"/>
                  </a:cubicBezTo>
                  <a:cubicBezTo>
                    <a:pt x="55200" y="101600"/>
                    <a:pt x="56821" y="95053"/>
                    <a:pt x="56976" y="94745"/>
                  </a:cubicBezTo>
                  <a:cubicBezTo>
                    <a:pt x="56976" y="94590"/>
                    <a:pt x="56435" y="94822"/>
                    <a:pt x="55354" y="95438"/>
                  </a:cubicBezTo>
                  <a:cubicBezTo>
                    <a:pt x="47943" y="101446"/>
                    <a:pt x="40223" y="104450"/>
                    <a:pt x="32194" y="104450"/>
                  </a:cubicBezTo>
                  <a:cubicBezTo>
                    <a:pt x="23701" y="104450"/>
                    <a:pt x="16213" y="101369"/>
                    <a:pt x="9728" y="95207"/>
                  </a:cubicBezTo>
                  <a:cubicBezTo>
                    <a:pt x="3243" y="89044"/>
                    <a:pt x="0" y="79262"/>
                    <a:pt x="0" y="65859"/>
                  </a:cubicBezTo>
                  <a:close/>
                  <a:moveTo>
                    <a:pt x="73883" y="26806"/>
                  </a:moveTo>
                  <a:cubicBezTo>
                    <a:pt x="70332" y="14635"/>
                    <a:pt x="64542" y="8550"/>
                    <a:pt x="56513" y="8550"/>
                  </a:cubicBezTo>
                  <a:cubicBezTo>
                    <a:pt x="51108" y="8550"/>
                    <a:pt x="45936" y="10938"/>
                    <a:pt x="40995" y="15714"/>
                  </a:cubicBezTo>
                  <a:cubicBezTo>
                    <a:pt x="36054" y="20490"/>
                    <a:pt x="32194" y="26729"/>
                    <a:pt x="29414" y="34431"/>
                  </a:cubicBezTo>
                  <a:cubicBezTo>
                    <a:pt x="24937" y="46602"/>
                    <a:pt x="21771" y="59234"/>
                    <a:pt x="19918" y="72329"/>
                  </a:cubicBezTo>
                  <a:cubicBezTo>
                    <a:pt x="19918" y="72792"/>
                    <a:pt x="19918" y="73639"/>
                    <a:pt x="19918" y="74871"/>
                  </a:cubicBezTo>
                  <a:cubicBezTo>
                    <a:pt x="19918" y="76104"/>
                    <a:pt x="19841" y="77028"/>
                    <a:pt x="19687" y="77644"/>
                  </a:cubicBezTo>
                  <a:cubicBezTo>
                    <a:pt x="19687" y="84577"/>
                    <a:pt x="21076" y="89353"/>
                    <a:pt x="23856" y="91971"/>
                  </a:cubicBezTo>
                  <a:cubicBezTo>
                    <a:pt x="26635" y="94590"/>
                    <a:pt x="29955" y="95977"/>
                    <a:pt x="33815" y="96131"/>
                  </a:cubicBezTo>
                  <a:cubicBezTo>
                    <a:pt x="42153" y="96131"/>
                    <a:pt x="50722" y="90585"/>
                    <a:pt x="59523" y="79493"/>
                  </a:cubicBezTo>
                  <a:lnTo>
                    <a:pt x="61376" y="76951"/>
                  </a:lnTo>
                  <a:lnTo>
                    <a:pt x="73883" y="26806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任意形状 69">
              <a:extLst>
                <a:ext uri="{FF2B5EF4-FFF2-40B4-BE49-F238E27FC236}">
                  <a16:creationId xmlns:a16="http://schemas.microsoft.com/office/drawing/2014/main" id="{D62A829B-76CE-4537-AC18-064F39E3BC07}"/>
                </a:ext>
              </a:extLst>
            </p:cNvPr>
            <p:cNvSpPr/>
            <p:nvPr/>
          </p:nvSpPr>
          <p:spPr>
            <a:xfrm>
              <a:off x="807840" y="4554455"/>
              <a:ext cx="56329" cy="108809"/>
            </a:xfrm>
            <a:custGeom>
              <a:avLst/>
              <a:gdLst>
                <a:gd name="connsiteX0" fmla="*/ 21287 w 56329"/>
                <a:gd name="connsiteY0" fmla="*/ 14377 h 108809"/>
                <a:gd name="connsiteX1" fmla="*/ 19158 w 56329"/>
                <a:gd name="connsiteY1" fmla="*/ 15194 h 108809"/>
                <a:gd name="connsiteX2" fmla="*/ 12608 w 56329"/>
                <a:gd name="connsiteY2" fmla="*/ 16828 h 108809"/>
                <a:gd name="connsiteX3" fmla="*/ 3111 w 56329"/>
                <a:gd name="connsiteY3" fmla="*/ 17971 h 108809"/>
                <a:gd name="connsiteX4" fmla="*/ 0 w 56329"/>
                <a:gd name="connsiteY4" fmla="*/ 17971 h 108809"/>
                <a:gd name="connsiteX5" fmla="*/ 0 w 56329"/>
                <a:gd name="connsiteY5" fmla="*/ 10456 h 108809"/>
                <a:gd name="connsiteX6" fmla="*/ 3111 w 56329"/>
                <a:gd name="connsiteY6" fmla="*/ 10456 h 108809"/>
                <a:gd name="connsiteX7" fmla="*/ 17357 w 56329"/>
                <a:gd name="connsiteY7" fmla="*/ 8005 h 108809"/>
                <a:gd name="connsiteX8" fmla="*/ 26527 w 56329"/>
                <a:gd name="connsiteY8" fmla="*/ 4084 h 108809"/>
                <a:gd name="connsiteX9" fmla="*/ 31112 w 56329"/>
                <a:gd name="connsiteY9" fmla="*/ 490 h 108809"/>
                <a:gd name="connsiteX10" fmla="*/ 33077 w 56329"/>
                <a:gd name="connsiteY10" fmla="*/ 0 h 108809"/>
                <a:gd name="connsiteX11" fmla="*/ 35861 w 56329"/>
                <a:gd name="connsiteY11" fmla="*/ 980 h 108809"/>
                <a:gd name="connsiteX12" fmla="*/ 35861 w 56329"/>
                <a:gd name="connsiteY12" fmla="*/ 49830 h 108809"/>
                <a:gd name="connsiteX13" fmla="*/ 36024 w 56329"/>
                <a:gd name="connsiteY13" fmla="*/ 98843 h 108809"/>
                <a:gd name="connsiteX14" fmla="*/ 37989 w 56329"/>
                <a:gd name="connsiteY14" fmla="*/ 100313 h 108809"/>
                <a:gd name="connsiteX15" fmla="*/ 41919 w 56329"/>
                <a:gd name="connsiteY15" fmla="*/ 100967 h 108809"/>
                <a:gd name="connsiteX16" fmla="*/ 52072 w 56329"/>
                <a:gd name="connsiteY16" fmla="*/ 101294 h 108809"/>
                <a:gd name="connsiteX17" fmla="*/ 56329 w 56329"/>
                <a:gd name="connsiteY17" fmla="*/ 101294 h 108809"/>
                <a:gd name="connsiteX18" fmla="*/ 56329 w 56329"/>
                <a:gd name="connsiteY18" fmla="*/ 108809 h 108809"/>
                <a:gd name="connsiteX19" fmla="*/ 54528 w 56329"/>
                <a:gd name="connsiteY19" fmla="*/ 108809 h 108809"/>
                <a:gd name="connsiteX20" fmla="*/ 28492 w 56329"/>
                <a:gd name="connsiteY20" fmla="*/ 108319 h 108809"/>
                <a:gd name="connsiteX21" fmla="*/ 2783 w 56329"/>
                <a:gd name="connsiteY21" fmla="*/ 108809 h 108809"/>
                <a:gd name="connsiteX22" fmla="*/ 818 w 56329"/>
                <a:gd name="connsiteY22" fmla="*/ 108809 h 108809"/>
                <a:gd name="connsiteX23" fmla="*/ 818 w 56329"/>
                <a:gd name="connsiteY23" fmla="*/ 101294 h 108809"/>
                <a:gd name="connsiteX24" fmla="*/ 5076 w 56329"/>
                <a:gd name="connsiteY24" fmla="*/ 101294 h 108809"/>
                <a:gd name="connsiteX25" fmla="*/ 11298 w 56329"/>
                <a:gd name="connsiteY25" fmla="*/ 101294 h 108809"/>
                <a:gd name="connsiteX26" fmla="*/ 15392 w 56329"/>
                <a:gd name="connsiteY26" fmla="*/ 101130 h 108809"/>
                <a:gd name="connsiteX27" fmla="*/ 18012 w 56329"/>
                <a:gd name="connsiteY27" fmla="*/ 100640 h 108809"/>
                <a:gd name="connsiteX28" fmla="*/ 19322 w 56329"/>
                <a:gd name="connsiteY28" fmla="*/ 100313 h 108809"/>
                <a:gd name="connsiteX29" fmla="*/ 20305 w 56329"/>
                <a:gd name="connsiteY29" fmla="*/ 99496 h 108809"/>
                <a:gd name="connsiteX30" fmla="*/ 21287 w 56329"/>
                <a:gd name="connsiteY30" fmla="*/ 98843 h 108809"/>
                <a:gd name="connsiteX31" fmla="*/ 21287 w 56329"/>
                <a:gd name="connsiteY31" fmla="*/ 14377 h 10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6329" h="108809">
                  <a:moveTo>
                    <a:pt x="21287" y="14377"/>
                  </a:moveTo>
                  <a:lnTo>
                    <a:pt x="19158" y="15194"/>
                  </a:lnTo>
                  <a:cubicBezTo>
                    <a:pt x="17630" y="15738"/>
                    <a:pt x="15447" y="16284"/>
                    <a:pt x="12608" y="16828"/>
                  </a:cubicBezTo>
                  <a:cubicBezTo>
                    <a:pt x="9770" y="17373"/>
                    <a:pt x="6604" y="17754"/>
                    <a:pt x="3111" y="17971"/>
                  </a:cubicBezTo>
                  <a:lnTo>
                    <a:pt x="0" y="17971"/>
                  </a:lnTo>
                  <a:lnTo>
                    <a:pt x="0" y="10456"/>
                  </a:lnTo>
                  <a:lnTo>
                    <a:pt x="3111" y="10456"/>
                  </a:lnTo>
                  <a:cubicBezTo>
                    <a:pt x="8242" y="10238"/>
                    <a:pt x="12991" y="9422"/>
                    <a:pt x="17357" y="8005"/>
                  </a:cubicBezTo>
                  <a:cubicBezTo>
                    <a:pt x="21724" y="6590"/>
                    <a:pt x="24781" y="5283"/>
                    <a:pt x="26527" y="4084"/>
                  </a:cubicBezTo>
                  <a:cubicBezTo>
                    <a:pt x="28274" y="2886"/>
                    <a:pt x="29802" y="1689"/>
                    <a:pt x="31112" y="490"/>
                  </a:cubicBezTo>
                  <a:cubicBezTo>
                    <a:pt x="31330" y="163"/>
                    <a:pt x="31985" y="0"/>
                    <a:pt x="33077" y="0"/>
                  </a:cubicBezTo>
                  <a:cubicBezTo>
                    <a:pt x="34059" y="0"/>
                    <a:pt x="34987" y="327"/>
                    <a:pt x="35861" y="980"/>
                  </a:cubicBezTo>
                  <a:lnTo>
                    <a:pt x="35861" y="49830"/>
                  </a:lnTo>
                  <a:lnTo>
                    <a:pt x="36024" y="98843"/>
                  </a:lnTo>
                  <a:cubicBezTo>
                    <a:pt x="36788" y="99605"/>
                    <a:pt x="37443" y="100095"/>
                    <a:pt x="37989" y="100313"/>
                  </a:cubicBezTo>
                  <a:cubicBezTo>
                    <a:pt x="38535" y="100531"/>
                    <a:pt x="39845" y="100749"/>
                    <a:pt x="41919" y="100967"/>
                  </a:cubicBezTo>
                  <a:cubicBezTo>
                    <a:pt x="43994" y="101185"/>
                    <a:pt x="47378" y="101294"/>
                    <a:pt x="52072" y="101294"/>
                  </a:cubicBezTo>
                  <a:lnTo>
                    <a:pt x="56329" y="101294"/>
                  </a:lnTo>
                  <a:lnTo>
                    <a:pt x="56329" y="108809"/>
                  </a:lnTo>
                  <a:lnTo>
                    <a:pt x="54528" y="108809"/>
                  </a:lnTo>
                  <a:cubicBezTo>
                    <a:pt x="52236" y="108482"/>
                    <a:pt x="43557" y="108319"/>
                    <a:pt x="28492" y="108319"/>
                  </a:cubicBezTo>
                  <a:cubicBezTo>
                    <a:pt x="13646" y="108319"/>
                    <a:pt x="5076" y="108482"/>
                    <a:pt x="2783" y="108809"/>
                  </a:cubicBezTo>
                  <a:lnTo>
                    <a:pt x="818" y="108809"/>
                  </a:lnTo>
                  <a:lnTo>
                    <a:pt x="818" y="101294"/>
                  </a:lnTo>
                  <a:lnTo>
                    <a:pt x="5076" y="101294"/>
                  </a:lnTo>
                  <a:cubicBezTo>
                    <a:pt x="7478" y="101294"/>
                    <a:pt x="9552" y="101294"/>
                    <a:pt x="11298" y="101294"/>
                  </a:cubicBezTo>
                  <a:cubicBezTo>
                    <a:pt x="13045" y="101294"/>
                    <a:pt x="14410" y="101239"/>
                    <a:pt x="15392" y="101130"/>
                  </a:cubicBezTo>
                  <a:cubicBezTo>
                    <a:pt x="16375" y="101021"/>
                    <a:pt x="17248" y="100858"/>
                    <a:pt x="18012" y="100640"/>
                  </a:cubicBezTo>
                  <a:cubicBezTo>
                    <a:pt x="18776" y="100422"/>
                    <a:pt x="19213" y="100313"/>
                    <a:pt x="19322" y="100313"/>
                  </a:cubicBezTo>
                  <a:cubicBezTo>
                    <a:pt x="19431" y="100313"/>
                    <a:pt x="19759" y="100041"/>
                    <a:pt x="20305" y="99496"/>
                  </a:cubicBezTo>
                  <a:cubicBezTo>
                    <a:pt x="20850" y="98952"/>
                    <a:pt x="21178" y="98734"/>
                    <a:pt x="21287" y="98843"/>
                  </a:cubicBezTo>
                  <a:lnTo>
                    <a:pt x="21287" y="14377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任意形状 70">
              <a:extLst>
                <a:ext uri="{FF2B5EF4-FFF2-40B4-BE49-F238E27FC236}">
                  <a16:creationId xmlns:a16="http://schemas.microsoft.com/office/drawing/2014/main" id="{9C3ACD59-2490-4EBE-8A86-9CFB72187AD2}"/>
                </a:ext>
              </a:extLst>
            </p:cNvPr>
            <p:cNvSpPr/>
            <p:nvPr/>
          </p:nvSpPr>
          <p:spPr>
            <a:xfrm>
              <a:off x="698595" y="4787296"/>
              <a:ext cx="98897" cy="146969"/>
            </a:xfrm>
            <a:custGeom>
              <a:avLst/>
              <a:gdLst>
                <a:gd name="connsiteX0" fmla="*/ 0 w 98897"/>
                <a:gd name="connsiteY0" fmla="*/ 65859 h 146969"/>
                <a:gd name="connsiteX1" fmla="*/ 17602 w 98897"/>
                <a:gd name="connsiteY1" fmla="*/ 21491 h 146969"/>
                <a:gd name="connsiteX2" fmla="*/ 57207 w 98897"/>
                <a:gd name="connsiteY2" fmla="*/ 231 h 146969"/>
                <a:gd name="connsiteX3" fmla="*/ 78516 w 98897"/>
                <a:gd name="connsiteY3" fmla="*/ 12248 h 146969"/>
                <a:gd name="connsiteX4" fmla="*/ 79674 w 98897"/>
                <a:gd name="connsiteY4" fmla="*/ 10861 h 146969"/>
                <a:gd name="connsiteX5" fmla="*/ 82221 w 98897"/>
                <a:gd name="connsiteY5" fmla="*/ 8319 h 146969"/>
                <a:gd name="connsiteX6" fmla="*/ 85927 w 98897"/>
                <a:gd name="connsiteY6" fmla="*/ 5546 h 146969"/>
                <a:gd name="connsiteX7" fmla="*/ 96581 w 98897"/>
                <a:gd name="connsiteY7" fmla="*/ 0 h 146969"/>
                <a:gd name="connsiteX8" fmla="*/ 98203 w 98897"/>
                <a:gd name="connsiteY8" fmla="*/ 693 h 146969"/>
                <a:gd name="connsiteX9" fmla="*/ 98897 w 98897"/>
                <a:gd name="connsiteY9" fmla="*/ 1849 h 146969"/>
                <a:gd name="connsiteX10" fmla="*/ 82916 w 98897"/>
                <a:gd name="connsiteY10" fmla="*/ 67708 h 146969"/>
                <a:gd name="connsiteX11" fmla="*/ 66472 w 98897"/>
                <a:gd name="connsiteY11" fmla="*/ 134260 h 146969"/>
                <a:gd name="connsiteX12" fmla="*/ 76894 w 98897"/>
                <a:gd name="connsiteY12" fmla="*/ 136340 h 146969"/>
                <a:gd name="connsiteX13" fmla="*/ 82685 w 98897"/>
                <a:gd name="connsiteY13" fmla="*/ 136340 h 146969"/>
                <a:gd name="connsiteX14" fmla="*/ 84074 w 98897"/>
                <a:gd name="connsiteY14" fmla="*/ 138420 h 146969"/>
                <a:gd name="connsiteX15" fmla="*/ 83379 w 98897"/>
                <a:gd name="connsiteY15" fmla="*/ 142579 h 146969"/>
                <a:gd name="connsiteX16" fmla="*/ 81063 w 98897"/>
                <a:gd name="connsiteY16" fmla="*/ 146969 h 146969"/>
                <a:gd name="connsiteX17" fmla="*/ 78052 w 98897"/>
                <a:gd name="connsiteY17" fmla="*/ 146969 h 146969"/>
                <a:gd name="connsiteX18" fmla="*/ 53039 w 98897"/>
                <a:gd name="connsiteY18" fmla="*/ 146507 h 146969"/>
                <a:gd name="connsiteX19" fmla="*/ 41227 w 98897"/>
                <a:gd name="connsiteY19" fmla="*/ 146507 h 146969"/>
                <a:gd name="connsiteX20" fmla="*/ 32657 w 98897"/>
                <a:gd name="connsiteY20" fmla="*/ 146507 h 146969"/>
                <a:gd name="connsiteX21" fmla="*/ 28720 w 98897"/>
                <a:gd name="connsiteY21" fmla="*/ 146739 h 146969"/>
                <a:gd name="connsiteX22" fmla="*/ 25477 w 98897"/>
                <a:gd name="connsiteY22" fmla="*/ 144890 h 146969"/>
                <a:gd name="connsiteX23" fmla="*/ 25940 w 98897"/>
                <a:gd name="connsiteY23" fmla="*/ 141424 h 146969"/>
                <a:gd name="connsiteX24" fmla="*/ 27562 w 98897"/>
                <a:gd name="connsiteY24" fmla="*/ 137033 h 146969"/>
                <a:gd name="connsiteX25" fmla="*/ 32194 w 98897"/>
                <a:gd name="connsiteY25" fmla="*/ 136340 h 146969"/>
                <a:gd name="connsiteX26" fmla="*/ 45627 w 98897"/>
                <a:gd name="connsiteY26" fmla="*/ 134722 h 146969"/>
                <a:gd name="connsiteX27" fmla="*/ 52112 w 98897"/>
                <a:gd name="connsiteY27" fmla="*/ 114387 h 146969"/>
                <a:gd name="connsiteX28" fmla="*/ 56976 w 98897"/>
                <a:gd name="connsiteY28" fmla="*/ 94745 h 146969"/>
                <a:gd name="connsiteX29" fmla="*/ 55354 w 98897"/>
                <a:gd name="connsiteY29" fmla="*/ 95438 h 146969"/>
                <a:gd name="connsiteX30" fmla="*/ 32194 w 98897"/>
                <a:gd name="connsiteY30" fmla="*/ 104450 h 146969"/>
                <a:gd name="connsiteX31" fmla="*/ 9728 w 98897"/>
                <a:gd name="connsiteY31" fmla="*/ 95207 h 146969"/>
                <a:gd name="connsiteX32" fmla="*/ 0 w 98897"/>
                <a:gd name="connsiteY32" fmla="*/ 65859 h 146969"/>
                <a:gd name="connsiteX33" fmla="*/ 73883 w 98897"/>
                <a:gd name="connsiteY33" fmla="*/ 26806 h 146969"/>
                <a:gd name="connsiteX34" fmla="*/ 56513 w 98897"/>
                <a:gd name="connsiteY34" fmla="*/ 8550 h 146969"/>
                <a:gd name="connsiteX35" fmla="*/ 40995 w 98897"/>
                <a:gd name="connsiteY35" fmla="*/ 15714 h 146969"/>
                <a:gd name="connsiteX36" fmla="*/ 29414 w 98897"/>
                <a:gd name="connsiteY36" fmla="*/ 34432 h 146969"/>
                <a:gd name="connsiteX37" fmla="*/ 19918 w 98897"/>
                <a:gd name="connsiteY37" fmla="*/ 72330 h 146969"/>
                <a:gd name="connsiteX38" fmla="*/ 19918 w 98897"/>
                <a:gd name="connsiteY38" fmla="*/ 74872 h 146969"/>
                <a:gd name="connsiteX39" fmla="*/ 19687 w 98897"/>
                <a:gd name="connsiteY39" fmla="*/ 77644 h 146969"/>
                <a:gd name="connsiteX40" fmla="*/ 23856 w 98897"/>
                <a:gd name="connsiteY40" fmla="*/ 91972 h 146969"/>
                <a:gd name="connsiteX41" fmla="*/ 33815 w 98897"/>
                <a:gd name="connsiteY41" fmla="*/ 96131 h 146969"/>
                <a:gd name="connsiteX42" fmla="*/ 59523 w 98897"/>
                <a:gd name="connsiteY42" fmla="*/ 79493 h 146969"/>
                <a:gd name="connsiteX43" fmla="*/ 61376 w 98897"/>
                <a:gd name="connsiteY43" fmla="*/ 76951 h 146969"/>
                <a:gd name="connsiteX44" fmla="*/ 73883 w 98897"/>
                <a:gd name="connsiteY44" fmla="*/ 26806 h 1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8897" h="146969">
                  <a:moveTo>
                    <a:pt x="0" y="65859"/>
                  </a:moveTo>
                  <a:cubicBezTo>
                    <a:pt x="0" y="50300"/>
                    <a:pt x="5867" y="35510"/>
                    <a:pt x="17602" y="21491"/>
                  </a:cubicBezTo>
                  <a:cubicBezTo>
                    <a:pt x="29337" y="7472"/>
                    <a:pt x="42539" y="385"/>
                    <a:pt x="57207" y="231"/>
                  </a:cubicBezTo>
                  <a:cubicBezTo>
                    <a:pt x="66472" y="231"/>
                    <a:pt x="73575" y="4236"/>
                    <a:pt x="78516" y="12248"/>
                  </a:cubicBezTo>
                  <a:cubicBezTo>
                    <a:pt x="78670" y="12093"/>
                    <a:pt x="79056" y="11631"/>
                    <a:pt x="79674" y="10861"/>
                  </a:cubicBezTo>
                  <a:cubicBezTo>
                    <a:pt x="80291" y="10091"/>
                    <a:pt x="81141" y="9244"/>
                    <a:pt x="82221" y="8319"/>
                  </a:cubicBezTo>
                  <a:cubicBezTo>
                    <a:pt x="83302" y="7395"/>
                    <a:pt x="84537" y="6470"/>
                    <a:pt x="85927" y="5546"/>
                  </a:cubicBezTo>
                  <a:cubicBezTo>
                    <a:pt x="91177" y="1849"/>
                    <a:pt x="94728" y="0"/>
                    <a:pt x="96581" y="0"/>
                  </a:cubicBezTo>
                  <a:cubicBezTo>
                    <a:pt x="97199" y="0"/>
                    <a:pt x="97739" y="231"/>
                    <a:pt x="98203" y="693"/>
                  </a:cubicBezTo>
                  <a:cubicBezTo>
                    <a:pt x="98666" y="1155"/>
                    <a:pt x="98897" y="1541"/>
                    <a:pt x="98897" y="1849"/>
                  </a:cubicBezTo>
                  <a:cubicBezTo>
                    <a:pt x="98897" y="3235"/>
                    <a:pt x="93570" y="25188"/>
                    <a:pt x="82916" y="67708"/>
                  </a:cubicBezTo>
                  <a:cubicBezTo>
                    <a:pt x="71953" y="111460"/>
                    <a:pt x="66472" y="133644"/>
                    <a:pt x="66472" y="134260"/>
                  </a:cubicBezTo>
                  <a:cubicBezTo>
                    <a:pt x="66472" y="135493"/>
                    <a:pt x="69946" y="136186"/>
                    <a:pt x="76894" y="136340"/>
                  </a:cubicBezTo>
                  <a:lnTo>
                    <a:pt x="82685" y="136340"/>
                  </a:lnTo>
                  <a:cubicBezTo>
                    <a:pt x="83611" y="137572"/>
                    <a:pt x="84074" y="138265"/>
                    <a:pt x="84074" y="138420"/>
                  </a:cubicBezTo>
                  <a:cubicBezTo>
                    <a:pt x="84074" y="138574"/>
                    <a:pt x="83843" y="139960"/>
                    <a:pt x="83379" y="142579"/>
                  </a:cubicBezTo>
                  <a:cubicBezTo>
                    <a:pt x="82762" y="144582"/>
                    <a:pt x="81990" y="146045"/>
                    <a:pt x="81063" y="146969"/>
                  </a:cubicBezTo>
                  <a:lnTo>
                    <a:pt x="78052" y="146969"/>
                  </a:lnTo>
                  <a:cubicBezTo>
                    <a:pt x="73266" y="146662"/>
                    <a:pt x="64928" y="146507"/>
                    <a:pt x="53039" y="146507"/>
                  </a:cubicBezTo>
                  <a:cubicBezTo>
                    <a:pt x="48715" y="146507"/>
                    <a:pt x="44778" y="146507"/>
                    <a:pt x="41227" y="146507"/>
                  </a:cubicBezTo>
                  <a:cubicBezTo>
                    <a:pt x="37675" y="146507"/>
                    <a:pt x="34819" y="146507"/>
                    <a:pt x="32657" y="146507"/>
                  </a:cubicBezTo>
                  <a:cubicBezTo>
                    <a:pt x="30495" y="146507"/>
                    <a:pt x="29183" y="146585"/>
                    <a:pt x="28720" y="146739"/>
                  </a:cubicBezTo>
                  <a:cubicBezTo>
                    <a:pt x="26558" y="146739"/>
                    <a:pt x="25477" y="146122"/>
                    <a:pt x="25477" y="144890"/>
                  </a:cubicBezTo>
                  <a:cubicBezTo>
                    <a:pt x="25477" y="144427"/>
                    <a:pt x="25631" y="143272"/>
                    <a:pt x="25940" y="141424"/>
                  </a:cubicBezTo>
                  <a:cubicBezTo>
                    <a:pt x="26558" y="138959"/>
                    <a:pt x="27098" y="137495"/>
                    <a:pt x="27562" y="137033"/>
                  </a:cubicBezTo>
                  <a:cubicBezTo>
                    <a:pt x="28025" y="136571"/>
                    <a:pt x="29569" y="136340"/>
                    <a:pt x="32194" y="136340"/>
                  </a:cubicBezTo>
                  <a:cubicBezTo>
                    <a:pt x="39605" y="136340"/>
                    <a:pt x="44083" y="135801"/>
                    <a:pt x="45627" y="134722"/>
                  </a:cubicBezTo>
                  <a:cubicBezTo>
                    <a:pt x="46862" y="133952"/>
                    <a:pt x="49024" y="127174"/>
                    <a:pt x="52112" y="114387"/>
                  </a:cubicBezTo>
                  <a:cubicBezTo>
                    <a:pt x="55200" y="101600"/>
                    <a:pt x="56821" y="95053"/>
                    <a:pt x="56976" y="94745"/>
                  </a:cubicBezTo>
                  <a:cubicBezTo>
                    <a:pt x="56976" y="94590"/>
                    <a:pt x="56435" y="94822"/>
                    <a:pt x="55354" y="95438"/>
                  </a:cubicBezTo>
                  <a:cubicBezTo>
                    <a:pt x="47943" y="101446"/>
                    <a:pt x="40223" y="104450"/>
                    <a:pt x="32194" y="104450"/>
                  </a:cubicBezTo>
                  <a:cubicBezTo>
                    <a:pt x="23701" y="104450"/>
                    <a:pt x="16213" y="101369"/>
                    <a:pt x="9728" y="95207"/>
                  </a:cubicBezTo>
                  <a:cubicBezTo>
                    <a:pt x="3243" y="89044"/>
                    <a:pt x="0" y="79262"/>
                    <a:pt x="0" y="65859"/>
                  </a:cubicBezTo>
                  <a:close/>
                  <a:moveTo>
                    <a:pt x="73883" y="26806"/>
                  </a:moveTo>
                  <a:cubicBezTo>
                    <a:pt x="70332" y="14635"/>
                    <a:pt x="64542" y="8550"/>
                    <a:pt x="56513" y="8550"/>
                  </a:cubicBezTo>
                  <a:cubicBezTo>
                    <a:pt x="51108" y="8550"/>
                    <a:pt x="45936" y="10938"/>
                    <a:pt x="40995" y="15714"/>
                  </a:cubicBezTo>
                  <a:cubicBezTo>
                    <a:pt x="36054" y="20490"/>
                    <a:pt x="32194" y="26729"/>
                    <a:pt x="29414" y="34432"/>
                  </a:cubicBezTo>
                  <a:cubicBezTo>
                    <a:pt x="24937" y="46602"/>
                    <a:pt x="21771" y="59234"/>
                    <a:pt x="19918" y="72330"/>
                  </a:cubicBezTo>
                  <a:cubicBezTo>
                    <a:pt x="19918" y="72792"/>
                    <a:pt x="19918" y="73639"/>
                    <a:pt x="19918" y="74872"/>
                  </a:cubicBezTo>
                  <a:cubicBezTo>
                    <a:pt x="19918" y="76104"/>
                    <a:pt x="19841" y="77028"/>
                    <a:pt x="19687" y="77644"/>
                  </a:cubicBezTo>
                  <a:cubicBezTo>
                    <a:pt x="19687" y="84577"/>
                    <a:pt x="21076" y="89353"/>
                    <a:pt x="23856" y="91972"/>
                  </a:cubicBezTo>
                  <a:cubicBezTo>
                    <a:pt x="26635" y="94590"/>
                    <a:pt x="29955" y="95977"/>
                    <a:pt x="33815" y="96131"/>
                  </a:cubicBezTo>
                  <a:cubicBezTo>
                    <a:pt x="42153" y="96131"/>
                    <a:pt x="50722" y="90585"/>
                    <a:pt x="59523" y="79493"/>
                  </a:cubicBezTo>
                  <a:lnTo>
                    <a:pt x="61376" y="76951"/>
                  </a:lnTo>
                  <a:lnTo>
                    <a:pt x="73883" y="26806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任意形状 71">
              <a:extLst>
                <a:ext uri="{FF2B5EF4-FFF2-40B4-BE49-F238E27FC236}">
                  <a16:creationId xmlns:a16="http://schemas.microsoft.com/office/drawing/2014/main" id="{D6BB7B71-8512-4D6D-B1D5-458791C09ABD}"/>
                </a:ext>
              </a:extLst>
            </p:cNvPr>
            <p:cNvSpPr/>
            <p:nvPr/>
          </p:nvSpPr>
          <p:spPr>
            <a:xfrm>
              <a:off x="802575" y="4815295"/>
              <a:ext cx="65335" cy="108809"/>
            </a:xfrm>
            <a:custGeom>
              <a:avLst/>
              <a:gdLst>
                <a:gd name="connsiteX0" fmla="*/ 9661 w 65335"/>
                <a:gd name="connsiteY0" fmla="*/ 38721 h 108809"/>
                <a:gd name="connsiteX1" fmla="*/ 2620 w 65335"/>
                <a:gd name="connsiteY1" fmla="*/ 35780 h 108809"/>
                <a:gd name="connsiteX2" fmla="*/ 0 w 65335"/>
                <a:gd name="connsiteY2" fmla="*/ 28591 h 108809"/>
                <a:gd name="connsiteX3" fmla="*/ 8679 w 65335"/>
                <a:gd name="connsiteY3" fmla="*/ 8496 h 108809"/>
                <a:gd name="connsiteX4" fmla="*/ 30294 w 65335"/>
                <a:gd name="connsiteY4" fmla="*/ 0 h 108809"/>
                <a:gd name="connsiteX5" fmla="*/ 55183 w 65335"/>
                <a:gd name="connsiteY5" fmla="*/ 9149 h 108809"/>
                <a:gd name="connsiteX6" fmla="*/ 65336 w 65335"/>
                <a:gd name="connsiteY6" fmla="*/ 32839 h 108809"/>
                <a:gd name="connsiteX7" fmla="*/ 62061 w 65335"/>
                <a:gd name="connsiteY7" fmla="*/ 46236 h 108809"/>
                <a:gd name="connsiteX8" fmla="*/ 54201 w 65335"/>
                <a:gd name="connsiteY8" fmla="*/ 57345 h 108809"/>
                <a:gd name="connsiteX9" fmla="*/ 41101 w 65335"/>
                <a:gd name="connsiteY9" fmla="*/ 69435 h 108809"/>
                <a:gd name="connsiteX10" fmla="*/ 24726 w 65335"/>
                <a:gd name="connsiteY10" fmla="*/ 84466 h 108809"/>
                <a:gd name="connsiteX11" fmla="*/ 15065 w 65335"/>
                <a:gd name="connsiteY11" fmla="*/ 93615 h 108809"/>
                <a:gd name="connsiteX12" fmla="*/ 27510 w 65335"/>
                <a:gd name="connsiteY12" fmla="*/ 93778 h 108809"/>
                <a:gd name="connsiteX13" fmla="*/ 54856 w 65335"/>
                <a:gd name="connsiteY13" fmla="*/ 92961 h 108809"/>
                <a:gd name="connsiteX14" fmla="*/ 58785 w 65335"/>
                <a:gd name="connsiteY14" fmla="*/ 78421 h 108809"/>
                <a:gd name="connsiteX15" fmla="*/ 58785 w 65335"/>
                <a:gd name="connsiteY15" fmla="*/ 77931 h 108809"/>
                <a:gd name="connsiteX16" fmla="*/ 65336 w 65335"/>
                <a:gd name="connsiteY16" fmla="*/ 77931 h 108809"/>
                <a:gd name="connsiteX17" fmla="*/ 65336 w 65335"/>
                <a:gd name="connsiteY17" fmla="*/ 78421 h 108809"/>
                <a:gd name="connsiteX18" fmla="*/ 63207 w 65335"/>
                <a:gd name="connsiteY18" fmla="*/ 93288 h 108809"/>
                <a:gd name="connsiteX19" fmla="*/ 60751 w 65335"/>
                <a:gd name="connsiteY19" fmla="*/ 108319 h 108809"/>
                <a:gd name="connsiteX20" fmla="*/ 60751 w 65335"/>
                <a:gd name="connsiteY20" fmla="*/ 108809 h 108809"/>
                <a:gd name="connsiteX21" fmla="*/ 0 w 65335"/>
                <a:gd name="connsiteY21" fmla="*/ 108809 h 108809"/>
                <a:gd name="connsiteX22" fmla="*/ 0 w 65335"/>
                <a:gd name="connsiteY22" fmla="*/ 105705 h 108809"/>
                <a:gd name="connsiteX23" fmla="*/ 0 w 65335"/>
                <a:gd name="connsiteY23" fmla="*/ 103744 h 108809"/>
                <a:gd name="connsiteX24" fmla="*/ 982 w 65335"/>
                <a:gd name="connsiteY24" fmla="*/ 101294 h 108809"/>
                <a:gd name="connsiteX25" fmla="*/ 5895 w 65335"/>
                <a:gd name="connsiteY25" fmla="*/ 95575 h 108809"/>
                <a:gd name="connsiteX26" fmla="*/ 14082 w 65335"/>
                <a:gd name="connsiteY26" fmla="*/ 86426 h 108809"/>
                <a:gd name="connsiteX27" fmla="*/ 19650 w 65335"/>
                <a:gd name="connsiteY27" fmla="*/ 80381 h 108809"/>
                <a:gd name="connsiteX28" fmla="*/ 25217 w 65335"/>
                <a:gd name="connsiteY28" fmla="*/ 74336 h 108809"/>
                <a:gd name="connsiteX29" fmla="*/ 29966 w 65335"/>
                <a:gd name="connsiteY29" fmla="*/ 68945 h 108809"/>
                <a:gd name="connsiteX30" fmla="*/ 34551 w 65335"/>
                <a:gd name="connsiteY30" fmla="*/ 63390 h 108809"/>
                <a:gd name="connsiteX31" fmla="*/ 38317 w 65335"/>
                <a:gd name="connsiteY31" fmla="*/ 58489 h 108809"/>
                <a:gd name="connsiteX32" fmla="*/ 41756 w 65335"/>
                <a:gd name="connsiteY32" fmla="*/ 53261 h 108809"/>
                <a:gd name="connsiteX33" fmla="*/ 44212 w 65335"/>
                <a:gd name="connsiteY33" fmla="*/ 48523 h 108809"/>
                <a:gd name="connsiteX34" fmla="*/ 46341 w 65335"/>
                <a:gd name="connsiteY34" fmla="*/ 43295 h 108809"/>
                <a:gd name="connsiteX35" fmla="*/ 47487 w 65335"/>
                <a:gd name="connsiteY35" fmla="*/ 38394 h 108809"/>
                <a:gd name="connsiteX36" fmla="*/ 47978 w 65335"/>
                <a:gd name="connsiteY36" fmla="*/ 33002 h 108809"/>
                <a:gd name="connsiteX37" fmla="*/ 42411 w 65335"/>
                <a:gd name="connsiteY37" fmla="*/ 15194 h 108809"/>
                <a:gd name="connsiteX38" fmla="*/ 26527 w 65335"/>
                <a:gd name="connsiteY38" fmla="*/ 7679 h 108809"/>
                <a:gd name="connsiteX39" fmla="*/ 17030 w 65335"/>
                <a:gd name="connsiteY39" fmla="*/ 10456 h 108809"/>
                <a:gd name="connsiteX40" fmla="*/ 11299 w 65335"/>
                <a:gd name="connsiteY40" fmla="*/ 15848 h 108809"/>
                <a:gd name="connsiteX41" fmla="*/ 9661 w 65335"/>
                <a:gd name="connsiteY41" fmla="*/ 18952 h 108809"/>
                <a:gd name="connsiteX42" fmla="*/ 10480 w 65335"/>
                <a:gd name="connsiteY42" fmla="*/ 19115 h 108809"/>
                <a:gd name="connsiteX43" fmla="*/ 16539 w 65335"/>
                <a:gd name="connsiteY43" fmla="*/ 21402 h 108809"/>
                <a:gd name="connsiteX44" fmla="*/ 19650 w 65335"/>
                <a:gd name="connsiteY44" fmla="*/ 28918 h 108809"/>
                <a:gd name="connsiteX45" fmla="*/ 17030 w 65335"/>
                <a:gd name="connsiteY45" fmla="*/ 35780 h 108809"/>
                <a:gd name="connsiteX46" fmla="*/ 9661 w 65335"/>
                <a:gd name="connsiteY46" fmla="*/ 38721 h 10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5335" h="108809">
                  <a:moveTo>
                    <a:pt x="9661" y="38721"/>
                  </a:moveTo>
                  <a:cubicBezTo>
                    <a:pt x="6714" y="38721"/>
                    <a:pt x="4367" y="37740"/>
                    <a:pt x="2620" y="35780"/>
                  </a:cubicBezTo>
                  <a:cubicBezTo>
                    <a:pt x="873" y="33819"/>
                    <a:pt x="0" y="31423"/>
                    <a:pt x="0" y="28591"/>
                  </a:cubicBezTo>
                  <a:cubicBezTo>
                    <a:pt x="0" y="20858"/>
                    <a:pt x="2893" y="14159"/>
                    <a:pt x="8679" y="8496"/>
                  </a:cubicBezTo>
                  <a:cubicBezTo>
                    <a:pt x="14465" y="2832"/>
                    <a:pt x="21669" y="0"/>
                    <a:pt x="30294" y="0"/>
                  </a:cubicBezTo>
                  <a:cubicBezTo>
                    <a:pt x="40227" y="0"/>
                    <a:pt x="48524" y="3050"/>
                    <a:pt x="55183" y="9149"/>
                  </a:cubicBezTo>
                  <a:cubicBezTo>
                    <a:pt x="61842" y="15248"/>
                    <a:pt x="65226" y="23145"/>
                    <a:pt x="65336" y="32839"/>
                  </a:cubicBezTo>
                  <a:cubicBezTo>
                    <a:pt x="65336" y="37522"/>
                    <a:pt x="64244" y="41988"/>
                    <a:pt x="62061" y="46236"/>
                  </a:cubicBezTo>
                  <a:cubicBezTo>
                    <a:pt x="59877" y="50484"/>
                    <a:pt x="57257" y="54187"/>
                    <a:pt x="54201" y="57345"/>
                  </a:cubicBezTo>
                  <a:cubicBezTo>
                    <a:pt x="51144" y="60504"/>
                    <a:pt x="46777" y="64534"/>
                    <a:pt x="41101" y="69435"/>
                  </a:cubicBezTo>
                  <a:cubicBezTo>
                    <a:pt x="37171" y="72812"/>
                    <a:pt x="31713" y="77822"/>
                    <a:pt x="24726" y="84466"/>
                  </a:cubicBezTo>
                  <a:lnTo>
                    <a:pt x="15065" y="93615"/>
                  </a:lnTo>
                  <a:lnTo>
                    <a:pt x="27510" y="93778"/>
                  </a:lnTo>
                  <a:cubicBezTo>
                    <a:pt x="44649" y="93778"/>
                    <a:pt x="53764" y="93506"/>
                    <a:pt x="54856" y="92961"/>
                  </a:cubicBezTo>
                  <a:cubicBezTo>
                    <a:pt x="55620" y="92743"/>
                    <a:pt x="56930" y="87897"/>
                    <a:pt x="58785" y="78421"/>
                  </a:cubicBezTo>
                  <a:lnTo>
                    <a:pt x="58785" y="77931"/>
                  </a:lnTo>
                  <a:lnTo>
                    <a:pt x="65336" y="77931"/>
                  </a:lnTo>
                  <a:lnTo>
                    <a:pt x="65336" y="78421"/>
                  </a:lnTo>
                  <a:cubicBezTo>
                    <a:pt x="65226" y="78748"/>
                    <a:pt x="64517" y="83703"/>
                    <a:pt x="63207" y="93288"/>
                  </a:cubicBezTo>
                  <a:cubicBezTo>
                    <a:pt x="61897" y="102873"/>
                    <a:pt x="61078" y="107883"/>
                    <a:pt x="60751" y="108319"/>
                  </a:cubicBezTo>
                  <a:lnTo>
                    <a:pt x="60751" y="108809"/>
                  </a:lnTo>
                  <a:lnTo>
                    <a:pt x="0" y="108809"/>
                  </a:lnTo>
                  <a:lnTo>
                    <a:pt x="0" y="105705"/>
                  </a:lnTo>
                  <a:lnTo>
                    <a:pt x="0" y="103744"/>
                  </a:lnTo>
                  <a:cubicBezTo>
                    <a:pt x="0" y="102982"/>
                    <a:pt x="328" y="102165"/>
                    <a:pt x="982" y="101294"/>
                  </a:cubicBezTo>
                  <a:cubicBezTo>
                    <a:pt x="1637" y="100422"/>
                    <a:pt x="3275" y="98516"/>
                    <a:pt x="5895" y="95575"/>
                  </a:cubicBezTo>
                  <a:cubicBezTo>
                    <a:pt x="9061" y="92090"/>
                    <a:pt x="11790" y="89040"/>
                    <a:pt x="14082" y="86426"/>
                  </a:cubicBezTo>
                  <a:cubicBezTo>
                    <a:pt x="15065" y="85337"/>
                    <a:pt x="16921" y="83322"/>
                    <a:pt x="19650" y="80381"/>
                  </a:cubicBezTo>
                  <a:cubicBezTo>
                    <a:pt x="22379" y="77441"/>
                    <a:pt x="24235" y="75426"/>
                    <a:pt x="25217" y="74336"/>
                  </a:cubicBezTo>
                  <a:cubicBezTo>
                    <a:pt x="26200" y="73247"/>
                    <a:pt x="27782" y="71450"/>
                    <a:pt x="29966" y="68945"/>
                  </a:cubicBezTo>
                  <a:cubicBezTo>
                    <a:pt x="32149" y="66440"/>
                    <a:pt x="33678" y="64588"/>
                    <a:pt x="34551" y="63390"/>
                  </a:cubicBezTo>
                  <a:cubicBezTo>
                    <a:pt x="35424" y="62192"/>
                    <a:pt x="36679" y="60559"/>
                    <a:pt x="38317" y="58489"/>
                  </a:cubicBezTo>
                  <a:cubicBezTo>
                    <a:pt x="39955" y="56420"/>
                    <a:pt x="41101" y="54677"/>
                    <a:pt x="41756" y="53261"/>
                  </a:cubicBezTo>
                  <a:cubicBezTo>
                    <a:pt x="42411" y="51845"/>
                    <a:pt x="43230" y="50266"/>
                    <a:pt x="44212" y="48523"/>
                  </a:cubicBezTo>
                  <a:cubicBezTo>
                    <a:pt x="45194" y="46780"/>
                    <a:pt x="45904" y="45037"/>
                    <a:pt x="46341" y="43295"/>
                  </a:cubicBezTo>
                  <a:cubicBezTo>
                    <a:pt x="46777" y="41552"/>
                    <a:pt x="47159" y="39918"/>
                    <a:pt x="47487" y="38394"/>
                  </a:cubicBezTo>
                  <a:cubicBezTo>
                    <a:pt x="47814" y="36869"/>
                    <a:pt x="47978" y="35072"/>
                    <a:pt x="47978" y="33002"/>
                  </a:cubicBezTo>
                  <a:cubicBezTo>
                    <a:pt x="47978" y="26140"/>
                    <a:pt x="46123" y="20205"/>
                    <a:pt x="42411" y="15194"/>
                  </a:cubicBezTo>
                  <a:cubicBezTo>
                    <a:pt x="38699" y="10184"/>
                    <a:pt x="33405" y="7679"/>
                    <a:pt x="26527" y="7679"/>
                  </a:cubicBezTo>
                  <a:cubicBezTo>
                    <a:pt x="22925" y="7679"/>
                    <a:pt x="19759" y="8605"/>
                    <a:pt x="17030" y="10456"/>
                  </a:cubicBezTo>
                  <a:cubicBezTo>
                    <a:pt x="14301" y="12308"/>
                    <a:pt x="12391" y="14105"/>
                    <a:pt x="11299" y="15848"/>
                  </a:cubicBezTo>
                  <a:cubicBezTo>
                    <a:pt x="10207" y="17590"/>
                    <a:pt x="9661" y="18625"/>
                    <a:pt x="9661" y="18952"/>
                  </a:cubicBezTo>
                  <a:cubicBezTo>
                    <a:pt x="9661" y="19061"/>
                    <a:pt x="9934" y="19115"/>
                    <a:pt x="10480" y="19115"/>
                  </a:cubicBezTo>
                  <a:cubicBezTo>
                    <a:pt x="12445" y="19115"/>
                    <a:pt x="14465" y="19878"/>
                    <a:pt x="16539" y="21402"/>
                  </a:cubicBezTo>
                  <a:cubicBezTo>
                    <a:pt x="18613" y="22927"/>
                    <a:pt x="19650" y="25432"/>
                    <a:pt x="19650" y="28918"/>
                  </a:cubicBezTo>
                  <a:cubicBezTo>
                    <a:pt x="19650" y="31641"/>
                    <a:pt x="18776" y="33928"/>
                    <a:pt x="17030" y="35780"/>
                  </a:cubicBezTo>
                  <a:cubicBezTo>
                    <a:pt x="15283" y="37631"/>
                    <a:pt x="12827" y="38612"/>
                    <a:pt x="9661" y="38721"/>
                  </a:cubicBez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文本框 73">
              <a:extLst>
                <a:ext uri="{FF2B5EF4-FFF2-40B4-BE49-F238E27FC236}">
                  <a16:creationId xmlns:a16="http://schemas.microsoft.com/office/drawing/2014/main" id="{67946924-66A5-466E-A15D-416B5BCAD84E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112205" y="4468906"/>
              <a:ext cx="8993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prepare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to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00</a:t>
              </a:r>
            </a:p>
          </p:txBody>
        </p:sp>
        <p:sp>
          <p:nvSpPr>
            <p:cNvPr id="146" name="右箭头 74">
              <a:extLst>
                <a:ext uri="{FF2B5EF4-FFF2-40B4-BE49-F238E27FC236}">
                  <a16:creationId xmlns:a16="http://schemas.microsoft.com/office/drawing/2014/main" id="{962D74E7-ED59-486A-89CA-1B166C5E4D49}"/>
                </a:ext>
              </a:extLst>
            </p:cNvPr>
            <p:cNvSpPr/>
            <p:nvPr/>
          </p:nvSpPr>
          <p:spPr>
            <a:xfrm>
              <a:off x="2664978" y="4552750"/>
              <a:ext cx="494521" cy="398510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147" name="图表 79">
              <a:extLst>
                <a:ext uri="{FF2B5EF4-FFF2-40B4-BE49-F238E27FC236}">
                  <a16:creationId xmlns:a16="http://schemas.microsoft.com/office/drawing/2014/main" id="{D0A01695-EFFA-4B11-B004-897749722DD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0327083"/>
                </p:ext>
              </p:extLst>
            </p:nvPr>
          </p:nvGraphicFramePr>
          <p:xfrm>
            <a:off x="3212603" y="5084296"/>
            <a:ext cx="2149659" cy="984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148" name="任意形状 80">
              <a:extLst>
                <a:ext uri="{FF2B5EF4-FFF2-40B4-BE49-F238E27FC236}">
                  <a16:creationId xmlns:a16="http://schemas.microsoft.com/office/drawing/2014/main" id="{9238DABD-072F-407F-83C2-E10BF9C5E5C6}"/>
                </a:ext>
              </a:extLst>
            </p:cNvPr>
            <p:cNvSpPr/>
            <p:nvPr/>
          </p:nvSpPr>
          <p:spPr>
            <a:xfrm>
              <a:off x="940459" y="5750480"/>
              <a:ext cx="1277989" cy="45719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任意形状 81">
              <a:extLst>
                <a:ext uri="{FF2B5EF4-FFF2-40B4-BE49-F238E27FC236}">
                  <a16:creationId xmlns:a16="http://schemas.microsoft.com/office/drawing/2014/main" id="{D26990A1-420A-42A1-B2F3-06F9835323C0}"/>
                </a:ext>
              </a:extLst>
            </p:cNvPr>
            <p:cNvSpPr/>
            <p:nvPr/>
          </p:nvSpPr>
          <p:spPr>
            <a:xfrm>
              <a:off x="940459" y="5486312"/>
              <a:ext cx="1277989" cy="45719"/>
            </a:xfrm>
            <a:custGeom>
              <a:avLst/>
              <a:gdLst>
                <a:gd name="connsiteX0" fmla="*/ 0 w 1002759"/>
                <a:gd name="connsiteY0" fmla="*/ 0 h 5391"/>
                <a:gd name="connsiteX1" fmla="*/ 1002760 w 1002759"/>
                <a:gd name="connsiteY1" fmla="*/ 0 h 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2759" h="5391">
                  <a:moveTo>
                    <a:pt x="0" y="0"/>
                  </a:moveTo>
                  <a:lnTo>
                    <a:pt x="1002760" y="0"/>
                  </a:ln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任意形状 82">
              <a:extLst>
                <a:ext uri="{FF2B5EF4-FFF2-40B4-BE49-F238E27FC236}">
                  <a16:creationId xmlns:a16="http://schemas.microsoft.com/office/drawing/2014/main" id="{86F8AE9E-D4A7-4979-9E21-3A0EF97BB65F}"/>
                </a:ext>
              </a:extLst>
            </p:cNvPr>
            <p:cNvSpPr/>
            <p:nvPr/>
          </p:nvSpPr>
          <p:spPr>
            <a:xfrm>
              <a:off x="2196021" y="5638613"/>
              <a:ext cx="236538" cy="236537"/>
            </a:xfrm>
            <a:custGeom>
              <a:avLst/>
              <a:gdLst>
                <a:gd name="connsiteX0" fmla="*/ 0 w 236538"/>
                <a:gd name="connsiteY0" fmla="*/ 0 h 236537"/>
                <a:gd name="connsiteX1" fmla="*/ 236538 w 236538"/>
                <a:gd name="connsiteY1" fmla="*/ 0 h 236537"/>
                <a:gd name="connsiteX2" fmla="*/ 236538 w 236538"/>
                <a:gd name="connsiteY2" fmla="*/ 236538 h 236537"/>
                <a:gd name="connsiteX3" fmla="*/ 0 w 236538"/>
                <a:gd name="connsiteY3" fmla="*/ 236538 h 2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38" h="236537">
                  <a:moveTo>
                    <a:pt x="0" y="0"/>
                  </a:moveTo>
                  <a:lnTo>
                    <a:pt x="236538" y="0"/>
                  </a:lnTo>
                  <a:lnTo>
                    <a:pt x="236538" y="236538"/>
                  </a:lnTo>
                  <a:lnTo>
                    <a:pt x="0" y="236538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任意形状 83">
              <a:extLst>
                <a:ext uri="{FF2B5EF4-FFF2-40B4-BE49-F238E27FC236}">
                  <a16:creationId xmlns:a16="http://schemas.microsoft.com/office/drawing/2014/main" id="{57766A0E-A3F8-490A-BE0F-58B3BAD7BFF4}"/>
                </a:ext>
              </a:extLst>
            </p:cNvPr>
            <p:cNvSpPr/>
            <p:nvPr/>
          </p:nvSpPr>
          <p:spPr>
            <a:xfrm>
              <a:off x="2218448" y="5690208"/>
              <a:ext cx="195845" cy="95839"/>
            </a:xfrm>
            <a:custGeom>
              <a:avLst/>
              <a:gdLst>
                <a:gd name="connsiteX0" fmla="*/ 195845 w 195845"/>
                <a:gd name="connsiteY0" fmla="*/ 95839 h 95839"/>
                <a:gd name="connsiteX1" fmla="*/ 188395 w 195845"/>
                <a:gd name="connsiteY1" fmla="*/ 59163 h 95839"/>
                <a:gd name="connsiteX2" fmla="*/ 167164 w 195845"/>
                <a:gd name="connsiteY2" fmla="*/ 28071 h 95839"/>
                <a:gd name="connsiteX3" fmla="*/ 135399 w 195845"/>
                <a:gd name="connsiteY3" fmla="*/ 7295 h 95839"/>
                <a:gd name="connsiteX4" fmla="*/ 97925 w 195845"/>
                <a:gd name="connsiteY4" fmla="*/ 0 h 95839"/>
                <a:gd name="connsiteX5" fmla="*/ 60451 w 195845"/>
                <a:gd name="connsiteY5" fmla="*/ 7295 h 95839"/>
                <a:gd name="connsiteX6" fmla="*/ 28681 w 195845"/>
                <a:gd name="connsiteY6" fmla="*/ 28071 h 95839"/>
                <a:gd name="connsiteX7" fmla="*/ 7456 w 195845"/>
                <a:gd name="connsiteY7" fmla="*/ 59163 h 95839"/>
                <a:gd name="connsiteX8" fmla="*/ 0 w 195845"/>
                <a:gd name="connsiteY8" fmla="*/ 95839 h 9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45" h="95839">
                  <a:moveTo>
                    <a:pt x="195845" y="95839"/>
                  </a:moveTo>
                  <a:cubicBezTo>
                    <a:pt x="195845" y="83254"/>
                    <a:pt x="193312" y="70791"/>
                    <a:pt x="188395" y="59163"/>
                  </a:cubicBezTo>
                  <a:cubicBezTo>
                    <a:pt x="183473" y="47536"/>
                    <a:pt x="176259" y="36971"/>
                    <a:pt x="167164" y="28071"/>
                  </a:cubicBezTo>
                  <a:cubicBezTo>
                    <a:pt x="158075" y="19171"/>
                    <a:pt x="147276" y="12112"/>
                    <a:pt x="135399" y="7295"/>
                  </a:cubicBezTo>
                  <a:cubicBezTo>
                    <a:pt x="123517" y="2479"/>
                    <a:pt x="110783" y="0"/>
                    <a:pt x="97925" y="0"/>
                  </a:cubicBezTo>
                  <a:cubicBezTo>
                    <a:pt x="85062" y="0"/>
                    <a:pt x="72333" y="2479"/>
                    <a:pt x="60451" y="7295"/>
                  </a:cubicBezTo>
                  <a:cubicBezTo>
                    <a:pt x="48569" y="12112"/>
                    <a:pt x="37776" y="19171"/>
                    <a:pt x="28681" y="28071"/>
                  </a:cubicBezTo>
                  <a:cubicBezTo>
                    <a:pt x="19586" y="36971"/>
                    <a:pt x="12378" y="47536"/>
                    <a:pt x="7456" y="59163"/>
                  </a:cubicBezTo>
                  <a:cubicBezTo>
                    <a:pt x="2534" y="70791"/>
                    <a:pt x="0" y="83254"/>
                    <a:pt x="0" y="95839"/>
                  </a:cubicBez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任意形状 84">
              <a:extLst>
                <a:ext uri="{FF2B5EF4-FFF2-40B4-BE49-F238E27FC236}">
                  <a16:creationId xmlns:a16="http://schemas.microsoft.com/office/drawing/2014/main" id="{1D472A3F-F11D-4BEE-8775-FCEA059C1FA9}"/>
                </a:ext>
              </a:extLst>
            </p:cNvPr>
            <p:cNvSpPr/>
            <p:nvPr/>
          </p:nvSpPr>
          <p:spPr>
            <a:xfrm>
              <a:off x="2301375" y="5701299"/>
              <a:ext cx="68273" cy="86391"/>
            </a:xfrm>
            <a:custGeom>
              <a:avLst/>
              <a:gdLst>
                <a:gd name="connsiteX0" fmla="*/ 68274 w 68273"/>
                <a:gd name="connsiteY0" fmla="*/ 0 h 86391"/>
                <a:gd name="connsiteX1" fmla="*/ 0 w 68273"/>
                <a:gd name="connsiteY1" fmla="*/ 37334 h 86391"/>
                <a:gd name="connsiteX2" fmla="*/ 66468 w 68273"/>
                <a:gd name="connsiteY2" fmla="*/ 77794 h 86391"/>
                <a:gd name="connsiteX3" fmla="*/ 68274 w 68273"/>
                <a:gd name="connsiteY3" fmla="*/ 0 h 86391"/>
                <a:gd name="connsiteX4" fmla="*/ 23576 w 68273"/>
                <a:gd name="connsiteY4" fmla="*/ 86391 h 86391"/>
                <a:gd name="connsiteX5" fmla="*/ 42493 w 68273"/>
                <a:gd name="connsiteY5" fmla="*/ 55311 h 86391"/>
                <a:gd name="connsiteX6" fmla="*/ 30983 w 68273"/>
                <a:gd name="connsiteY6" fmla="*/ 48304 h 86391"/>
                <a:gd name="connsiteX7" fmla="*/ 12065 w 68273"/>
                <a:gd name="connsiteY7" fmla="*/ 79384 h 86391"/>
                <a:gd name="connsiteX8" fmla="*/ 23576 w 68273"/>
                <a:gd name="connsiteY8" fmla="*/ 86391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73" h="86391">
                  <a:moveTo>
                    <a:pt x="68274" y="0"/>
                  </a:moveTo>
                  <a:lnTo>
                    <a:pt x="0" y="37334"/>
                  </a:lnTo>
                  <a:lnTo>
                    <a:pt x="66468" y="77794"/>
                  </a:lnTo>
                  <a:lnTo>
                    <a:pt x="68274" y="0"/>
                  </a:lnTo>
                  <a:close/>
                  <a:moveTo>
                    <a:pt x="23576" y="86391"/>
                  </a:moveTo>
                  <a:lnTo>
                    <a:pt x="42493" y="55311"/>
                  </a:lnTo>
                  <a:lnTo>
                    <a:pt x="30983" y="48304"/>
                  </a:lnTo>
                  <a:lnTo>
                    <a:pt x="12065" y="79384"/>
                  </a:lnTo>
                  <a:lnTo>
                    <a:pt x="23576" y="86391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任意形状 85">
              <a:extLst>
                <a:ext uri="{FF2B5EF4-FFF2-40B4-BE49-F238E27FC236}">
                  <a16:creationId xmlns:a16="http://schemas.microsoft.com/office/drawing/2014/main" id="{213A2A5B-D2D8-4545-ADF7-E0FE787C5D91}"/>
                </a:ext>
              </a:extLst>
            </p:cNvPr>
            <p:cNvSpPr/>
            <p:nvPr/>
          </p:nvSpPr>
          <p:spPr>
            <a:xfrm>
              <a:off x="2196021" y="5374445"/>
              <a:ext cx="236538" cy="236537"/>
            </a:xfrm>
            <a:custGeom>
              <a:avLst/>
              <a:gdLst>
                <a:gd name="connsiteX0" fmla="*/ 0 w 236538"/>
                <a:gd name="connsiteY0" fmla="*/ 0 h 236537"/>
                <a:gd name="connsiteX1" fmla="*/ 236538 w 236538"/>
                <a:gd name="connsiteY1" fmla="*/ 0 h 236537"/>
                <a:gd name="connsiteX2" fmla="*/ 236538 w 236538"/>
                <a:gd name="connsiteY2" fmla="*/ 236538 h 236537"/>
                <a:gd name="connsiteX3" fmla="*/ 0 w 236538"/>
                <a:gd name="connsiteY3" fmla="*/ 236538 h 2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38" h="236537">
                  <a:moveTo>
                    <a:pt x="0" y="0"/>
                  </a:moveTo>
                  <a:lnTo>
                    <a:pt x="236538" y="0"/>
                  </a:lnTo>
                  <a:lnTo>
                    <a:pt x="236538" y="236538"/>
                  </a:lnTo>
                  <a:lnTo>
                    <a:pt x="0" y="236538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任意形状 86">
              <a:extLst>
                <a:ext uri="{FF2B5EF4-FFF2-40B4-BE49-F238E27FC236}">
                  <a16:creationId xmlns:a16="http://schemas.microsoft.com/office/drawing/2014/main" id="{CD7E24BB-DF31-426B-B5EC-E5CB8ACEEE73}"/>
                </a:ext>
              </a:extLst>
            </p:cNvPr>
            <p:cNvSpPr/>
            <p:nvPr/>
          </p:nvSpPr>
          <p:spPr>
            <a:xfrm>
              <a:off x="2218448" y="5426041"/>
              <a:ext cx="195845" cy="95839"/>
            </a:xfrm>
            <a:custGeom>
              <a:avLst/>
              <a:gdLst>
                <a:gd name="connsiteX0" fmla="*/ 195845 w 195845"/>
                <a:gd name="connsiteY0" fmla="*/ 95840 h 95839"/>
                <a:gd name="connsiteX1" fmla="*/ 188395 w 195845"/>
                <a:gd name="connsiteY1" fmla="*/ 59163 h 95839"/>
                <a:gd name="connsiteX2" fmla="*/ 167164 w 195845"/>
                <a:gd name="connsiteY2" fmla="*/ 28071 h 95839"/>
                <a:gd name="connsiteX3" fmla="*/ 135399 w 195845"/>
                <a:gd name="connsiteY3" fmla="*/ 7295 h 95839"/>
                <a:gd name="connsiteX4" fmla="*/ 97925 w 195845"/>
                <a:gd name="connsiteY4" fmla="*/ 0 h 95839"/>
                <a:gd name="connsiteX5" fmla="*/ 60451 w 195845"/>
                <a:gd name="connsiteY5" fmla="*/ 7295 h 95839"/>
                <a:gd name="connsiteX6" fmla="*/ 28681 w 195845"/>
                <a:gd name="connsiteY6" fmla="*/ 28071 h 95839"/>
                <a:gd name="connsiteX7" fmla="*/ 7456 w 195845"/>
                <a:gd name="connsiteY7" fmla="*/ 59163 h 95839"/>
                <a:gd name="connsiteX8" fmla="*/ 0 w 195845"/>
                <a:gd name="connsiteY8" fmla="*/ 95840 h 9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45" h="95839">
                  <a:moveTo>
                    <a:pt x="195845" y="95840"/>
                  </a:moveTo>
                  <a:cubicBezTo>
                    <a:pt x="195845" y="83254"/>
                    <a:pt x="193312" y="70791"/>
                    <a:pt x="188395" y="59163"/>
                  </a:cubicBezTo>
                  <a:cubicBezTo>
                    <a:pt x="183473" y="47536"/>
                    <a:pt x="176259" y="36971"/>
                    <a:pt x="167164" y="28071"/>
                  </a:cubicBezTo>
                  <a:cubicBezTo>
                    <a:pt x="158075" y="19171"/>
                    <a:pt x="147276" y="12112"/>
                    <a:pt x="135399" y="7295"/>
                  </a:cubicBezTo>
                  <a:cubicBezTo>
                    <a:pt x="123517" y="2479"/>
                    <a:pt x="110783" y="0"/>
                    <a:pt x="97925" y="0"/>
                  </a:cubicBezTo>
                  <a:cubicBezTo>
                    <a:pt x="85062" y="0"/>
                    <a:pt x="72333" y="2479"/>
                    <a:pt x="60451" y="7295"/>
                  </a:cubicBezTo>
                  <a:cubicBezTo>
                    <a:pt x="48569" y="12112"/>
                    <a:pt x="37776" y="19171"/>
                    <a:pt x="28681" y="28071"/>
                  </a:cubicBezTo>
                  <a:cubicBezTo>
                    <a:pt x="19586" y="36971"/>
                    <a:pt x="12378" y="47536"/>
                    <a:pt x="7456" y="59163"/>
                  </a:cubicBezTo>
                  <a:cubicBezTo>
                    <a:pt x="2534" y="70791"/>
                    <a:pt x="0" y="83254"/>
                    <a:pt x="0" y="95840"/>
                  </a:cubicBezTo>
                </a:path>
              </a:pathLst>
            </a:custGeom>
            <a:noFill/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任意形状 87">
              <a:extLst>
                <a:ext uri="{FF2B5EF4-FFF2-40B4-BE49-F238E27FC236}">
                  <a16:creationId xmlns:a16="http://schemas.microsoft.com/office/drawing/2014/main" id="{D8341AD4-D6CF-4E37-BBDC-6AEE0B43856E}"/>
                </a:ext>
              </a:extLst>
            </p:cNvPr>
            <p:cNvSpPr/>
            <p:nvPr/>
          </p:nvSpPr>
          <p:spPr>
            <a:xfrm>
              <a:off x="2301375" y="5437131"/>
              <a:ext cx="68273" cy="86391"/>
            </a:xfrm>
            <a:custGeom>
              <a:avLst/>
              <a:gdLst>
                <a:gd name="connsiteX0" fmla="*/ 68274 w 68273"/>
                <a:gd name="connsiteY0" fmla="*/ 0 h 86391"/>
                <a:gd name="connsiteX1" fmla="*/ 0 w 68273"/>
                <a:gd name="connsiteY1" fmla="*/ 37334 h 86391"/>
                <a:gd name="connsiteX2" fmla="*/ 66468 w 68273"/>
                <a:gd name="connsiteY2" fmla="*/ 77794 h 86391"/>
                <a:gd name="connsiteX3" fmla="*/ 68274 w 68273"/>
                <a:gd name="connsiteY3" fmla="*/ 0 h 86391"/>
                <a:gd name="connsiteX4" fmla="*/ 23576 w 68273"/>
                <a:gd name="connsiteY4" fmla="*/ 86391 h 86391"/>
                <a:gd name="connsiteX5" fmla="*/ 42493 w 68273"/>
                <a:gd name="connsiteY5" fmla="*/ 55311 h 86391"/>
                <a:gd name="connsiteX6" fmla="*/ 30983 w 68273"/>
                <a:gd name="connsiteY6" fmla="*/ 48304 h 86391"/>
                <a:gd name="connsiteX7" fmla="*/ 12065 w 68273"/>
                <a:gd name="connsiteY7" fmla="*/ 79384 h 86391"/>
                <a:gd name="connsiteX8" fmla="*/ 23576 w 68273"/>
                <a:gd name="connsiteY8" fmla="*/ 86391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73" h="86391">
                  <a:moveTo>
                    <a:pt x="68274" y="0"/>
                  </a:moveTo>
                  <a:lnTo>
                    <a:pt x="0" y="37334"/>
                  </a:lnTo>
                  <a:lnTo>
                    <a:pt x="66468" y="77794"/>
                  </a:lnTo>
                  <a:lnTo>
                    <a:pt x="68274" y="0"/>
                  </a:lnTo>
                  <a:close/>
                  <a:moveTo>
                    <a:pt x="23576" y="86391"/>
                  </a:moveTo>
                  <a:lnTo>
                    <a:pt x="42493" y="55311"/>
                  </a:lnTo>
                  <a:lnTo>
                    <a:pt x="30983" y="48304"/>
                  </a:lnTo>
                  <a:lnTo>
                    <a:pt x="12065" y="79384"/>
                  </a:lnTo>
                  <a:lnTo>
                    <a:pt x="23576" y="86391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任意形状 88">
              <a:extLst>
                <a:ext uri="{FF2B5EF4-FFF2-40B4-BE49-F238E27FC236}">
                  <a16:creationId xmlns:a16="http://schemas.microsoft.com/office/drawing/2014/main" id="{A69BEC40-AB86-41BE-A361-8731AD758FDE}"/>
                </a:ext>
              </a:extLst>
            </p:cNvPr>
            <p:cNvSpPr/>
            <p:nvPr/>
          </p:nvSpPr>
          <p:spPr>
            <a:xfrm>
              <a:off x="1044239" y="5374445"/>
              <a:ext cx="1035365" cy="498683"/>
            </a:xfrm>
            <a:custGeom>
              <a:avLst/>
              <a:gdLst>
                <a:gd name="connsiteX0" fmla="*/ 0 w 789807"/>
                <a:gd name="connsiteY0" fmla="*/ 0 h 498683"/>
                <a:gd name="connsiteX1" fmla="*/ 789808 w 789807"/>
                <a:gd name="connsiteY1" fmla="*/ 0 h 498683"/>
                <a:gd name="connsiteX2" fmla="*/ 789808 w 789807"/>
                <a:gd name="connsiteY2" fmla="*/ 498684 h 498683"/>
                <a:gd name="connsiteX3" fmla="*/ 0 w 789807"/>
                <a:gd name="connsiteY3" fmla="*/ 498684 h 49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9807" h="498683">
                  <a:moveTo>
                    <a:pt x="0" y="0"/>
                  </a:moveTo>
                  <a:lnTo>
                    <a:pt x="789808" y="0"/>
                  </a:lnTo>
                  <a:lnTo>
                    <a:pt x="789808" y="498684"/>
                  </a:lnTo>
                  <a:lnTo>
                    <a:pt x="0" y="498684"/>
                  </a:lnTo>
                  <a:close/>
                </a:path>
              </a:pathLst>
            </a:custGeom>
            <a:solidFill>
              <a:srgbClr val="FFFFFF"/>
            </a:solidFill>
            <a:ln w="1339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任意形状 89">
              <a:extLst>
                <a:ext uri="{FF2B5EF4-FFF2-40B4-BE49-F238E27FC236}">
                  <a16:creationId xmlns:a16="http://schemas.microsoft.com/office/drawing/2014/main" id="{0AA8105E-F855-4731-96F7-E71FD8D0A24F}"/>
                </a:ext>
              </a:extLst>
            </p:cNvPr>
            <p:cNvSpPr/>
            <p:nvPr/>
          </p:nvSpPr>
          <p:spPr>
            <a:xfrm>
              <a:off x="708639" y="5410836"/>
              <a:ext cx="98897" cy="146969"/>
            </a:xfrm>
            <a:custGeom>
              <a:avLst/>
              <a:gdLst>
                <a:gd name="connsiteX0" fmla="*/ 0 w 98897"/>
                <a:gd name="connsiteY0" fmla="*/ 65859 h 146969"/>
                <a:gd name="connsiteX1" fmla="*/ 17602 w 98897"/>
                <a:gd name="connsiteY1" fmla="*/ 21491 h 146969"/>
                <a:gd name="connsiteX2" fmla="*/ 57207 w 98897"/>
                <a:gd name="connsiteY2" fmla="*/ 231 h 146969"/>
                <a:gd name="connsiteX3" fmla="*/ 78516 w 98897"/>
                <a:gd name="connsiteY3" fmla="*/ 12248 h 146969"/>
                <a:gd name="connsiteX4" fmla="*/ 79674 w 98897"/>
                <a:gd name="connsiteY4" fmla="*/ 10861 h 146969"/>
                <a:gd name="connsiteX5" fmla="*/ 82221 w 98897"/>
                <a:gd name="connsiteY5" fmla="*/ 8319 h 146969"/>
                <a:gd name="connsiteX6" fmla="*/ 85927 w 98897"/>
                <a:gd name="connsiteY6" fmla="*/ 5546 h 146969"/>
                <a:gd name="connsiteX7" fmla="*/ 96581 w 98897"/>
                <a:gd name="connsiteY7" fmla="*/ 0 h 146969"/>
                <a:gd name="connsiteX8" fmla="*/ 98203 w 98897"/>
                <a:gd name="connsiteY8" fmla="*/ 693 h 146969"/>
                <a:gd name="connsiteX9" fmla="*/ 98897 w 98897"/>
                <a:gd name="connsiteY9" fmla="*/ 1849 h 146969"/>
                <a:gd name="connsiteX10" fmla="*/ 82916 w 98897"/>
                <a:gd name="connsiteY10" fmla="*/ 67708 h 146969"/>
                <a:gd name="connsiteX11" fmla="*/ 66472 w 98897"/>
                <a:gd name="connsiteY11" fmla="*/ 134260 h 146969"/>
                <a:gd name="connsiteX12" fmla="*/ 76894 w 98897"/>
                <a:gd name="connsiteY12" fmla="*/ 136340 h 146969"/>
                <a:gd name="connsiteX13" fmla="*/ 82685 w 98897"/>
                <a:gd name="connsiteY13" fmla="*/ 136340 h 146969"/>
                <a:gd name="connsiteX14" fmla="*/ 84074 w 98897"/>
                <a:gd name="connsiteY14" fmla="*/ 138420 h 146969"/>
                <a:gd name="connsiteX15" fmla="*/ 83379 w 98897"/>
                <a:gd name="connsiteY15" fmla="*/ 142579 h 146969"/>
                <a:gd name="connsiteX16" fmla="*/ 81063 w 98897"/>
                <a:gd name="connsiteY16" fmla="*/ 146969 h 146969"/>
                <a:gd name="connsiteX17" fmla="*/ 78052 w 98897"/>
                <a:gd name="connsiteY17" fmla="*/ 146969 h 146969"/>
                <a:gd name="connsiteX18" fmla="*/ 53039 w 98897"/>
                <a:gd name="connsiteY18" fmla="*/ 146507 h 146969"/>
                <a:gd name="connsiteX19" fmla="*/ 41227 w 98897"/>
                <a:gd name="connsiteY19" fmla="*/ 146507 h 146969"/>
                <a:gd name="connsiteX20" fmla="*/ 32657 w 98897"/>
                <a:gd name="connsiteY20" fmla="*/ 146507 h 146969"/>
                <a:gd name="connsiteX21" fmla="*/ 28720 w 98897"/>
                <a:gd name="connsiteY21" fmla="*/ 146739 h 146969"/>
                <a:gd name="connsiteX22" fmla="*/ 25477 w 98897"/>
                <a:gd name="connsiteY22" fmla="*/ 144890 h 146969"/>
                <a:gd name="connsiteX23" fmla="*/ 25940 w 98897"/>
                <a:gd name="connsiteY23" fmla="*/ 141424 h 146969"/>
                <a:gd name="connsiteX24" fmla="*/ 27562 w 98897"/>
                <a:gd name="connsiteY24" fmla="*/ 137033 h 146969"/>
                <a:gd name="connsiteX25" fmla="*/ 32194 w 98897"/>
                <a:gd name="connsiteY25" fmla="*/ 136340 h 146969"/>
                <a:gd name="connsiteX26" fmla="*/ 45627 w 98897"/>
                <a:gd name="connsiteY26" fmla="*/ 134722 h 146969"/>
                <a:gd name="connsiteX27" fmla="*/ 52112 w 98897"/>
                <a:gd name="connsiteY27" fmla="*/ 114387 h 146969"/>
                <a:gd name="connsiteX28" fmla="*/ 56976 w 98897"/>
                <a:gd name="connsiteY28" fmla="*/ 94745 h 146969"/>
                <a:gd name="connsiteX29" fmla="*/ 55354 w 98897"/>
                <a:gd name="connsiteY29" fmla="*/ 95438 h 146969"/>
                <a:gd name="connsiteX30" fmla="*/ 32194 w 98897"/>
                <a:gd name="connsiteY30" fmla="*/ 104450 h 146969"/>
                <a:gd name="connsiteX31" fmla="*/ 9728 w 98897"/>
                <a:gd name="connsiteY31" fmla="*/ 95207 h 146969"/>
                <a:gd name="connsiteX32" fmla="*/ 0 w 98897"/>
                <a:gd name="connsiteY32" fmla="*/ 65859 h 146969"/>
                <a:gd name="connsiteX33" fmla="*/ 73883 w 98897"/>
                <a:gd name="connsiteY33" fmla="*/ 26806 h 146969"/>
                <a:gd name="connsiteX34" fmla="*/ 56513 w 98897"/>
                <a:gd name="connsiteY34" fmla="*/ 8550 h 146969"/>
                <a:gd name="connsiteX35" fmla="*/ 40995 w 98897"/>
                <a:gd name="connsiteY35" fmla="*/ 15714 h 146969"/>
                <a:gd name="connsiteX36" fmla="*/ 29414 w 98897"/>
                <a:gd name="connsiteY36" fmla="*/ 34431 h 146969"/>
                <a:gd name="connsiteX37" fmla="*/ 19918 w 98897"/>
                <a:gd name="connsiteY37" fmla="*/ 72329 h 146969"/>
                <a:gd name="connsiteX38" fmla="*/ 19918 w 98897"/>
                <a:gd name="connsiteY38" fmla="*/ 74871 h 146969"/>
                <a:gd name="connsiteX39" fmla="*/ 19687 w 98897"/>
                <a:gd name="connsiteY39" fmla="*/ 77644 h 146969"/>
                <a:gd name="connsiteX40" fmla="*/ 23856 w 98897"/>
                <a:gd name="connsiteY40" fmla="*/ 91971 h 146969"/>
                <a:gd name="connsiteX41" fmla="*/ 33815 w 98897"/>
                <a:gd name="connsiteY41" fmla="*/ 96131 h 146969"/>
                <a:gd name="connsiteX42" fmla="*/ 59523 w 98897"/>
                <a:gd name="connsiteY42" fmla="*/ 79493 h 146969"/>
                <a:gd name="connsiteX43" fmla="*/ 61376 w 98897"/>
                <a:gd name="connsiteY43" fmla="*/ 76951 h 146969"/>
                <a:gd name="connsiteX44" fmla="*/ 73883 w 98897"/>
                <a:gd name="connsiteY44" fmla="*/ 26806 h 1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8897" h="146969">
                  <a:moveTo>
                    <a:pt x="0" y="65859"/>
                  </a:moveTo>
                  <a:cubicBezTo>
                    <a:pt x="0" y="50299"/>
                    <a:pt x="5867" y="35510"/>
                    <a:pt x="17602" y="21491"/>
                  </a:cubicBezTo>
                  <a:cubicBezTo>
                    <a:pt x="29337" y="7472"/>
                    <a:pt x="42539" y="385"/>
                    <a:pt x="57207" y="231"/>
                  </a:cubicBezTo>
                  <a:cubicBezTo>
                    <a:pt x="66472" y="231"/>
                    <a:pt x="73575" y="4237"/>
                    <a:pt x="78516" y="12248"/>
                  </a:cubicBezTo>
                  <a:cubicBezTo>
                    <a:pt x="78670" y="12093"/>
                    <a:pt x="79056" y="11631"/>
                    <a:pt x="79674" y="10861"/>
                  </a:cubicBezTo>
                  <a:cubicBezTo>
                    <a:pt x="80291" y="10091"/>
                    <a:pt x="81141" y="9243"/>
                    <a:pt x="82221" y="8319"/>
                  </a:cubicBezTo>
                  <a:cubicBezTo>
                    <a:pt x="83302" y="7395"/>
                    <a:pt x="84537" y="6470"/>
                    <a:pt x="85927" y="5546"/>
                  </a:cubicBezTo>
                  <a:cubicBezTo>
                    <a:pt x="91177" y="1849"/>
                    <a:pt x="94728" y="0"/>
                    <a:pt x="96581" y="0"/>
                  </a:cubicBezTo>
                  <a:cubicBezTo>
                    <a:pt x="97199" y="0"/>
                    <a:pt x="97739" y="231"/>
                    <a:pt x="98203" y="693"/>
                  </a:cubicBezTo>
                  <a:cubicBezTo>
                    <a:pt x="98666" y="1155"/>
                    <a:pt x="98897" y="1541"/>
                    <a:pt x="98897" y="1849"/>
                  </a:cubicBezTo>
                  <a:cubicBezTo>
                    <a:pt x="98897" y="3235"/>
                    <a:pt x="93570" y="25188"/>
                    <a:pt x="82916" y="67708"/>
                  </a:cubicBezTo>
                  <a:cubicBezTo>
                    <a:pt x="71953" y="111460"/>
                    <a:pt x="66472" y="133644"/>
                    <a:pt x="66472" y="134260"/>
                  </a:cubicBezTo>
                  <a:cubicBezTo>
                    <a:pt x="66472" y="135492"/>
                    <a:pt x="69946" y="136185"/>
                    <a:pt x="76894" y="136340"/>
                  </a:cubicBezTo>
                  <a:lnTo>
                    <a:pt x="82685" y="136340"/>
                  </a:lnTo>
                  <a:cubicBezTo>
                    <a:pt x="83611" y="137572"/>
                    <a:pt x="84074" y="138265"/>
                    <a:pt x="84074" y="138420"/>
                  </a:cubicBezTo>
                  <a:cubicBezTo>
                    <a:pt x="84074" y="138574"/>
                    <a:pt x="83843" y="139960"/>
                    <a:pt x="83379" y="142579"/>
                  </a:cubicBezTo>
                  <a:cubicBezTo>
                    <a:pt x="82762" y="144582"/>
                    <a:pt x="81990" y="146045"/>
                    <a:pt x="81063" y="146969"/>
                  </a:cubicBezTo>
                  <a:lnTo>
                    <a:pt x="78052" y="146969"/>
                  </a:lnTo>
                  <a:cubicBezTo>
                    <a:pt x="73266" y="146662"/>
                    <a:pt x="64928" y="146507"/>
                    <a:pt x="53039" y="146507"/>
                  </a:cubicBezTo>
                  <a:cubicBezTo>
                    <a:pt x="48715" y="146507"/>
                    <a:pt x="44778" y="146507"/>
                    <a:pt x="41227" y="146507"/>
                  </a:cubicBezTo>
                  <a:cubicBezTo>
                    <a:pt x="37675" y="146507"/>
                    <a:pt x="34819" y="146507"/>
                    <a:pt x="32657" y="146507"/>
                  </a:cubicBezTo>
                  <a:cubicBezTo>
                    <a:pt x="30495" y="146507"/>
                    <a:pt x="29183" y="146584"/>
                    <a:pt x="28720" y="146739"/>
                  </a:cubicBezTo>
                  <a:cubicBezTo>
                    <a:pt x="26558" y="146739"/>
                    <a:pt x="25477" y="146122"/>
                    <a:pt x="25477" y="144890"/>
                  </a:cubicBezTo>
                  <a:cubicBezTo>
                    <a:pt x="25477" y="144427"/>
                    <a:pt x="25631" y="143272"/>
                    <a:pt x="25940" y="141424"/>
                  </a:cubicBezTo>
                  <a:cubicBezTo>
                    <a:pt x="26558" y="138959"/>
                    <a:pt x="27098" y="137495"/>
                    <a:pt x="27562" y="137033"/>
                  </a:cubicBezTo>
                  <a:cubicBezTo>
                    <a:pt x="28025" y="136571"/>
                    <a:pt x="29569" y="136340"/>
                    <a:pt x="32194" y="136340"/>
                  </a:cubicBezTo>
                  <a:cubicBezTo>
                    <a:pt x="39605" y="136340"/>
                    <a:pt x="44083" y="135801"/>
                    <a:pt x="45627" y="134722"/>
                  </a:cubicBezTo>
                  <a:cubicBezTo>
                    <a:pt x="46862" y="133952"/>
                    <a:pt x="49024" y="127174"/>
                    <a:pt x="52112" y="114387"/>
                  </a:cubicBezTo>
                  <a:cubicBezTo>
                    <a:pt x="55200" y="101600"/>
                    <a:pt x="56821" y="95053"/>
                    <a:pt x="56976" y="94745"/>
                  </a:cubicBezTo>
                  <a:cubicBezTo>
                    <a:pt x="56976" y="94590"/>
                    <a:pt x="56435" y="94822"/>
                    <a:pt x="55354" y="95438"/>
                  </a:cubicBezTo>
                  <a:cubicBezTo>
                    <a:pt x="47943" y="101446"/>
                    <a:pt x="40223" y="104450"/>
                    <a:pt x="32194" y="104450"/>
                  </a:cubicBezTo>
                  <a:cubicBezTo>
                    <a:pt x="23701" y="104450"/>
                    <a:pt x="16213" y="101369"/>
                    <a:pt x="9728" y="95207"/>
                  </a:cubicBezTo>
                  <a:cubicBezTo>
                    <a:pt x="3243" y="89044"/>
                    <a:pt x="0" y="79262"/>
                    <a:pt x="0" y="65859"/>
                  </a:cubicBezTo>
                  <a:close/>
                  <a:moveTo>
                    <a:pt x="73883" y="26806"/>
                  </a:moveTo>
                  <a:cubicBezTo>
                    <a:pt x="70332" y="14635"/>
                    <a:pt x="64542" y="8550"/>
                    <a:pt x="56513" y="8550"/>
                  </a:cubicBezTo>
                  <a:cubicBezTo>
                    <a:pt x="51108" y="8550"/>
                    <a:pt x="45936" y="10938"/>
                    <a:pt x="40995" y="15714"/>
                  </a:cubicBezTo>
                  <a:cubicBezTo>
                    <a:pt x="36054" y="20490"/>
                    <a:pt x="32194" y="26729"/>
                    <a:pt x="29414" y="34431"/>
                  </a:cubicBezTo>
                  <a:cubicBezTo>
                    <a:pt x="24937" y="46602"/>
                    <a:pt x="21771" y="59234"/>
                    <a:pt x="19918" y="72329"/>
                  </a:cubicBezTo>
                  <a:cubicBezTo>
                    <a:pt x="19918" y="72792"/>
                    <a:pt x="19918" y="73639"/>
                    <a:pt x="19918" y="74871"/>
                  </a:cubicBezTo>
                  <a:cubicBezTo>
                    <a:pt x="19918" y="76104"/>
                    <a:pt x="19841" y="77028"/>
                    <a:pt x="19687" y="77644"/>
                  </a:cubicBezTo>
                  <a:cubicBezTo>
                    <a:pt x="19687" y="84577"/>
                    <a:pt x="21076" y="89353"/>
                    <a:pt x="23856" y="91971"/>
                  </a:cubicBezTo>
                  <a:cubicBezTo>
                    <a:pt x="26635" y="94590"/>
                    <a:pt x="29955" y="95977"/>
                    <a:pt x="33815" y="96131"/>
                  </a:cubicBezTo>
                  <a:cubicBezTo>
                    <a:pt x="42153" y="96131"/>
                    <a:pt x="50722" y="90585"/>
                    <a:pt x="59523" y="79493"/>
                  </a:cubicBezTo>
                  <a:lnTo>
                    <a:pt x="61376" y="76951"/>
                  </a:lnTo>
                  <a:lnTo>
                    <a:pt x="73883" y="26806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任意形状 90">
              <a:extLst>
                <a:ext uri="{FF2B5EF4-FFF2-40B4-BE49-F238E27FC236}">
                  <a16:creationId xmlns:a16="http://schemas.microsoft.com/office/drawing/2014/main" id="{1DE77A64-87C5-45E8-BAAD-E05D6ED000E6}"/>
                </a:ext>
              </a:extLst>
            </p:cNvPr>
            <p:cNvSpPr/>
            <p:nvPr/>
          </p:nvSpPr>
          <p:spPr>
            <a:xfrm>
              <a:off x="817884" y="5438836"/>
              <a:ext cx="56329" cy="108809"/>
            </a:xfrm>
            <a:custGeom>
              <a:avLst/>
              <a:gdLst>
                <a:gd name="connsiteX0" fmla="*/ 21287 w 56329"/>
                <a:gd name="connsiteY0" fmla="*/ 14377 h 108809"/>
                <a:gd name="connsiteX1" fmla="*/ 19158 w 56329"/>
                <a:gd name="connsiteY1" fmla="*/ 15194 h 108809"/>
                <a:gd name="connsiteX2" fmla="*/ 12608 w 56329"/>
                <a:gd name="connsiteY2" fmla="*/ 16828 h 108809"/>
                <a:gd name="connsiteX3" fmla="*/ 3111 w 56329"/>
                <a:gd name="connsiteY3" fmla="*/ 17971 h 108809"/>
                <a:gd name="connsiteX4" fmla="*/ 0 w 56329"/>
                <a:gd name="connsiteY4" fmla="*/ 17971 h 108809"/>
                <a:gd name="connsiteX5" fmla="*/ 0 w 56329"/>
                <a:gd name="connsiteY5" fmla="*/ 10456 h 108809"/>
                <a:gd name="connsiteX6" fmla="*/ 3111 w 56329"/>
                <a:gd name="connsiteY6" fmla="*/ 10456 h 108809"/>
                <a:gd name="connsiteX7" fmla="*/ 17357 w 56329"/>
                <a:gd name="connsiteY7" fmla="*/ 8005 h 108809"/>
                <a:gd name="connsiteX8" fmla="*/ 26527 w 56329"/>
                <a:gd name="connsiteY8" fmla="*/ 4084 h 108809"/>
                <a:gd name="connsiteX9" fmla="*/ 31112 w 56329"/>
                <a:gd name="connsiteY9" fmla="*/ 490 h 108809"/>
                <a:gd name="connsiteX10" fmla="*/ 33077 w 56329"/>
                <a:gd name="connsiteY10" fmla="*/ 0 h 108809"/>
                <a:gd name="connsiteX11" fmla="*/ 35861 w 56329"/>
                <a:gd name="connsiteY11" fmla="*/ 980 h 108809"/>
                <a:gd name="connsiteX12" fmla="*/ 35861 w 56329"/>
                <a:gd name="connsiteY12" fmla="*/ 49830 h 108809"/>
                <a:gd name="connsiteX13" fmla="*/ 36024 w 56329"/>
                <a:gd name="connsiteY13" fmla="*/ 98843 h 108809"/>
                <a:gd name="connsiteX14" fmla="*/ 37989 w 56329"/>
                <a:gd name="connsiteY14" fmla="*/ 100313 h 108809"/>
                <a:gd name="connsiteX15" fmla="*/ 41919 w 56329"/>
                <a:gd name="connsiteY15" fmla="*/ 100967 h 108809"/>
                <a:gd name="connsiteX16" fmla="*/ 52072 w 56329"/>
                <a:gd name="connsiteY16" fmla="*/ 101294 h 108809"/>
                <a:gd name="connsiteX17" fmla="*/ 56329 w 56329"/>
                <a:gd name="connsiteY17" fmla="*/ 101294 h 108809"/>
                <a:gd name="connsiteX18" fmla="*/ 56329 w 56329"/>
                <a:gd name="connsiteY18" fmla="*/ 108809 h 108809"/>
                <a:gd name="connsiteX19" fmla="*/ 54528 w 56329"/>
                <a:gd name="connsiteY19" fmla="*/ 108809 h 108809"/>
                <a:gd name="connsiteX20" fmla="*/ 28492 w 56329"/>
                <a:gd name="connsiteY20" fmla="*/ 108319 h 108809"/>
                <a:gd name="connsiteX21" fmla="*/ 2783 w 56329"/>
                <a:gd name="connsiteY21" fmla="*/ 108809 h 108809"/>
                <a:gd name="connsiteX22" fmla="*/ 818 w 56329"/>
                <a:gd name="connsiteY22" fmla="*/ 108809 h 108809"/>
                <a:gd name="connsiteX23" fmla="*/ 818 w 56329"/>
                <a:gd name="connsiteY23" fmla="*/ 101294 h 108809"/>
                <a:gd name="connsiteX24" fmla="*/ 5076 w 56329"/>
                <a:gd name="connsiteY24" fmla="*/ 101294 h 108809"/>
                <a:gd name="connsiteX25" fmla="*/ 11298 w 56329"/>
                <a:gd name="connsiteY25" fmla="*/ 101294 h 108809"/>
                <a:gd name="connsiteX26" fmla="*/ 15392 w 56329"/>
                <a:gd name="connsiteY26" fmla="*/ 101130 h 108809"/>
                <a:gd name="connsiteX27" fmla="*/ 18012 w 56329"/>
                <a:gd name="connsiteY27" fmla="*/ 100640 h 108809"/>
                <a:gd name="connsiteX28" fmla="*/ 19322 w 56329"/>
                <a:gd name="connsiteY28" fmla="*/ 100313 h 108809"/>
                <a:gd name="connsiteX29" fmla="*/ 20305 w 56329"/>
                <a:gd name="connsiteY29" fmla="*/ 99496 h 108809"/>
                <a:gd name="connsiteX30" fmla="*/ 21287 w 56329"/>
                <a:gd name="connsiteY30" fmla="*/ 98843 h 108809"/>
                <a:gd name="connsiteX31" fmla="*/ 21287 w 56329"/>
                <a:gd name="connsiteY31" fmla="*/ 14377 h 10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6329" h="108809">
                  <a:moveTo>
                    <a:pt x="21287" y="14377"/>
                  </a:moveTo>
                  <a:lnTo>
                    <a:pt x="19158" y="15194"/>
                  </a:lnTo>
                  <a:cubicBezTo>
                    <a:pt x="17630" y="15738"/>
                    <a:pt x="15447" y="16284"/>
                    <a:pt x="12608" y="16828"/>
                  </a:cubicBezTo>
                  <a:cubicBezTo>
                    <a:pt x="9770" y="17373"/>
                    <a:pt x="6604" y="17754"/>
                    <a:pt x="3111" y="17971"/>
                  </a:cubicBezTo>
                  <a:lnTo>
                    <a:pt x="0" y="17971"/>
                  </a:lnTo>
                  <a:lnTo>
                    <a:pt x="0" y="10456"/>
                  </a:lnTo>
                  <a:lnTo>
                    <a:pt x="3111" y="10456"/>
                  </a:lnTo>
                  <a:cubicBezTo>
                    <a:pt x="8242" y="10238"/>
                    <a:pt x="12991" y="9422"/>
                    <a:pt x="17357" y="8005"/>
                  </a:cubicBezTo>
                  <a:cubicBezTo>
                    <a:pt x="21724" y="6590"/>
                    <a:pt x="24781" y="5283"/>
                    <a:pt x="26527" y="4084"/>
                  </a:cubicBezTo>
                  <a:cubicBezTo>
                    <a:pt x="28274" y="2886"/>
                    <a:pt x="29802" y="1689"/>
                    <a:pt x="31112" y="490"/>
                  </a:cubicBezTo>
                  <a:cubicBezTo>
                    <a:pt x="31330" y="163"/>
                    <a:pt x="31985" y="0"/>
                    <a:pt x="33077" y="0"/>
                  </a:cubicBezTo>
                  <a:cubicBezTo>
                    <a:pt x="34059" y="0"/>
                    <a:pt x="34987" y="327"/>
                    <a:pt x="35861" y="980"/>
                  </a:cubicBezTo>
                  <a:lnTo>
                    <a:pt x="35861" y="49830"/>
                  </a:lnTo>
                  <a:lnTo>
                    <a:pt x="36024" y="98843"/>
                  </a:lnTo>
                  <a:cubicBezTo>
                    <a:pt x="36788" y="99605"/>
                    <a:pt x="37443" y="100095"/>
                    <a:pt x="37989" y="100313"/>
                  </a:cubicBezTo>
                  <a:cubicBezTo>
                    <a:pt x="38535" y="100531"/>
                    <a:pt x="39845" y="100749"/>
                    <a:pt x="41919" y="100967"/>
                  </a:cubicBezTo>
                  <a:cubicBezTo>
                    <a:pt x="43994" y="101185"/>
                    <a:pt x="47378" y="101294"/>
                    <a:pt x="52072" y="101294"/>
                  </a:cubicBezTo>
                  <a:lnTo>
                    <a:pt x="56329" y="101294"/>
                  </a:lnTo>
                  <a:lnTo>
                    <a:pt x="56329" y="108809"/>
                  </a:lnTo>
                  <a:lnTo>
                    <a:pt x="54528" y="108809"/>
                  </a:lnTo>
                  <a:cubicBezTo>
                    <a:pt x="52236" y="108482"/>
                    <a:pt x="43557" y="108319"/>
                    <a:pt x="28492" y="108319"/>
                  </a:cubicBezTo>
                  <a:cubicBezTo>
                    <a:pt x="13646" y="108319"/>
                    <a:pt x="5076" y="108482"/>
                    <a:pt x="2783" y="108809"/>
                  </a:cubicBezTo>
                  <a:lnTo>
                    <a:pt x="818" y="108809"/>
                  </a:lnTo>
                  <a:lnTo>
                    <a:pt x="818" y="101294"/>
                  </a:lnTo>
                  <a:lnTo>
                    <a:pt x="5076" y="101294"/>
                  </a:lnTo>
                  <a:cubicBezTo>
                    <a:pt x="7478" y="101294"/>
                    <a:pt x="9552" y="101294"/>
                    <a:pt x="11298" y="101294"/>
                  </a:cubicBezTo>
                  <a:cubicBezTo>
                    <a:pt x="13045" y="101294"/>
                    <a:pt x="14410" y="101239"/>
                    <a:pt x="15392" y="101130"/>
                  </a:cubicBezTo>
                  <a:cubicBezTo>
                    <a:pt x="16375" y="101021"/>
                    <a:pt x="17248" y="100858"/>
                    <a:pt x="18012" y="100640"/>
                  </a:cubicBezTo>
                  <a:cubicBezTo>
                    <a:pt x="18776" y="100422"/>
                    <a:pt x="19213" y="100313"/>
                    <a:pt x="19322" y="100313"/>
                  </a:cubicBezTo>
                  <a:cubicBezTo>
                    <a:pt x="19431" y="100313"/>
                    <a:pt x="19759" y="100041"/>
                    <a:pt x="20305" y="99496"/>
                  </a:cubicBezTo>
                  <a:cubicBezTo>
                    <a:pt x="20850" y="98952"/>
                    <a:pt x="21178" y="98734"/>
                    <a:pt x="21287" y="98843"/>
                  </a:cubicBezTo>
                  <a:lnTo>
                    <a:pt x="21287" y="14377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任意形状 91">
              <a:extLst>
                <a:ext uri="{FF2B5EF4-FFF2-40B4-BE49-F238E27FC236}">
                  <a16:creationId xmlns:a16="http://schemas.microsoft.com/office/drawing/2014/main" id="{7B1BB34D-34EB-4991-A704-49633EF15991}"/>
                </a:ext>
              </a:extLst>
            </p:cNvPr>
            <p:cNvSpPr/>
            <p:nvPr/>
          </p:nvSpPr>
          <p:spPr>
            <a:xfrm>
              <a:off x="708639" y="5671677"/>
              <a:ext cx="98897" cy="146969"/>
            </a:xfrm>
            <a:custGeom>
              <a:avLst/>
              <a:gdLst>
                <a:gd name="connsiteX0" fmla="*/ 0 w 98897"/>
                <a:gd name="connsiteY0" fmla="*/ 65859 h 146969"/>
                <a:gd name="connsiteX1" fmla="*/ 17602 w 98897"/>
                <a:gd name="connsiteY1" fmla="*/ 21491 h 146969"/>
                <a:gd name="connsiteX2" fmla="*/ 57207 w 98897"/>
                <a:gd name="connsiteY2" fmla="*/ 231 h 146969"/>
                <a:gd name="connsiteX3" fmla="*/ 78516 w 98897"/>
                <a:gd name="connsiteY3" fmla="*/ 12248 h 146969"/>
                <a:gd name="connsiteX4" fmla="*/ 79674 w 98897"/>
                <a:gd name="connsiteY4" fmla="*/ 10861 h 146969"/>
                <a:gd name="connsiteX5" fmla="*/ 82221 w 98897"/>
                <a:gd name="connsiteY5" fmla="*/ 8319 h 146969"/>
                <a:gd name="connsiteX6" fmla="*/ 85927 w 98897"/>
                <a:gd name="connsiteY6" fmla="*/ 5546 h 146969"/>
                <a:gd name="connsiteX7" fmla="*/ 96581 w 98897"/>
                <a:gd name="connsiteY7" fmla="*/ 0 h 146969"/>
                <a:gd name="connsiteX8" fmla="*/ 98203 w 98897"/>
                <a:gd name="connsiteY8" fmla="*/ 693 h 146969"/>
                <a:gd name="connsiteX9" fmla="*/ 98897 w 98897"/>
                <a:gd name="connsiteY9" fmla="*/ 1849 h 146969"/>
                <a:gd name="connsiteX10" fmla="*/ 82916 w 98897"/>
                <a:gd name="connsiteY10" fmla="*/ 67708 h 146969"/>
                <a:gd name="connsiteX11" fmla="*/ 66472 w 98897"/>
                <a:gd name="connsiteY11" fmla="*/ 134260 h 146969"/>
                <a:gd name="connsiteX12" fmla="*/ 76894 w 98897"/>
                <a:gd name="connsiteY12" fmla="*/ 136340 h 146969"/>
                <a:gd name="connsiteX13" fmla="*/ 82685 w 98897"/>
                <a:gd name="connsiteY13" fmla="*/ 136340 h 146969"/>
                <a:gd name="connsiteX14" fmla="*/ 84074 w 98897"/>
                <a:gd name="connsiteY14" fmla="*/ 138420 h 146969"/>
                <a:gd name="connsiteX15" fmla="*/ 83379 w 98897"/>
                <a:gd name="connsiteY15" fmla="*/ 142579 h 146969"/>
                <a:gd name="connsiteX16" fmla="*/ 81063 w 98897"/>
                <a:gd name="connsiteY16" fmla="*/ 146969 h 146969"/>
                <a:gd name="connsiteX17" fmla="*/ 78052 w 98897"/>
                <a:gd name="connsiteY17" fmla="*/ 146969 h 146969"/>
                <a:gd name="connsiteX18" fmla="*/ 53039 w 98897"/>
                <a:gd name="connsiteY18" fmla="*/ 146507 h 146969"/>
                <a:gd name="connsiteX19" fmla="*/ 41227 w 98897"/>
                <a:gd name="connsiteY19" fmla="*/ 146507 h 146969"/>
                <a:gd name="connsiteX20" fmla="*/ 32657 w 98897"/>
                <a:gd name="connsiteY20" fmla="*/ 146507 h 146969"/>
                <a:gd name="connsiteX21" fmla="*/ 28720 w 98897"/>
                <a:gd name="connsiteY21" fmla="*/ 146739 h 146969"/>
                <a:gd name="connsiteX22" fmla="*/ 25477 w 98897"/>
                <a:gd name="connsiteY22" fmla="*/ 144890 h 146969"/>
                <a:gd name="connsiteX23" fmla="*/ 25940 w 98897"/>
                <a:gd name="connsiteY23" fmla="*/ 141424 h 146969"/>
                <a:gd name="connsiteX24" fmla="*/ 27562 w 98897"/>
                <a:gd name="connsiteY24" fmla="*/ 137033 h 146969"/>
                <a:gd name="connsiteX25" fmla="*/ 32194 w 98897"/>
                <a:gd name="connsiteY25" fmla="*/ 136340 h 146969"/>
                <a:gd name="connsiteX26" fmla="*/ 45627 w 98897"/>
                <a:gd name="connsiteY26" fmla="*/ 134722 h 146969"/>
                <a:gd name="connsiteX27" fmla="*/ 52112 w 98897"/>
                <a:gd name="connsiteY27" fmla="*/ 114387 h 146969"/>
                <a:gd name="connsiteX28" fmla="*/ 56976 w 98897"/>
                <a:gd name="connsiteY28" fmla="*/ 94745 h 146969"/>
                <a:gd name="connsiteX29" fmla="*/ 55354 w 98897"/>
                <a:gd name="connsiteY29" fmla="*/ 95438 h 146969"/>
                <a:gd name="connsiteX30" fmla="*/ 32194 w 98897"/>
                <a:gd name="connsiteY30" fmla="*/ 104450 h 146969"/>
                <a:gd name="connsiteX31" fmla="*/ 9728 w 98897"/>
                <a:gd name="connsiteY31" fmla="*/ 95207 h 146969"/>
                <a:gd name="connsiteX32" fmla="*/ 0 w 98897"/>
                <a:gd name="connsiteY32" fmla="*/ 65859 h 146969"/>
                <a:gd name="connsiteX33" fmla="*/ 73883 w 98897"/>
                <a:gd name="connsiteY33" fmla="*/ 26806 h 146969"/>
                <a:gd name="connsiteX34" fmla="*/ 56513 w 98897"/>
                <a:gd name="connsiteY34" fmla="*/ 8550 h 146969"/>
                <a:gd name="connsiteX35" fmla="*/ 40995 w 98897"/>
                <a:gd name="connsiteY35" fmla="*/ 15714 h 146969"/>
                <a:gd name="connsiteX36" fmla="*/ 29414 w 98897"/>
                <a:gd name="connsiteY36" fmla="*/ 34432 h 146969"/>
                <a:gd name="connsiteX37" fmla="*/ 19918 w 98897"/>
                <a:gd name="connsiteY37" fmla="*/ 72330 h 146969"/>
                <a:gd name="connsiteX38" fmla="*/ 19918 w 98897"/>
                <a:gd name="connsiteY38" fmla="*/ 74872 h 146969"/>
                <a:gd name="connsiteX39" fmla="*/ 19687 w 98897"/>
                <a:gd name="connsiteY39" fmla="*/ 77644 h 146969"/>
                <a:gd name="connsiteX40" fmla="*/ 23856 w 98897"/>
                <a:gd name="connsiteY40" fmla="*/ 91972 h 146969"/>
                <a:gd name="connsiteX41" fmla="*/ 33815 w 98897"/>
                <a:gd name="connsiteY41" fmla="*/ 96131 h 146969"/>
                <a:gd name="connsiteX42" fmla="*/ 59523 w 98897"/>
                <a:gd name="connsiteY42" fmla="*/ 79493 h 146969"/>
                <a:gd name="connsiteX43" fmla="*/ 61376 w 98897"/>
                <a:gd name="connsiteY43" fmla="*/ 76951 h 146969"/>
                <a:gd name="connsiteX44" fmla="*/ 73883 w 98897"/>
                <a:gd name="connsiteY44" fmla="*/ 26806 h 1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8897" h="146969">
                  <a:moveTo>
                    <a:pt x="0" y="65859"/>
                  </a:moveTo>
                  <a:cubicBezTo>
                    <a:pt x="0" y="50300"/>
                    <a:pt x="5867" y="35510"/>
                    <a:pt x="17602" y="21491"/>
                  </a:cubicBezTo>
                  <a:cubicBezTo>
                    <a:pt x="29337" y="7472"/>
                    <a:pt x="42539" y="385"/>
                    <a:pt x="57207" y="231"/>
                  </a:cubicBezTo>
                  <a:cubicBezTo>
                    <a:pt x="66472" y="231"/>
                    <a:pt x="73575" y="4236"/>
                    <a:pt x="78516" y="12248"/>
                  </a:cubicBezTo>
                  <a:cubicBezTo>
                    <a:pt x="78670" y="12093"/>
                    <a:pt x="79056" y="11631"/>
                    <a:pt x="79674" y="10861"/>
                  </a:cubicBezTo>
                  <a:cubicBezTo>
                    <a:pt x="80291" y="10091"/>
                    <a:pt x="81141" y="9244"/>
                    <a:pt x="82221" y="8319"/>
                  </a:cubicBezTo>
                  <a:cubicBezTo>
                    <a:pt x="83302" y="7395"/>
                    <a:pt x="84537" y="6470"/>
                    <a:pt x="85927" y="5546"/>
                  </a:cubicBezTo>
                  <a:cubicBezTo>
                    <a:pt x="91177" y="1849"/>
                    <a:pt x="94728" y="0"/>
                    <a:pt x="96581" y="0"/>
                  </a:cubicBezTo>
                  <a:cubicBezTo>
                    <a:pt x="97199" y="0"/>
                    <a:pt x="97739" y="231"/>
                    <a:pt x="98203" y="693"/>
                  </a:cubicBezTo>
                  <a:cubicBezTo>
                    <a:pt x="98666" y="1155"/>
                    <a:pt x="98897" y="1541"/>
                    <a:pt x="98897" y="1849"/>
                  </a:cubicBezTo>
                  <a:cubicBezTo>
                    <a:pt x="98897" y="3235"/>
                    <a:pt x="93570" y="25188"/>
                    <a:pt x="82916" y="67708"/>
                  </a:cubicBezTo>
                  <a:cubicBezTo>
                    <a:pt x="71953" y="111460"/>
                    <a:pt x="66472" y="133644"/>
                    <a:pt x="66472" y="134260"/>
                  </a:cubicBezTo>
                  <a:cubicBezTo>
                    <a:pt x="66472" y="135493"/>
                    <a:pt x="69946" y="136186"/>
                    <a:pt x="76894" y="136340"/>
                  </a:cubicBezTo>
                  <a:lnTo>
                    <a:pt x="82685" y="136340"/>
                  </a:lnTo>
                  <a:cubicBezTo>
                    <a:pt x="83611" y="137572"/>
                    <a:pt x="84074" y="138265"/>
                    <a:pt x="84074" y="138420"/>
                  </a:cubicBezTo>
                  <a:cubicBezTo>
                    <a:pt x="84074" y="138574"/>
                    <a:pt x="83843" y="139960"/>
                    <a:pt x="83379" y="142579"/>
                  </a:cubicBezTo>
                  <a:cubicBezTo>
                    <a:pt x="82762" y="144582"/>
                    <a:pt x="81990" y="146045"/>
                    <a:pt x="81063" y="146969"/>
                  </a:cubicBezTo>
                  <a:lnTo>
                    <a:pt x="78052" y="146969"/>
                  </a:lnTo>
                  <a:cubicBezTo>
                    <a:pt x="73266" y="146662"/>
                    <a:pt x="64928" y="146507"/>
                    <a:pt x="53039" y="146507"/>
                  </a:cubicBezTo>
                  <a:cubicBezTo>
                    <a:pt x="48715" y="146507"/>
                    <a:pt x="44778" y="146507"/>
                    <a:pt x="41227" y="146507"/>
                  </a:cubicBezTo>
                  <a:cubicBezTo>
                    <a:pt x="37675" y="146507"/>
                    <a:pt x="34819" y="146507"/>
                    <a:pt x="32657" y="146507"/>
                  </a:cubicBezTo>
                  <a:cubicBezTo>
                    <a:pt x="30495" y="146507"/>
                    <a:pt x="29183" y="146585"/>
                    <a:pt x="28720" y="146739"/>
                  </a:cubicBezTo>
                  <a:cubicBezTo>
                    <a:pt x="26558" y="146739"/>
                    <a:pt x="25477" y="146122"/>
                    <a:pt x="25477" y="144890"/>
                  </a:cubicBezTo>
                  <a:cubicBezTo>
                    <a:pt x="25477" y="144427"/>
                    <a:pt x="25631" y="143272"/>
                    <a:pt x="25940" y="141424"/>
                  </a:cubicBezTo>
                  <a:cubicBezTo>
                    <a:pt x="26558" y="138959"/>
                    <a:pt x="27098" y="137495"/>
                    <a:pt x="27562" y="137033"/>
                  </a:cubicBezTo>
                  <a:cubicBezTo>
                    <a:pt x="28025" y="136571"/>
                    <a:pt x="29569" y="136340"/>
                    <a:pt x="32194" y="136340"/>
                  </a:cubicBezTo>
                  <a:cubicBezTo>
                    <a:pt x="39605" y="136340"/>
                    <a:pt x="44083" y="135801"/>
                    <a:pt x="45627" y="134722"/>
                  </a:cubicBezTo>
                  <a:cubicBezTo>
                    <a:pt x="46862" y="133952"/>
                    <a:pt x="49024" y="127174"/>
                    <a:pt x="52112" y="114387"/>
                  </a:cubicBezTo>
                  <a:cubicBezTo>
                    <a:pt x="55200" y="101600"/>
                    <a:pt x="56821" y="95053"/>
                    <a:pt x="56976" y="94745"/>
                  </a:cubicBezTo>
                  <a:cubicBezTo>
                    <a:pt x="56976" y="94590"/>
                    <a:pt x="56435" y="94822"/>
                    <a:pt x="55354" y="95438"/>
                  </a:cubicBezTo>
                  <a:cubicBezTo>
                    <a:pt x="47943" y="101446"/>
                    <a:pt x="40223" y="104450"/>
                    <a:pt x="32194" y="104450"/>
                  </a:cubicBezTo>
                  <a:cubicBezTo>
                    <a:pt x="23701" y="104450"/>
                    <a:pt x="16213" y="101369"/>
                    <a:pt x="9728" y="95207"/>
                  </a:cubicBezTo>
                  <a:cubicBezTo>
                    <a:pt x="3243" y="89044"/>
                    <a:pt x="0" y="79262"/>
                    <a:pt x="0" y="65859"/>
                  </a:cubicBezTo>
                  <a:close/>
                  <a:moveTo>
                    <a:pt x="73883" y="26806"/>
                  </a:moveTo>
                  <a:cubicBezTo>
                    <a:pt x="70332" y="14635"/>
                    <a:pt x="64542" y="8550"/>
                    <a:pt x="56513" y="8550"/>
                  </a:cubicBezTo>
                  <a:cubicBezTo>
                    <a:pt x="51108" y="8550"/>
                    <a:pt x="45936" y="10938"/>
                    <a:pt x="40995" y="15714"/>
                  </a:cubicBezTo>
                  <a:cubicBezTo>
                    <a:pt x="36054" y="20490"/>
                    <a:pt x="32194" y="26729"/>
                    <a:pt x="29414" y="34432"/>
                  </a:cubicBezTo>
                  <a:cubicBezTo>
                    <a:pt x="24937" y="46602"/>
                    <a:pt x="21771" y="59234"/>
                    <a:pt x="19918" y="72330"/>
                  </a:cubicBezTo>
                  <a:cubicBezTo>
                    <a:pt x="19918" y="72792"/>
                    <a:pt x="19918" y="73639"/>
                    <a:pt x="19918" y="74872"/>
                  </a:cubicBezTo>
                  <a:cubicBezTo>
                    <a:pt x="19918" y="76104"/>
                    <a:pt x="19841" y="77028"/>
                    <a:pt x="19687" y="77644"/>
                  </a:cubicBezTo>
                  <a:cubicBezTo>
                    <a:pt x="19687" y="84577"/>
                    <a:pt x="21076" y="89353"/>
                    <a:pt x="23856" y="91972"/>
                  </a:cubicBezTo>
                  <a:cubicBezTo>
                    <a:pt x="26635" y="94590"/>
                    <a:pt x="29955" y="95977"/>
                    <a:pt x="33815" y="96131"/>
                  </a:cubicBezTo>
                  <a:cubicBezTo>
                    <a:pt x="42153" y="96131"/>
                    <a:pt x="50722" y="90585"/>
                    <a:pt x="59523" y="79493"/>
                  </a:cubicBezTo>
                  <a:lnTo>
                    <a:pt x="61376" y="76951"/>
                  </a:lnTo>
                  <a:lnTo>
                    <a:pt x="73883" y="26806"/>
                  </a:ln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任意形状 92">
              <a:extLst>
                <a:ext uri="{FF2B5EF4-FFF2-40B4-BE49-F238E27FC236}">
                  <a16:creationId xmlns:a16="http://schemas.microsoft.com/office/drawing/2014/main" id="{A9410B51-1E6B-4C1E-9522-5E5FC4CD70C0}"/>
                </a:ext>
              </a:extLst>
            </p:cNvPr>
            <p:cNvSpPr/>
            <p:nvPr/>
          </p:nvSpPr>
          <p:spPr>
            <a:xfrm>
              <a:off x="812619" y="5699676"/>
              <a:ext cx="65335" cy="108809"/>
            </a:xfrm>
            <a:custGeom>
              <a:avLst/>
              <a:gdLst>
                <a:gd name="connsiteX0" fmla="*/ 9661 w 65335"/>
                <a:gd name="connsiteY0" fmla="*/ 38721 h 108809"/>
                <a:gd name="connsiteX1" fmla="*/ 2620 w 65335"/>
                <a:gd name="connsiteY1" fmla="*/ 35780 h 108809"/>
                <a:gd name="connsiteX2" fmla="*/ 0 w 65335"/>
                <a:gd name="connsiteY2" fmla="*/ 28591 h 108809"/>
                <a:gd name="connsiteX3" fmla="*/ 8679 w 65335"/>
                <a:gd name="connsiteY3" fmla="*/ 8496 h 108809"/>
                <a:gd name="connsiteX4" fmla="*/ 30294 w 65335"/>
                <a:gd name="connsiteY4" fmla="*/ 0 h 108809"/>
                <a:gd name="connsiteX5" fmla="*/ 55183 w 65335"/>
                <a:gd name="connsiteY5" fmla="*/ 9149 h 108809"/>
                <a:gd name="connsiteX6" fmla="*/ 65336 w 65335"/>
                <a:gd name="connsiteY6" fmla="*/ 32839 h 108809"/>
                <a:gd name="connsiteX7" fmla="*/ 62061 w 65335"/>
                <a:gd name="connsiteY7" fmla="*/ 46236 h 108809"/>
                <a:gd name="connsiteX8" fmla="*/ 54201 w 65335"/>
                <a:gd name="connsiteY8" fmla="*/ 57345 h 108809"/>
                <a:gd name="connsiteX9" fmla="*/ 41101 w 65335"/>
                <a:gd name="connsiteY9" fmla="*/ 69435 h 108809"/>
                <a:gd name="connsiteX10" fmla="*/ 24726 w 65335"/>
                <a:gd name="connsiteY10" fmla="*/ 84466 h 108809"/>
                <a:gd name="connsiteX11" fmla="*/ 15065 w 65335"/>
                <a:gd name="connsiteY11" fmla="*/ 93615 h 108809"/>
                <a:gd name="connsiteX12" fmla="*/ 27510 w 65335"/>
                <a:gd name="connsiteY12" fmla="*/ 93778 h 108809"/>
                <a:gd name="connsiteX13" fmla="*/ 54856 w 65335"/>
                <a:gd name="connsiteY13" fmla="*/ 92961 h 108809"/>
                <a:gd name="connsiteX14" fmla="*/ 58785 w 65335"/>
                <a:gd name="connsiteY14" fmla="*/ 78421 h 108809"/>
                <a:gd name="connsiteX15" fmla="*/ 58785 w 65335"/>
                <a:gd name="connsiteY15" fmla="*/ 77931 h 108809"/>
                <a:gd name="connsiteX16" fmla="*/ 65336 w 65335"/>
                <a:gd name="connsiteY16" fmla="*/ 77931 h 108809"/>
                <a:gd name="connsiteX17" fmla="*/ 65336 w 65335"/>
                <a:gd name="connsiteY17" fmla="*/ 78421 h 108809"/>
                <a:gd name="connsiteX18" fmla="*/ 63207 w 65335"/>
                <a:gd name="connsiteY18" fmla="*/ 93288 h 108809"/>
                <a:gd name="connsiteX19" fmla="*/ 60751 w 65335"/>
                <a:gd name="connsiteY19" fmla="*/ 108319 h 108809"/>
                <a:gd name="connsiteX20" fmla="*/ 60751 w 65335"/>
                <a:gd name="connsiteY20" fmla="*/ 108809 h 108809"/>
                <a:gd name="connsiteX21" fmla="*/ 0 w 65335"/>
                <a:gd name="connsiteY21" fmla="*/ 108809 h 108809"/>
                <a:gd name="connsiteX22" fmla="*/ 0 w 65335"/>
                <a:gd name="connsiteY22" fmla="*/ 105705 h 108809"/>
                <a:gd name="connsiteX23" fmla="*/ 0 w 65335"/>
                <a:gd name="connsiteY23" fmla="*/ 103744 h 108809"/>
                <a:gd name="connsiteX24" fmla="*/ 982 w 65335"/>
                <a:gd name="connsiteY24" fmla="*/ 101294 h 108809"/>
                <a:gd name="connsiteX25" fmla="*/ 5895 w 65335"/>
                <a:gd name="connsiteY25" fmla="*/ 95575 h 108809"/>
                <a:gd name="connsiteX26" fmla="*/ 14082 w 65335"/>
                <a:gd name="connsiteY26" fmla="*/ 86426 h 108809"/>
                <a:gd name="connsiteX27" fmla="*/ 19650 w 65335"/>
                <a:gd name="connsiteY27" fmla="*/ 80381 h 108809"/>
                <a:gd name="connsiteX28" fmla="*/ 25217 w 65335"/>
                <a:gd name="connsiteY28" fmla="*/ 74336 h 108809"/>
                <a:gd name="connsiteX29" fmla="*/ 29966 w 65335"/>
                <a:gd name="connsiteY29" fmla="*/ 68945 h 108809"/>
                <a:gd name="connsiteX30" fmla="*/ 34551 w 65335"/>
                <a:gd name="connsiteY30" fmla="*/ 63390 h 108809"/>
                <a:gd name="connsiteX31" fmla="*/ 38317 w 65335"/>
                <a:gd name="connsiteY31" fmla="*/ 58489 h 108809"/>
                <a:gd name="connsiteX32" fmla="*/ 41756 w 65335"/>
                <a:gd name="connsiteY32" fmla="*/ 53261 h 108809"/>
                <a:gd name="connsiteX33" fmla="*/ 44212 w 65335"/>
                <a:gd name="connsiteY33" fmla="*/ 48523 h 108809"/>
                <a:gd name="connsiteX34" fmla="*/ 46341 w 65335"/>
                <a:gd name="connsiteY34" fmla="*/ 43295 h 108809"/>
                <a:gd name="connsiteX35" fmla="*/ 47487 w 65335"/>
                <a:gd name="connsiteY35" fmla="*/ 38394 h 108809"/>
                <a:gd name="connsiteX36" fmla="*/ 47978 w 65335"/>
                <a:gd name="connsiteY36" fmla="*/ 33002 h 108809"/>
                <a:gd name="connsiteX37" fmla="*/ 42411 w 65335"/>
                <a:gd name="connsiteY37" fmla="*/ 15194 h 108809"/>
                <a:gd name="connsiteX38" fmla="*/ 26527 w 65335"/>
                <a:gd name="connsiteY38" fmla="*/ 7679 h 108809"/>
                <a:gd name="connsiteX39" fmla="*/ 17030 w 65335"/>
                <a:gd name="connsiteY39" fmla="*/ 10456 h 108809"/>
                <a:gd name="connsiteX40" fmla="*/ 11299 w 65335"/>
                <a:gd name="connsiteY40" fmla="*/ 15848 h 108809"/>
                <a:gd name="connsiteX41" fmla="*/ 9661 w 65335"/>
                <a:gd name="connsiteY41" fmla="*/ 18952 h 108809"/>
                <a:gd name="connsiteX42" fmla="*/ 10480 w 65335"/>
                <a:gd name="connsiteY42" fmla="*/ 19115 h 108809"/>
                <a:gd name="connsiteX43" fmla="*/ 16539 w 65335"/>
                <a:gd name="connsiteY43" fmla="*/ 21402 h 108809"/>
                <a:gd name="connsiteX44" fmla="*/ 19650 w 65335"/>
                <a:gd name="connsiteY44" fmla="*/ 28918 h 108809"/>
                <a:gd name="connsiteX45" fmla="*/ 17030 w 65335"/>
                <a:gd name="connsiteY45" fmla="*/ 35780 h 108809"/>
                <a:gd name="connsiteX46" fmla="*/ 9661 w 65335"/>
                <a:gd name="connsiteY46" fmla="*/ 38721 h 10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5335" h="108809">
                  <a:moveTo>
                    <a:pt x="9661" y="38721"/>
                  </a:moveTo>
                  <a:cubicBezTo>
                    <a:pt x="6714" y="38721"/>
                    <a:pt x="4367" y="37740"/>
                    <a:pt x="2620" y="35780"/>
                  </a:cubicBezTo>
                  <a:cubicBezTo>
                    <a:pt x="873" y="33819"/>
                    <a:pt x="0" y="31423"/>
                    <a:pt x="0" y="28591"/>
                  </a:cubicBezTo>
                  <a:cubicBezTo>
                    <a:pt x="0" y="20858"/>
                    <a:pt x="2893" y="14159"/>
                    <a:pt x="8679" y="8496"/>
                  </a:cubicBezTo>
                  <a:cubicBezTo>
                    <a:pt x="14465" y="2832"/>
                    <a:pt x="21669" y="0"/>
                    <a:pt x="30294" y="0"/>
                  </a:cubicBezTo>
                  <a:cubicBezTo>
                    <a:pt x="40227" y="0"/>
                    <a:pt x="48524" y="3050"/>
                    <a:pt x="55183" y="9149"/>
                  </a:cubicBezTo>
                  <a:cubicBezTo>
                    <a:pt x="61842" y="15248"/>
                    <a:pt x="65226" y="23145"/>
                    <a:pt x="65336" y="32839"/>
                  </a:cubicBezTo>
                  <a:cubicBezTo>
                    <a:pt x="65336" y="37522"/>
                    <a:pt x="64244" y="41988"/>
                    <a:pt x="62061" y="46236"/>
                  </a:cubicBezTo>
                  <a:cubicBezTo>
                    <a:pt x="59877" y="50484"/>
                    <a:pt x="57257" y="54187"/>
                    <a:pt x="54201" y="57345"/>
                  </a:cubicBezTo>
                  <a:cubicBezTo>
                    <a:pt x="51144" y="60504"/>
                    <a:pt x="46777" y="64534"/>
                    <a:pt x="41101" y="69435"/>
                  </a:cubicBezTo>
                  <a:cubicBezTo>
                    <a:pt x="37171" y="72812"/>
                    <a:pt x="31713" y="77822"/>
                    <a:pt x="24726" y="84466"/>
                  </a:cubicBezTo>
                  <a:lnTo>
                    <a:pt x="15065" y="93615"/>
                  </a:lnTo>
                  <a:lnTo>
                    <a:pt x="27510" y="93778"/>
                  </a:lnTo>
                  <a:cubicBezTo>
                    <a:pt x="44649" y="93778"/>
                    <a:pt x="53764" y="93506"/>
                    <a:pt x="54856" y="92961"/>
                  </a:cubicBezTo>
                  <a:cubicBezTo>
                    <a:pt x="55620" y="92743"/>
                    <a:pt x="56930" y="87897"/>
                    <a:pt x="58785" y="78421"/>
                  </a:cubicBezTo>
                  <a:lnTo>
                    <a:pt x="58785" y="77931"/>
                  </a:lnTo>
                  <a:lnTo>
                    <a:pt x="65336" y="77931"/>
                  </a:lnTo>
                  <a:lnTo>
                    <a:pt x="65336" y="78421"/>
                  </a:lnTo>
                  <a:cubicBezTo>
                    <a:pt x="65226" y="78748"/>
                    <a:pt x="64517" y="83703"/>
                    <a:pt x="63207" y="93288"/>
                  </a:cubicBezTo>
                  <a:cubicBezTo>
                    <a:pt x="61897" y="102873"/>
                    <a:pt x="61078" y="107883"/>
                    <a:pt x="60751" y="108319"/>
                  </a:cubicBezTo>
                  <a:lnTo>
                    <a:pt x="60751" y="108809"/>
                  </a:lnTo>
                  <a:lnTo>
                    <a:pt x="0" y="108809"/>
                  </a:lnTo>
                  <a:lnTo>
                    <a:pt x="0" y="105705"/>
                  </a:lnTo>
                  <a:lnTo>
                    <a:pt x="0" y="103744"/>
                  </a:lnTo>
                  <a:cubicBezTo>
                    <a:pt x="0" y="102982"/>
                    <a:pt x="328" y="102165"/>
                    <a:pt x="982" y="101294"/>
                  </a:cubicBezTo>
                  <a:cubicBezTo>
                    <a:pt x="1637" y="100422"/>
                    <a:pt x="3275" y="98516"/>
                    <a:pt x="5895" y="95575"/>
                  </a:cubicBezTo>
                  <a:cubicBezTo>
                    <a:pt x="9061" y="92090"/>
                    <a:pt x="11790" y="89040"/>
                    <a:pt x="14082" y="86426"/>
                  </a:cubicBezTo>
                  <a:cubicBezTo>
                    <a:pt x="15065" y="85337"/>
                    <a:pt x="16921" y="83322"/>
                    <a:pt x="19650" y="80381"/>
                  </a:cubicBezTo>
                  <a:cubicBezTo>
                    <a:pt x="22379" y="77441"/>
                    <a:pt x="24235" y="75426"/>
                    <a:pt x="25217" y="74336"/>
                  </a:cubicBezTo>
                  <a:cubicBezTo>
                    <a:pt x="26200" y="73247"/>
                    <a:pt x="27782" y="71450"/>
                    <a:pt x="29966" y="68945"/>
                  </a:cubicBezTo>
                  <a:cubicBezTo>
                    <a:pt x="32149" y="66440"/>
                    <a:pt x="33678" y="64588"/>
                    <a:pt x="34551" y="63390"/>
                  </a:cubicBezTo>
                  <a:cubicBezTo>
                    <a:pt x="35424" y="62192"/>
                    <a:pt x="36679" y="60559"/>
                    <a:pt x="38317" y="58489"/>
                  </a:cubicBezTo>
                  <a:cubicBezTo>
                    <a:pt x="39955" y="56420"/>
                    <a:pt x="41101" y="54677"/>
                    <a:pt x="41756" y="53261"/>
                  </a:cubicBezTo>
                  <a:cubicBezTo>
                    <a:pt x="42411" y="51845"/>
                    <a:pt x="43230" y="50266"/>
                    <a:pt x="44212" y="48523"/>
                  </a:cubicBezTo>
                  <a:cubicBezTo>
                    <a:pt x="45194" y="46780"/>
                    <a:pt x="45904" y="45037"/>
                    <a:pt x="46341" y="43295"/>
                  </a:cubicBezTo>
                  <a:cubicBezTo>
                    <a:pt x="46777" y="41552"/>
                    <a:pt x="47159" y="39918"/>
                    <a:pt x="47487" y="38394"/>
                  </a:cubicBezTo>
                  <a:cubicBezTo>
                    <a:pt x="47814" y="36869"/>
                    <a:pt x="47978" y="35072"/>
                    <a:pt x="47978" y="33002"/>
                  </a:cubicBezTo>
                  <a:cubicBezTo>
                    <a:pt x="47978" y="26140"/>
                    <a:pt x="46123" y="20205"/>
                    <a:pt x="42411" y="15194"/>
                  </a:cubicBezTo>
                  <a:cubicBezTo>
                    <a:pt x="38699" y="10184"/>
                    <a:pt x="33405" y="7679"/>
                    <a:pt x="26527" y="7679"/>
                  </a:cubicBezTo>
                  <a:cubicBezTo>
                    <a:pt x="22925" y="7679"/>
                    <a:pt x="19759" y="8605"/>
                    <a:pt x="17030" y="10456"/>
                  </a:cubicBezTo>
                  <a:cubicBezTo>
                    <a:pt x="14301" y="12308"/>
                    <a:pt x="12391" y="14105"/>
                    <a:pt x="11299" y="15848"/>
                  </a:cubicBezTo>
                  <a:cubicBezTo>
                    <a:pt x="10207" y="17590"/>
                    <a:pt x="9661" y="18625"/>
                    <a:pt x="9661" y="18952"/>
                  </a:cubicBezTo>
                  <a:cubicBezTo>
                    <a:pt x="9661" y="19061"/>
                    <a:pt x="9934" y="19115"/>
                    <a:pt x="10480" y="19115"/>
                  </a:cubicBezTo>
                  <a:cubicBezTo>
                    <a:pt x="12445" y="19115"/>
                    <a:pt x="14465" y="19878"/>
                    <a:pt x="16539" y="21402"/>
                  </a:cubicBezTo>
                  <a:cubicBezTo>
                    <a:pt x="18613" y="22927"/>
                    <a:pt x="19650" y="25432"/>
                    <a:pt x="19650" y="28918"/>
                  </a:cubicBezTo>
                  <a:cubicBezTo>
                    <a:pt x="19650" y="31641"/>
                    <a:pt x="18776" y="33928"/>
                    <a:pt x="17030" y="35780"/>
                  </a:cubicBezTo>
                  <a:cubicBezTo>
                    <a:pt x="15283" y="37631"/>
                    <a:pt x="12827" y="38612"/>
                    <a:pt x="9661" y="38721"/>
                  </a:cubicBezTo>
                  <a:close/>
                </a:path>
              </a:pathLst>
            </a:custGeom>
            <a:solidFill>
              <a:srgbClr val="00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文本框 93">
              <a:extLst>
                <a:ext uri="{FF2B5EF4-FFF2-40B4-BE49-F238E27FC236}">
                  <a16:creationId xmlns:a16="http://schemas.microsoft.com/office/drawing/2014/main" id="{9E3DB133-9A0A-4C3E-AE44-2CB31C6B813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22249" y="5353287"/>
              <a:ext cx="8993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prepare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to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162" name="右箭头 94">
              <a:extLst>
                <a:ext uri="{FF2B5EF4-FFF2-40B4-BE49-F238E27FC236}">
                  <a16:creationId xmlns:a16="http://schemas.microsoft.com/office/drawing/2014/main" id="{22689D6B-36A3-4FB0-9747-55BC6E1CD3BA}"/>
                </a:ext>
              </a:extLst>
            </p:cNvPr>
            <p:cNvSpPr/>
            <p:nvPr/>
          </p:nvSpPr>
          <p:spPr>
            <a:xfrm>
              <a:off x="2675022" y="5437131"/>
              <a:ext cx="494521" cy="398510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163" name="图表 96">
              <a:extLst>
                <a:ext uri="{FF2B5EF4-FFF2-40B4-BE49-F238E27FC236}">
                  <a16:creationId xmlns:a16="http://schemas.microsoft.com/office/drawing/2014/main" id="{4F6DF764-EB31-4390-8387-F67DE52BBC9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42993130"/>
                </p:ext>
              </p:extLst>
            </p:nvPr>
          </p:nvGraphicFramePr>
          <p:xfrm>
            <a:off x="3202559" y="4129114"/>
            <a:ext cx="2149659" cy="101676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sp>
          <p:nvSpPr>
            <p:cNvPr id="167" name="文本框 11">
              <a:extLst>
                <a:ext uri="{FF2B5EF4-FFF2-40B4-BE49-F238E27FC236}">
                  <a16:creationId xmlns:a16="http://schemas.microsoft.com/office/drawing/2014/main" id="{10702BF7-96D9-4D23-AF35-86EEDEBAC05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332192" y="5808393"/>
              <a:ext cx="4945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…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8" name="文本框 11">
              <a:extLst>
                <a:ext uri="{FF2B5EF4-FFF2-40B4-BE49-F238E27FC236}">
                  <a16:creationId xmlns:a16="http://schemas.microsoft.com/office/drawing/2014/main" id="{0E4336DB-F90A-470A-AA42-2BCBE0E0856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4217991" y="5808393"/>
              <a:ext cx="4945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…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4740B3A-6ED9-4877-8432-E3C472DC0465}"/>
              </a:ext>
            </a:extLst>
          </p:cNvPr>
          <p:cNvGrpSpPr/>
          <p:nvPr/>
        </p:nvGrpSpPr>
        <p:grpSpPr>
          <a:xfrm>
            <a:off x="8567025" y="3622081"/>
            <a:ext cx="3157879" cy="1172568"/>
            <a:chOff x="8567025" y="3622081"/>
            <a:chExt cx="3157879" cy="1172568"/>
          </a:xfrm>
        </p:grpSpPr>
        <p:sp>
          <p:nvSpPr>
            <p:cNvPr id="166" name="文本框 11">
              <a:extLst>
                <a:ext uri="{FF2B5EF4-FFF2-40B4-BE49-F238E27FC236}">
                  <a16:creationId xmlns:a16="http://schemas.microsoft.com/office/drawing/2014/main" id="{520D3C58-264C-427B-B9E7-5DA97CDEEC5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8567025" y="3622081"/>
              <a:ext cx="3157879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ea"/>
                <a:buAutoNum type="circleNumDbPlain" startAt="3"/>
              </a:pPr>
              <a:r>
                <a:rPr lang="en-US" altLang="zh-CN" sz="17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Inverse</a:t>
              </a:r>
              <a:r>
                <a:rPr lang="zh-CN" altLang="en-US" sz="17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7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the noisy matrix</a:t>
              </a:r>
              <a:endParaRPr lang="zh-CN" altLang="en-US" sz="17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FF915AF-C590-44F7-9DE8-2FAF9790CA0C}"/>
                </a:ext>
              </a:extLst>
            </p:cNvPr>
            <p:cNvGrpSpPr/>
            <p:nvPr/>
          </p:nvGrpSpPr>
          <p:grpSpPr>
            <a:xfrm>
              <a:off x="8897010" y="3980438"/>
              <a:ext cx="2368135" cy="814211"/>
              <a:chOff x="8581132" y="3072037"/>
              <a:chExt cx="2368135" cy="8142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文本框 98">
                    <a:extLst>
                      <a:ext uri="{FF2B5EF4-FFF2-40B4-BE49-F238E27FC236}">
                        <a16:creationId xmlns:a16="http://schemas.microsoft.com/office/drawing/2014/main" id="{11299FC1-DCEE-49E2-8681-A6DAAADD95C1}"/>
                      </a:ext>
                    </a:extLst>
                  </p:cNvPr>
                  <p:cNvSpPr txBox="1"/>
                  <p:nvPr/>
                </p:nvSpPr>
                <p:spPr>
                  <a:xfrm>
                    <a:off x="9009487" y="3072037"/>
                    <a:ext cx="108221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zh-CN" altLang="en-US" sz="16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70" name="文本框 98">
                    <a:extLst>
                      <a:ext uri="{FF2B5EF4-FFF2-40B4-BE49-F238E27FC236}">
                        <a16:creationId xmlns:a16="http://schemas.microsoft.com/office/drawing/2014/main" id="{11299FC1-DCEE-49E2-8681-A6DAAADD95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09487" y="3072037"/>
                    <a:ext cx="1082219" cy="24622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3955" r="-113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71" name="图片 99">
                <a:extLst>
                  <a:ext uri="{FF2B5EF4-FFF2-40B4-BE49-F238E27FC236}">
                    <a16:creationId xmlns:a16="http://schemas.microsoft.com/office/drawing/2014/main" id="{9766DFC9-BC5E-4E41-899E-A95E7A99DE5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77" t="11609" r="25942" b="11609"/>
              <a:stretch>
                <a:fillRect/>
              </a:stretch>
            </p:blipFill>
            <p:spPr>
              <a:xfrm>
                <a:off x="10313480" y="3168854"/>
                <a:ext cx="635787" cy="639380"/>
              </a:xfrm>
              <a:prstGeom prst="rect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</p:pic>
          <p:sp>
            <p:nvSpPr>
              <p:cNvPr id="172" name="文本框 119">
                <a:extLst>
                  <a:ext uri="{FF2B5EF4-FFF2-40B4-BE49-F238E27FC236}">
                    <a16:creationId xmlns:a16="http://schemas.microsoft.com/office/drawing/2014/main" id="{087C14B6-67C5-4446-BC8D-D5704B1B2556}"/>
                  </a:ext>
                </a:extLst>
              </p:cNvPr>
              <p:cNvSpPr txBox="1"/>
              <p:nvPr/>
            </p:nvSpPr>
            <p:spPr>
              <a:xfrm>
                <a:off x="8581132" y="3332250"/>
                <a:ext cx="193892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Mitigation</a:t>
                </a:r>
              </a:p>
              <a:p>
                <a:pPr algn="ctr"/>
                <a:r>
                  <a:rPr kumimoji="1" lang="en-US" altLang="zh-CN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endParaRPr lang="zh-CN" alt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949DA3-E922-4F58-94A0-56D2CA6E5256}"/>
              </a:ext>
            </a:extLst>
          </p:cNvPr>
          <p:cNvGrpSpPr/>
          <p:nvPr/>
        </p:nvGrpSpPr>
        <p:grpSpPr>
          <a:xfrm>
            <a:off x="5950685" y="4945507"/>
            <a:ext cx="5461492" cy="1129356"/>
            <a:chOff x="5950685" y="4945507"/>
            <a:chExt cx="5461492" cy="1129356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194008C-B916-4505-83EB-1512FDF8BEE2}"/>
                </a:ext>
              </a:extLst>
            </p:cNvPr>
            <p:cNvGrpSpPr/>
            <p:nvPr/>
          </p:nvGrpSpPr>
          <p:grpSpPr>
            <a:xfrm>
              <a:off x="6182465" y="4966015"/>
              <a:ext cx="5082680" cy="1074086"/>
              <a:chOff x="6118054" y="4163235"/>
              <a:chExt cx="5082680" cy="1074086"/>
            </a:xfrm>
          </p:grpSpPr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5FB4BB15-7404-44F6-9AFA-172DD1B77E4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8054" y="4246163"/>
                <a:ext cx="922706" cy="898549"/>
              </a:xfrm>
              <a:prstGeom prst="rect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</p:pic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4FE40CB-5BFE-4C7D-8689-724E1C89AB6D}"/>
                  </a:ext>
                </a:extLst>
              </p:cNvPr>
              <p:cNvSpPr txBox="1"/>
              <p:nvPr/>
            </p:nvSpPr>
            <p:spPr>
              <a:xfrm>
                <a:off x="7287920" y="4163235"/>
                <a:ext cx="35502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800" dirty="0"/>
                  <a:t>5-qubit mitigation matrix: </a:t>
                </a:r>
                <a:r>
                  <a:rPr kumimoji="1" lang="en-US" altLang="zh-CN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</a:t>
                </a:r>
                <a:r>
                  <a:rPr kumimoji="1" lang="en-US" altLang="zh-CN" sz="1800" b="1" baseline="30000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5</a:t>
                </a:r>
                <a:r>
                  <a:rPr kumimoji="1" lang="zh-CN" altLang="en-US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×</a:t>
                </a:r>
                <a:r>
                  <a:rPr kumimoji="1" lang="zh-CN" altLang="en-US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</a:t>
                </a:r>
                <a:r>
                  <a:rPr kumimoji="1" lang="en-US" altLang="zh-CN" sz="1800" b="1" baseline="30000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5</a:t>
                </a:r>
                <a:r>
                  <a:rPr kumimoji="1" lang="zh-CN" altLang="en-US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81AFF47-418E-4054-A139-8201EB7FB689}"/>
                  </a:ext>
                </a:extLst>
              </p:cNvPr>
              <p:cNvSpPr txBox="1"/>
              <p:nvPr/>
            </p:nvSpPr>
            <p:spPr>
              <a:xfrm>
                <a:off x="7361221" y="4867989"/>
                <a:ext cx="3839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1800" b="1" dirty="0">
                    <a:solidFill>
                      <a:srgbClr val="C00000"/>
                    </a:solidFill>
                  </a:rPr>
                  <a:t>The size exponentially increases!</a:t>
                </a:r>
                <a:endParaRPr kumimoji="1" lang="zh-CN" altLang="en-US" sz="1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14830BA-CD56-4DC2-9BB0-40BB5F1F6D0F}"/>
                  </a:ext>
                </a:extLst>
              </p:cNvPr>
              <p:cNvSpPr txBox="1"/>
              <p:nvPr/>
            </p:nvSpPr>
            <p:spPr>
              <a:xfrm>
                <a:off x="7273430" y="4504725"/>
                <a:ext cx="383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800" dirty="0"/>
                  <a:t>10-qubit mitigation matrix: </a:t>
                </a:r>
                <a:r>
                  <a:rPr kumimoji="1" lang="en-US" altLang="zh-CN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</a:t>
                </a:r>
                <a:r>
                  <a:rPr kumimoji="1" lang="en-US" altLang="zh-CN" sz="1800" b="1" baseline="30000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10</a:t>
                </a:r>
                <a:r>
                  <a:rPr kumimoji="1" lang="zh-CN" altLang="en-US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×</a:t>
                </a:r>
                <a:r>
                  <a:rPr kumimoji="1" lang="zh-CN" altLang="en-US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</a:t>
                </a:r>
                <a:r>
                  <a:rPr kumimoji="1" lang="en-US" altLang="zh-CN" sz="1800" b="1" baseline="30000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10</a:t>
                </a:r>
                <a:r>
                  <a:rPr kumimoji="1" lang="zh-CN" altLang="en-US" sz="18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49" name="圆角矩形 9">
              <a:extLst>
                <a:ext uri="{FF2B5EF4-FFF2-40B4-BE49-F238E27FC236}">
                  <a16:creationId xmlns:a16="http://schemas.microsoft.com/office/drawing/2014/main" id="{878CE32B-BC6A-4C1B-A12A-5FA10566805B}"/>
                </a:ext>
              </a:extLst>
            </p:cNvPr>
            <p:cNvSpPr/>
            <p:nvPr/>
          </p:nvSpPr>
          <p:spPr>
            <a:xfrm>
              <a:off x="5950685" y="4945507"/>
              <a:ext cx="5461492" cy="1129356"/>
            </a:xfrm>
            <a:prstGeom prst="roundRect">
              <a:avLst>
                <a:gd name="adj" fmla="val 5245"/>
              </a:avLst>
            </a:prstGeom>
            <a:noFill/>
            <a:ln>
              <a:solidFill>
                <a:srgbClr val="982668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圆角矩形 9">
            <a:extLst>
              <a:ext uri="{FF2B5EF4-FFF2-40B4-BE49-F238E27FC236}">
                <a16:creationId xmlns:a16="http://schemas.microsoft.com/office/drawing/2014/main" id="{3AC97408-21CD-46A0-9216-A7E983E0BC9B}"/>
              </a:ext>
            </a:extLst>
          </p:cNvPr>
          <p:cNvSpPr/>
          <p:nvPr/>
        </p:nvSpPr>
        <p:spPr>
          <a:xfrm>
            <a:off x="672281" y="6273918"/>
            <a:ext cx="10739895" cy="346902"/>
          </a:xfrm>
          <a:prstGeom prst="roundRect">
            <a:avLst/>
          </a:prstGeom>
          <a:solidFill>
            <a:srgbClr val="EFE1EB"/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800" b="1" dirty="0">
                <a:solidFill>
                  <a:schemeClr val="tx1"/>
                </a:solidFill>
              </a:rPr>
              <a:t>Matrix-based readout mitigation is limited in </a:t>
            </a:r>
            <a:r>
              <a:rPr lang="en" altLang="zh-CN" sz="1800" b="1" dirty="0">
                <a:solidFill>
                  <a:srgbClr val="982668"/>
                </a:solidFill>
              </a:rPr>
              <a:t>spatial scalability </a:t>
            </a:r>
            <a:r>
              <a:rPr lang="en-US" altLang="zh-CN" sz="1800" b="1" dirty="0">
                <a:solidFill>
                  <a:schemeClr val="tx1"/>
                </a:solidFill>
              </a:rPr>
              <a:t>!</a:t>
            </a:r>
            <a:endParaRPr lang="en" altLang="zh-CN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FB15186-D23B-4F8C-8D88-A3C6A984E4D6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738811" y="1500519"/>
                <a:ext cx="4252726" cy="291516"/>
              </a:xfrm>
              <a:prstGeom prst="rect">
                <a:avLst/>
              </a:prstGeom>
              <a:solidFill>
                <a:srgbClr val="982668"/>
              </a:solidFill>
              <a:ln w="19050">
                <a:noFill/>
              </a:ln>
              <a:effectLst/>
              <a:sp3d extrusionH="508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1800" b="1" dirty="0">
                    <a:latin typeface="Arial" panose="020B0604020202020204" pitchFamily="34" charset="0"/>
                    <a:ea typeface="STKaiti" panose="02010600040101010101" pitchFamily="2" charset="-122"/>
                    <a:cs typeface="Arial" panose="020B0604020202020204" pitchFamily="34" charset="0"/>
                    <a:sym typeface="+mn-lt"/>
                  </a:rPr>
                  <a:t>Readout with Noise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𝑛𝑜𝑖𝑠𝑦</m:t>
                        </m:r>
                      </m:sub>
                    </m:sSub>
                    <m:r>
                      <a:rPr kumimoji="1" lang="en-US" altLang="zh-CN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𝑖𝑑𝑒𝑎𝑙</m:t>
                        </m:r>
                      </m:sub>
                    </m:sSub>
                  </m:oMath>
                </a14:m>
                <a:r>
                  <a:rPr lang="en-US" altLang="zh-CN" sz="1800" b="1" dirty="0">
                    <a:latin typeface="Arial" panose="020B0604020202020204" pitchFamily="34" charset="0"/>
                    <a:ea typeface="STKaiti" panose="02010600040101010101" pitchFamily="2" charset="-122"/>
                    <a:cs typeface="Arial" panose="020B0604020202020204" pitchFamily="34" charset="0"/>
                    <a:sym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FB15186-D23B-4F8C-8D88-A3C6A984E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738811" y="1500519"/>
                <a:ext cx="4252726" cy="291516"/>
              </a:xfrm>
              <a:prstGeom prst="rect">
                <a:avLst/>
              </a:prstGeom>
              <a:blipFill>
                <a:blip r:embed="rId21"/>
                <a:stretch>
                  <a:fillRect l="-2006" t="-27083" r="-2006" b="-41667"/>
                </a:stretch>
              </a:blipFill>
              <a:ln w="190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638C6A6B-E31B-4F5B-8576-0DFE5C93AE27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6553108" y="1505468"/>
                <a:ext cx="4909573" cy="291516"/>
              </a:xfrm>
              <a:prstGeom prst="rect">
                <a:avLst/>
              </a:prstGeom>
              <a:solidFill>
                <a:srgbClr val="982668"/>
              </a:solidFill>
              <a:ln w="19050">
                <a:noFill/>
              </a:ln>
              <a:effectLst/>
              <a:sp3d extrusionH="508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1800" b="1" dirty="0">
                    <a:latin typeface="Arial" panose="020B0604020202020204" pitchFamily="34" charset="0"/>
                    <a:ea typeface="STKaiti" panose="02010600040101010101" pitchFamily="2" charset="-122"/>
                    <a:cs typeface="Arial" panose="020B0604020202020204" pitchFamily="34" charset="0"/>
                    <a:sym typeface="+mn-lt"/>
                  </a:rPr>
                  <a:t>Perform MVM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𝑚𝑖𝑡𝑖</m:t>
                        </m:r>
                      </m:sub>
                    </m:sSub>
                    <m:r>
                      <a:rPr kumimoji="1" lang="en-US" altLang="zh-CN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𝑛𝑜𝑖𝑠𝑦</m:t>
                        </m:r>
                      </m:sub>
                    </m:sSub>
                  </m:oMath>
                </a14:m>
                <a:r>
                  <a:rPr lang="en-US" altLang="zh-CN" sz="1800" b="1" dirty="0">
                    <a:latin typeface="Arial" panose="020B0604020202020204" pitchFamily="34" charset="0"/>
                    <a:ea typeface="STKaiti" panose="02010600040101010101" pitchFamily="2" charset="-122"/>
                    <a:cs typeface="Arial" panose="020B0604020202020204" pitchFamily="34" charset="0"/>
                    <a:sym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638C6A6B-E31B-4F5B-8576-0DFE5C93AE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6553108" y="1505468"/>
                <a:ext cx="4909573" cy="291516"/>
              </a:xfrm>
              <a:prstGeom prst="rect">
                <a:avLst/>
              </a:prstGeom>
              <a:blipFill>
                <a:blip r:embed="rId23"/>
                <a:stretch>
                  <a:fillRect t="-27083" b="-41667"/>
                </a:stretch>
              </a:blipFill>
              <a:ln w="1905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2C7CF2A-168A-435E-9DBC-6D0FBA5CE58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5616" y="1965667"/>
            <a:ext cx="3339115" cy="14532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ADE18D8-5F5B-4E3A-9F19-3BEF9F89507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15658" y="1942893"/>
            <a:ext cx="3823546" cy="1470595"/>
          </a:xfrm>
          <a:prstGeom prst="rect">
            <a:avLst/>
          </a:prstGeom>
        </p:spPr>
      </p:pic>
      <p:sp>
        <p:nvSpPr>
          <p:cNvPr id="61" name="圆角矩形 9">
            <a:extLst>
              <a:ext uri="{FF2B5EF4-FFF2-40B4-BE49-F238E27FC236}">
                <a16:creationId xmlns:a16="http://schemas.microsoft.com/office/drawing/2014/main" id="{C2B8DD48-430C-4113-9AFA-0459291F69DE}"/>
              </a:ext>
            </a:extLst>
          </p:cNvPr>
          <p:cNvSpPr/>
          <p:nvPr/>
        </p:nvSpPr>
        <p:spPr>
          <a:xfrm>
            <a:off x="672280" y="3091840"/>
            <a:ext cx="10739895" cy="345600"/>
          </a:xfrm>
          <a:prstGeom prst="roundRect">
            <a:avLst/>
          </a:prstGeom>
          <a:solidFill>
            <a:srgbClr val="EFE1EB"/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</a:rPr>
              <a:t>How to obtain the mitigation matrix?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65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61" grpId="0" animBg="1"/>
      <p:bldP spid="6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12126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zh-CN" sz="4400" dirty="0"/>
              <a:t>Tensor-Product-Based Mitigation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11CA3A-74ED-49B7-A3F7-489D9706986E}"/>
                  </a:ext>
                </a:extLst>
              </p:cNvPr>
              <p:cNvSpPr txBox="1"/>
              <p:nvPr/>
            </p:nvSpPr>
            <p:spPr>
              <a:xfrm>
                <a:off x="1066725" y="3693876"/>
                <a:ext cx="3853555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𝑚𝑖𝑡𝑖</m:t>
                          </m:r>
                        </m:sub>
                      </m:sSub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kumimoji="1"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⊗…</m:t>
                          </m:r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𝑛𝑜𝑖𝑠𝑦</m:t>
                          </m:r>
                        </m:sub>
                      </m:sSub>
                    </m:oMath>
                  </m:oMathPara>
                </a14:m>
                <a:endParaRPr kumimoji="1" lang="zh-CN" altLang="en-US" sz="1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11CA3A-74ED-49B7-A3F7-489D97069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25" y="3693876"/>
                <a:ext cx="3853555" cy="298928"/>
              </a:xfrm>
              <a:prstGeom prst="rect">
                <a:avLst/>
              </a:prstGeom>
              <a:blipFill>
                <a:blip r:embed="rId12"/>
                <a:stretch>
                  <a:fillRect l="-949" r="-633" b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箭头 74">
            <a:extLst>
              <a:ext uri="{FF2B5EF4-FFF2-40B4-BE49-F238E27FC236}">
                <a16:creationId xmlns:a16="http://schemas.microsoft.com/office/drawing/2014/main" id="{10E400C6-85B3-4060-8609-39173190EEBB}"/>
              </a:ext>
            </a:extLst>
          </p:cNvPr>
          <p:cNvSpPr/>
          <p:nvPr/>
        </p:nvSpPr>
        <p:spPr>
          <a:xfrm rot="5400000">
            <a:off x="1524035" y="3158581"/>
            <a:ext cx="432488" cy="398510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4D7109-A5AB-43C9-AC67-330D20EADAC7}"/>
                  </a:ext>
                </a:extLst>
              </p:cNvPr>
              <p:cNvSpPr txBox="1"/>
              <p:nvPr/>
            </p:nvSpPr>
            <p:spPr>
              <a:xfrm>
                <a:off x="1066725" y="2696749"/>
                <a:ext cx="180761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𝑚𝑖𝑡𝑖</m:t>
                          </m:r>
                        </m:sub>
                      </m:sSub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𝑛𝑜𝑖𝑠𝑦</m:t>
                          </m:r>
                        </m:sub>
                      </m:sSub>
                    </m:oMath>
                  </m:oMathPara>
                </a14:m>
                <a:endParaRPr kumimoji="1" lang="zh-CN" altLang="en-US" sz="1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4D7109-A5AB-43C9-AC67-330D20EAD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25" y="2696749"/>
                <a:ext cx="1807611" cy="298928"/>
              </a:xfrm>
              <a:prstGeom prst="rect">
                <a:avLst/>
              </a:prstGeom>
              <a:blipFill>
                <a:blip r:embed="rId13"/>
                <a:stretch>
                  <a:fillRect l="-2357" r="-1684" b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7AD714AA-E45D-4EC2-AD76-76D6E0893C28}"/>
              </a:ext>
            </a:extLst>
          </p:cNvPr>
          <p:cNvGrpSpPr/>
          <p:nvPr/>
        </p:nvGrpSpPr>
        <p:grpSpPr>
          <a:xfrm>
            <a:off x="6143962" y="3169251"/>
            <a:ext cx="5372413" cy="1125127"/>
            <a:chOff x="6334424" y="4113135"/>
            <a:chExt cx="5372413" cy="112512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774B223-6BB3-4E43-8BF3-D46CEF82E84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4424" y="4113135"/>
              <a:ext cx="1155376" cy="1125127"/>
            </a:xfrm>
            <a:prstGeom prst="rect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B187751-9782-4324-9048-6DA338C90E26}"/>
                    </a:ext>
                  </a:extLst>
                </p:cNvPr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7489800" y="4475643"/>
                  <a:ext cx="514985" cy="40011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6726F311-0947-3782-009B-EBB416672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7489800" y="4475643"/>
                  <a:ext cx="514985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E694D98-E996-49D9-B5BC-A087AA246BC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7" t="11609" r="56417" b="49271"/>
            <a:stretch/>
          </p:blipFill>
          <p:spPr>
            <a:xfrm>
              <a:off x="10426802" y="4434182"/>
              <a:ext cx="479281" cy="490098"/>
            </a:xfrm>
            <a:prstGeom prst="rect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D9EC9B6-3458-422C-A0FE-BB19E0690290}"/>
                    </a:ext>
                  </a:extLst>
                </p:cNvPr>
                <p:cNvSpPr txBox="1"/>
                <p:nvPr/>
              </p:nvSpPr>
              <p:spPr>
                <a:xfrm>
                  <a:off x="10048504" y="4463097"/>
                  <a:ext cx="4100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76C97DCB-F4F7-14B4-BE63-AAC24A2B0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8504" y="4463097"/>
                  <a:ext cx="410066" cy="400110"/>
                </a:xfrm>
                <a:prstGeom prst="rect">
                  <a:avLst/>
                </a:prstGeom>
                <a:blipFill>
                  <a:blip r:embed="rId25"/>
                  <a:stretch>
                    <a:fillRect l="-6061" r="-9091" b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7993A01-1C8B-473B-9599-618CD7882AD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7" t="11609" r="56417" b="49271"/>
            <a:stretch/>
          </p:blipFill>
          <p:spPr>
            <a:xfrm>
              <a:off x="8004785" y="4430649"/>
              <a:ext cx="479281" cy="490098"/>
            </a:xfrm>
            <a:prstGeom prst="rect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DC1419D-D18A-49BD-8FEA-8451AE279D1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7" t="11609" r="56417" b="49271"/>
            <a:stretch/>
          </p:blipFill>
          <p:spPr>
            <a:xfrm>
              <a:off x="8812124" y="4430649"/>
              <a:ext cx="479281" cy="490098"/>
            </a:xfrm>
            <a:prstGeom prst="rect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8CC4B0D-6018-4218-AD29-2E3CBDB28386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7" t="11609" r="56417" b="49271"/>
            <a:stretch/>
          </p:blipFill>
          <p:spPr>
            <a:xfrm>
              <a:off x="9619463" y="4430649"/>
              <a:ext cx="479281" cy="490098"/>
            </a:xfrm>
            <a:prstGeom prst="rect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3F8DC7B-F3BC-4F36-80A0-9D427A18DABF}"/>
                    </a:ext>
                  </a:extLst>
                </p:cNvPr>
                <p:cNvSpPr txBox="1"/>
                <p:nvPr/>
              </p:nvSpPr>
              <p:spPr>
                <a:xfrm>
                  <a:off x="8421510" y="4463097"/>
                  <a:ext cx="4100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0A662B5-CC0C-D314-F94E-6BE56286E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510" y="4463097"/>
                  <a:ext cx="410066" cy="400110"/>
                </a:xfrm>
                <a:prstGeom prst="rect">
                  <a:avLst/>
                </a:prstGeom>
                <a:blipFill>
                  <a:blip r:embed="rId25"/>
                  <a:stretch>
                    <a:fillRect l="-6061" r="-9091" b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79402C1-9826-426E-B607-88BBD62B3EB7}"/>
                    </a:ext>
                  </a:extLst>
                </p:cNvPr>
                <p:cNvSpPr txBox="1"/>
                <p:nvPr/>
              </p:nvSpPr>
              <p:spPr>
                <a:xfrm>
                  <a:off x="9240129" y="4463097"/>
                  <a:ext cx="4100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77AE907-0C9B-39D2-82E2-339897F46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0129" y="4463097"/>
                  <a:ext cx="410066" cy="400110"/>
                </a:xfrm>
                <a:prstGeom prst="rect">
                  <a:avLst/>
                </a:prstGeom>
                <a:blipFill>
                  <a:blip r:embed="rId21"/>
                  <a:stretch>
                    <a:fillRect l="-3030" r="-12121" b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D5D9CDA-42E9-4D09-9657-B96E5FF40EFB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7" t="11609" r="56417" b="49271"/>
            <a:stretch/>
          </p:blipFill>
          <p:spPr>
            <a:xfrm>
              <a:off x="11227556" y="4430649"/>
              <a:ext cx="479281" cy="490098"/>
            </a:xfrm>
            <a:prstGeom prst="rect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3A15D0C-7923-418D-AD5E-EBA0FE2D9E05}"/>
                    </a:ext>
                  </a:extLst>
                </p:cNvPr>
                <p:cNvSpPr txBox="1"/>
                <p:nvPr/>
              </p:nvSpPr>
              <p:spPr>
                <a:xfrm>
                  <a:off x="10849258" y="4459564"/>
                  <a:ext cx="4100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9A14BF84-5E43-FCF7-FD10-2A2CDE3FA7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9258" y="4459564"/>
                  <a:ext cx="410066" cy="400110"/>
                </a:xfrm>
                <a:prstGeom prst="rect">
                  <a:avLst/>
                </a:prstGeom>
                <a:blipFill>
                  <a:blip r:embed="rId26"/>
                  <a:stretch>
                    <a:fillRect l="-6061" r="-12121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485CB619-0224-4D77-994F-81C5DB86D7E2}"/>
              </a:ext>
            </a:extLst>
          </p:cNvPr>
          <p:cNvSpPr/>
          <p:nvPr/>
        </p:nvSpPr>
        <p:spPr>
          <a:xfrm rot="5400000">
            <a:off x="2946283" y="3147273"/>
            <a:ext cx="152728" cy="2058307"/>
          </a:xfrm>
          <a:prstGeom prst="rightBrace">
            <a:avLst>
              <a:gd name="adj1" fmla="val 90795"/>
              <a:gd name="adj2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D57D81-BADF-456A-BC47-366F1DBEE59B}"/>
              </a:ext>
            </a:extLst>
          </p:cNvPr>
          <p:cNvSpPr txBox="1"/>
          <p:nvPr/>
        </p:nvSpPr>
        <p:spPr>
          <a:xfrm>
            <a:off x="1734405" y="4290156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800" dirty="0"/>
              <a:t>sub-mitigation matrices</a:t>
            </a:r>
            <a:endParaRPr kumimoji="1" lang="zh-CN" altLang="en-US" sz="1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BD6EAE-AFF7-4F29-9509-B2DE6704D471}"/>
              </a:ext>
            </a:extLst>
          </p:cNvPr>
          <p:cNvSpPr txBox="1"/>
          <p:nvPr/>
        </p:nvSpPr>
        <p:spPr>
          <a:xfrm>
            <a:off x="7722459" y="4085375"/>
            <a:ext cx="390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800" b="1" i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Each physical qubit corresponds to a 2x2 meta</a:t>
            </a:r>
            <a:r>
              <a:rPr kumimoji="1" lang="zh-CN" altLang="en-US" sz="1800" b="1" i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" altLang="zh-CN" sz="1800" b="1" i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matrix.</a:t>
            </a:r>
            <a:endParaRPr kumimoji="1" lang="zh-CN" altLang="en-US" sz="1800" b="1" i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9EACDE-8870-4881-AF29-B6131A76CA6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3752" y="1979763"/>
            <a:ext cx="5276887" cy="43053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Key Idea: Tensor-Product Approximation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B9BB7D2-5B5A-4189-9B95-A841049CF5A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22858" y="1979763"/>
            <a:ext cx="5276887" cy="43053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Qubit</a:t>
            </a:r>
            <a:r>
              <a:rPr lang="zh-CN" altLang="en-US" sz="2000" b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Group</a:t>
            </a:r>
            <a:r>
              <a:rPr lang="zh-CN" altLang="en-US" sz="2000" b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and Sub-Mitigation Matrix</a:t>
            </a:r>
          </a:p>
        </p:txBody>
      </p:sp>
      <p:sp>
        <p:nvSpPr>
          <p:cNvPr id="29" name="圆角矩形 9">
            <a:extLst>
              <a:ext uri="{FF2B5EF4-FFF2-40B4-BE49-F238E27FC236}">
                <a16:creationId xmlns:a16="http://schemas.microsoft.com/office/drawing/2014/main" id="{3A8F5D76-E5E2-4338-8488-C8FF4C2CB85F}"/>
              </a:ext>
            </a:extLst>
          </p:cNvPr>
          <p:cNvSpPr/>
          <p:nvPr/>
        </p:nvSpPr>
        <p:spPr>
          <a:xfrm>
            <a:off x="1176321" y="4964515"/>
            <a:ext cx="3634362" cy="871816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submatrix shows exponential reduction in size.</a:t>
            </a:r>
            <a:endParaRPr lang="en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圆角矩形 9">
            <a:extLst>
              <a:ext uri="{FF2B5EF4-FFF2-40B4-BE49-F238E27FC236}">
                <a16:creationId xmlns:a16="http://schemas.microsoft.com/office/drawing/2014/main" id="{9FDE4440-2C36-4CB5-8F79-D8C65C89B05D}"/>
              </a:ext>
            </a:extLst>
          </p:cNvPr>
          <p:cNvSpPr/>
          <p:nvPr/>
        </p:nvSpPr>
        <p:spPr>
          <a:xfrm>
            <a:off x="7044120" y="4964515"/>
            <a:ext cx="3634362" cy="871816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scalability, </a:t>
            </a:r>
            <a:r>
              <a:rPr lang="en-US" altLang="zh-CN" sz="2000" b="1" dirty="0">
                <a:solidFill>
                  <a:srgbClr val="9826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fidelity (crosstalk-unaware).</a:t>
            </a:r>
            <a:endParaRPr lang="en" altLang="zh-CN" sz="2000" dirty="0">
              <a:solidFill>
                <a:srgbClr val="9826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C6807B-B83C-4F75-995C-34252D3DAE9C}"/>
              </a:ext>
            </a:extLst>
          </p:cNvPr>
          <p:cNvSpPr txBox="1"/>
          <p:nvPr/>
        </p:nvSpPr>
        <p:spPr>
          <a:xfrm>
            <a:off x="6096000" y="2605106"/>
            <a:ext cx="571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kumimoji="1"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Mthree</a:t>
            </a:r>
            <a:r>
              <a:rPr kumimoji="1"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8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kumimoji="1"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r>
              <a:rPr kumimoji="1"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IBU </a:t>
            </a:r>
            <a:r>
              <a:rPr kumimoji="1" lang="en-US" altLang="zh-CN" sz="18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kumimoji="1"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4DF482-B468-4B04-8388-F14C90AC5534}"/>
              </a:ext>
            </a:extLst>
          </p:cNvPr>
          <p:cNvSpPr txBox="1"/>
          <p:nvPr/>
        </p:nvSpPr>
        <p:spPr>
          <a:xfrm>
            <a:off x="93446" y="6147277"/>
            <a:ext cx="120051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[</a:t>
            </a:r>
            <a:r>
              <a:rPr lang="en-US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] Nation, Paul D., et al. "Scalable mitigation of measurement errors on quantum computers." PRX Quantum 2.4 (2021): 040326.</a:t>
            </a:r>
            <a:endParaRPr lang="en" altLang="zh-CN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</a:t>
            </a:r>
            <a:r>
              <a:rPr lang="en-US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en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 Pokharel, Bibek, et al. "Scalable measurement error mitigation via iterative </a:t>
            </a:r>
            <a:r>
              <a:rPr lang="en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bayesian</a:t>
            </a:r>
            <a:r>
              <a:rPr lang="en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unfolding." </a:t>
            </a:r>
            <a:r>
              <a:rPr lang="en" altLang="zh-CN" sz="110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Physical Review Research 6.1 (2024): 013187.</a:t>
            </a:r>
          </a:p>
        </p:txBody>
      </p:sp>
    </p:spTree>
    <p:extLst>
      <p:ext uri="{BB962C8B-B14F-4D97-AF65-F5344CB8AC3E}">
        <p14:creationId xmlns:p14="http://schemas.microsoft.com/office/powerpoint/2010/main" val="116090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D0B8AA0-E046-0C43-9F2C-6FDD4A46D177}"/>
              </a:ext>
            </a:extLst>
          </p:cNvPr>
          <p:cNvSpPr txBox="1"/>
          <p:nvPr/>
        </p:nvSpPr>
        <p:spPr>
          <a:xfrm>
            <a:off x="232200" y="2558639"/>
            <a:ext cx="9297738" cy="3694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Background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Motivation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Sparse Dataflow for Readout Error Mitigation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Architecture</a:t>
            </a:r>
            <a:r>
              <a:rPr kumimoji="1" lang="zh-CN" altLang="en-US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Design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41C7167E-4A3A-D44D-B810-A7FA03E24630}"/>
              </a:ext>
            </a:extLst>
          </p:cNvPr>
          <p:cNvSpPr txBox="1">
            <a:spLocks/>
          </p:cNvSpPr>
          <p:nvPr/>
        </p:nvSpPr>
        <p:spPr>
          <a:xfrm>
            <a:off x="232200" y="1641513"/>
            <a:ext cx="6409330" cy="10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Outline of Presentation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7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" altLang="zh-CN" i="0" dirty="0">
                <a:effectLst/>
                <a:latin typeface="+mn-lt"/>
                <a:ea typeface="PingFang SC" panose="020B0400000000000000" pitchFamily="34" charset="-122"/>
              </a:rPr>
              <a:t>Computation Flow</a:t>
            </a:r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F159C3C2-CED5-4972-A794-6B0D0BDCE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400" y="1656000"/>
            <a:ext cx="8966264" cy="3967829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81F626-588A-404C-861E-29A4CEF97479}"/>
              </a:ext>
            </a:extLst>
          </p:cNvPr>
          <p:cNvGrpSpPr/>
          <p:nvPr/>
        </p:nvGrpSpPr>
        <p:grpSpPr>
          <a:xfrm>
            <a:off x="1616400" y="1649469"/>
            <a:ext cx="8966264" cy="4771651"/>
            <a:chOff x="1616400" y="1649469"/>
            <a:chExt cx="8966264" cy="4771651"/>
          </a:xfrm>
        </p:grpSpPr>
        <p:sp>
          <p:nvSpPr>
            <p:cNvPr id="22" name="圆角矩形 9">
              <a:extLst>
                <a:ext uri="{FF2B5EF4-FFF2-40B4-BE49-F238E27FC236}">
                  <a16:creationId xmlns:a16="http://schemas.microsoft.com/office/drawing/2014/main" id="{9C3C3752-4BFD-446B-AD43-F2B8A8270614}"/>
                </a:ext>
              </a:extLst>
            </p:cNvPr>
            <p:cNvSpPr/>
            <p:nvPr/>
          </p:nvSpPr>
          <p:spPr>
            <a:xfrm>
              <a:off x="1851135" y="5884290"/>
              <a:ext cx="8489730" cy="536830"/>
            </a:xfrm>
            <a:prstGeom prst="roundRect">
              <a:avLst/>
            </a:prstGeom>
            <a:solidFill>
              <a:srgbClr val="EFE1EB"/>
            </a:solidFill>
            <a:ln>
              <a:solidFill>
                <a:srgbClr val="982668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9826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❶</a:t>
              </a:r>
              <a:r>
                <a:rPr lang="zh-CN" altLang="en-US" sz="2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Matrix-Vector Multiplication (MVM)</a:t>
              </a:r>
              <a:endPara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F81E95EF-F072-430E-9246-EEF7A40BC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16400" y="1649469"/>
              <a:ext cx="8966264" cy="3967829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2174B3-7D85-49BD-928A-868A1DE416ED}"/>
              </a:ext>
            </a:extLst>
          </p:cNvPr>
          <p:cNvGrpSpPr/>
          <p:nvPr/>
        </p:nvGrpSpPr>
        <p:grpSpPr>
          <a:xfrm>
            <a:off x="1616400" y="1656000"/>
            <a:ext cx="8966264" cy="4765120"/>
            <a:chOff x="1616400" y="1656000"/>
            <a:chExt cx="8966264" cy="4765120"/>
          </a:xfrm>
        </p:grpSpPr>
        <p:sp>
          <p:nvSpPr>
            <p:cNvPr id="25" name="圆角矩形 9">
              <a:extLst>
                <a:ext uri="{FF2B5EF4-FFF2-40B4-BE49-F238E27FC236}">
                  <a16:creationId xmlns:a16="http://schemas.microsoft.com/office/drawing/2014/main" id="{343D32FF-4EC4-4A23-AA38-0BBE94DADF44}"/>
                </a:ext>
              </a:extLst>
            </p:cNvPr>
            <p:cNvSpPr/>
            <p:nvPr/>
          </p:nvSpPr>
          <p:spPr>
            <a:xfrm>
              <a:off x="1851135" y="5884290"/>
              <a:ext cx="8489730" cy="536830"/>
            </a:xfrm>
            <a:prstGeom prst="roundRect">
              <a:avLst/>
            </a:prstGeom>
            <a:solidFill>
              <a:srgbClr val="EFE1EB"/>
            </a:solidFill>
            <a:ln>
              <a:solidFill>
                <a:srgbClr val="982668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98266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❷</a:t>
              </a:r>
              <a:r>
                <a:rPr lang="zh-CN" altLang="en-US" sz="2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200" b="1" dirty="0">
                  <a:solidFill>
                    <a:schemeClr val="tx1"/>
                  </a:solidFill>
                  <a:latin typeface="+mj-lt"/>
                </a:rPr>
                <a:t>Tensor-Product (TP)</a:t>
              </a:r>
              <a:endParaRPr lang="en" altLang="zh-CN" sz="2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endParaRPr>
            </a:p>
          </p:txBody>
        </p:sp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57929A46-7881-4E16-A601-74A45058F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16400" y="1656000"/>
              <a:ext cx="8966264" cy="3967829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6F4DEED-D8AE-45D2-AB16-F1E0A67D519A}"/>
              </a:ext>
            </a:extLst>
          </p:cNvPr>
          <p:cNvGrpSpPr/>
          <p:nvPr/>
        </p:nvGrpSpPr>
        <p:grpSpPr>
          <a:xfrm>
            <a:off x="1616400" y="1656000"/>
            <a:ext cx="8966264" cy="4765120"/>
            <a:chOff x="1616400" y="1656000"/>
            <a:chExt cx="8966264" cy="4765120"/>
          </a:xfrm>
        </p:grpSpPr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41FE2ED8-1243-400F-A0A1-C3C7DDB41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16400" y="1656000"/>
              <a:ext cx="8966264" cy="3967829"/>
            </a:xfrm>
            <a:prstGeom prst="rect">
              <a:avLst/>
            </a:prstGeom>
          </p:spPr>
        </p:pic>
        <p:sp>
          <p:nvSpPr>
            <p:cNvPr id="29" name="圆角矩形 9">
              <a:extLst>
                <a:ext uri="{FF2B5EF4-FFF2-40B4-BE49-F238E27FC236}">
                  <a16:creationId xmlns:a16="http://schemas.microsoft.com/office/drawing/2014/main" id="{75CC0EB9-6B5A-441F-BA16-79A4217C2DDF}"/>
                </a:ext>
              </a:extLst>
            </p:cNvPr>
            <p:cNvSpPr/>
            <p:nvPr/>
          </p:nvSpPr>
          <p:spPr>
            <a:xfrm>
              <a:off x="1851135" y="5884290"/>
              <a:ext cx="8489730" cy="536830"/>
            </a:xfrm>
            <a:prstGeom prst="roundRect">
              <a:avLst/>
            </a:prstGeom>
            <a:solidFill>
              <a:srgbClr val="EFE1EB"/>
            </a:solidFill>
            <a:ln>
              <a:solidFill>
                <a:srgbClr val="982668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b="1" dirty="0">
                  <a:solidFill>
                    <a:srgbClr val="9826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❸</a:t>
              </a:r>
              <a:r>
                <a:rPr lang="zh-CN" altLang="en-US" sz="2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200" b="1" dirty="0">
                  <a:solidFill>
                    <a:schemeClr val="tx1"/>
                  </a:solidFill>
                </a:rPr>
                <a:t>Multiply-and-Accumulate (MAC)</a:t>
              </a:r>
              <a:endPara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258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" altLang="zh-CN" dirty="0"/>
              <a:t>Sparse Opportunities</a:t>
            </a:r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46D8215B-5FBB-8549-8879-73570746E2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953" y="1910698"/>
            <a:ext cx="2679423" cy="127787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08EC882-E43D-374D-B573-8DDF8484507C}"/>
              </a:ext>
            </a:extLst>
          </p:cNvPr>
          <p:cNvSpPr txBox="1"/>
          <p:nvPr/>
        </p:nvSpPr>
        <p:spPr>
          <a:xfrm>
            <a:off x="4269804" y="1578722"/>
            <a:ext cx="7246281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1600" b="1" dirty="0"/>
              <a:t>AMD EPYC 9554 CPU</a:t>
            </a:r>
            <a:r>
              <a:rPr lang="en" altLang="zh-CN" sz="1600" dirty="0"/>
              <a:t>: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sz="1600" dirty="0">
                <a:solidFill>
                  <a:schemeClr val="tx1"/>
                </a:solidFill>
              </a:rPr>
              <a:t>MVM, </a:t>
            </a:r>
            <a:r>
              <a:rPr lang="en" altLang="zh-CN" sz="1600" b="1" dirty="0">
                <a:solidFill>
                  <a:schemeClr val="tx1"/>
                </a:solidFill>
              </a:rPr>
              <a:t>TP</a:t>
            </a:r>
            <a:r>
              <a:rPr lang="en" altLang="zh-CN" sz="1600" dirty="0">
                <a:solidFill>
                  <a:schemeClr val="tx1"/>
                </a:solidFill>
              </a:rPr>
              <a:t>, and MAC account for 5.6%, </a:t>
            </a:r>
            <a:r>
              <a:rPr lang="en" altLang="zh-CN" sz="1600" b="1" dirty="0">
                <a:solidFill>
                  <a:srgbClr val="982668"/>
                </a:solidFill>
              </a:rPr>
              <a:t>9</a:t>
            </a:r>
            <a:r>
              <a:rPr lang="en-US" altLang="zh-CN" sz="1600" b="1" dirty="0">
                <a:solidFill>
                  <a:srgbClr val="982668"/>
                </a:solidFill>
              </a:rPr>
              <a:t>0</a:t>
            </a:r>
            <a:r>
              <a:rPr lang="en" altLang="zh-CN" sz="1600" b="1" dirty="0">
                <a:solidFill>
                  <a:srgbClr val="982668"/>
                </a:solidFill>
              </a:rPr>
              <a:t>.</a:t>
            </a:r>
            <a:r>
              <a:rPr lang="en-US" altLang="zh-CN" sz="1600" b="1" dirty="0">
                <a:solidFill>
                  <a:srgbClr val="982668"/>
                </a:solidFill>
              </a:rPr>
              <a:t>7</a:t>
            </a:r>
            <a:r>
              <a:rPr lang="en" altLang="zh-CN" sz="1600" b="1" dirty="0">
                <a:solidFill>
                  <a:srgbClr val="982668"/>
                </a:solidFill>
              </a:rPr>
              <a:t>%</a:t>
            </a:r>
            <a:r>
              <a:rPr lang="en" altLang="zh-CN" sz="1600" dirty="0">
                <a:solidFill>
                  <a:schemeClr val="tx1"/>
                </a:solidFill>
              </a:rPr>
              <a:t>, and 1.8%, respectively.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1600" b="1" dirty="0"/>
              <a:t>GeForce RTX 4090 GPU</a:t>
            </a:r>
            <a:r>
              <a:rPr lang="en" altLang="zh-CN" sz="1600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sz="1600" dirty="0">
                <a:solidFill>
                  <a:schemeClr val="tx1"/>
                </a:solidFill>
              </a:rPr>
              <a:t>MVM, </a:t>
            </a:r>
            <a:r>
              <a:rPr lang="en" altLang="zh-CN" sz="1600" b="1" dirty="0">
                <a:solidFill>
                  <a:schemeClr val="tx1"/>
                </a:solidFill>
              </a:rPr>
              <a:t>TP</a:t>
            </a:r>
            <a:r>
              <a:rPr lang="en" altLang="zh-CN" sz="1600" dirty="0">
                <a:solidFill>
                  <a:schemeClr val="tx1"/>
                </a:solidFill>
              </a:rPr>
              <a:t>, and MAC account for 5.6%, </a:t>
            </a:r>
            <a:r>
              <a:rPr lang="en" altLang="zh-CN" sz="1600" b="1" dirty="0">
                <a:solidFill>
                  <a:srgbClr val="982668"/>
                </a:solidFill>
              </a:rPr>
              <a:t>92.6%</a:t>
            </a:r>
            <a:r>
              <a:rPr lang="en" altLang="zh-CN" sz="1600" dirty="0">
                <a:solidFill>
                  <a:schemeClr val="tx1"/>
                </a:solidFill>
              </a:rPr>
              <a:t>, and 1.8%, respectively.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706A0CD-6731-4F4F-BFD8-4BB95EA6196B}"/>
              </a:ext>
            </a:extLst>
          </p:cNvPr>
          <p:cNvSpPr/>
          <p:nvPr/>
        </p:nvSpPr>
        <p:spPr>
          <a:xfrm>
            <a:off x="776190" y="3326004"/>
            <a:ext cx="10739895" cy="387927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TP operator is the performance bottleneck.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B38D292D-2039-4748-A9EA-A44583CED2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2876" y="4602249"/>
            <a:ext cx="2029446" cy="1045472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BA3D8DFD-374F-465E-920C-AAA5D99E31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59852" y="4602249"/>
            <a:ext cx="3197914" cy="1045472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8297F3FC-87A9-4D20-801D-CF4D7A112B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44726" y="4602249"/>
            <a:ext cx="2336937" cy="1045472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EB0C7BC-A288-463E-AC3B-AF87E8D9A347}"/>
              </a:ext>
            </a:extLst>
          </p:cNvPr>
          <p:cNvCxnSpPr>
            <a:cxnSpLocks/>
          </p:cNvCxnSpPr>
          <p:nvPr/>
        </p:nvCxnSpPr>
        <p:spPr>
          <a:xfrm flipH="1">
            <a:off x="7013102" y="5098781"/>
            <a:ext cx="551480" cy="0"/>
          </a:xfrm>
          <a:prstGeom prst="straightConnector1">
            <a:avLst/>
          </a:prstGeom>
          <a:ln w="63500">
            <a:solidFill>
              <a:srgbClr val="C00000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235B146-6175-4A53-9B7F-7F3262A850AE}"/>
              </a:ext>
            </a:extLst>
          </p:cNvPr>
          <p:cNvSpPr/>
          <p:nvPr/>
        </p:nvSpPr>
        <p:spPr>
          <a:xfrm>
            <a:off x="9045073" y="4237069"/>
            <a:ext cx="67999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b="1" dirty="0">
                <a:solidFill>
                  <a:schemeClr val="tx1"/>
                </a:solidFill>
              </a:rPr>
              <a:t>MAC</a:t>
            </a:r>
            <a:endParaRPr lang="zh-CN" altLang="en-US" sz="17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331DF2-EF69-4018-81BD-BCBB3821B664}"/>
              </a:ext>
            </a:extLst>
          </p:cNvPr>
          <p:cNvSpPr/>
          <p:nvPr/>
        </p:nvSpPr>
        <p:spPr>
          <a:xfrm>
            <a:off x="5340523" y="4241358"/>
            <a:ext cx="46358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b="1" dirty="0">
                <a:solidFill>
                  <a:schemeClr val="tx1"/>
                </a:solidFill>
              </a:rPr>
              <a:t>TP</a:t>
            </a:r>
            <a:endParaRPr lang="zh-CN" altLang="en-US" sz="17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3117B6-046D-4930-AA59-A7B2458CFC46}"/>
              </a:ext>
            </a:extLst>
          </p:cNvPr>
          <p:cNvSpPr/>
          <p:nvPr/>
        </p:nvSpPr>
        <p:spPr>
          <a:xfrm>
            <a:off x="1659601" y="4241358"/>
            <a:ext cx="6928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b="1" dirty="0">
                <a:solidFill>
                  <a:schemeClr val="tx1"/>
                </a:solidFill>
              </a:rPr>
              <a:t>MVM</a:t>
            </a:r>
            <a:endParaRPr lang="zh-CN" altLang="en-US" sz="17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D2B17-46A9-4187-96CF-574A34C331FB}"/>
              </a:ext>
            </a:extLst>
          </p:cNvPr>
          <p:cNvSpPr/>
          <p:nvPr/>
        </p:nvSpPr>
        <p:spPr>
          <a:xfrm>
            <a:off x="532604" y="5647721"/>
            <a:ext cx="31254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982668"/>
                </a:solidFill>
              </a:rPr>
              <a:t>Basis states are unit vectors.</a:t>
            </a:r>
            <a:endParaRPr lang="zh-CN" altLang="en-US" sz="1600" b="1" dirty="0">
              <a:solidFill>
                <a:srgbClr val="982668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18E8CF-567B-404A-9ECC-8CBBDF602972}"/>
              </a:ext>
            </a:extLst>
          </p:cNvPr>
          <p:cNvSpPr/>
          <p:nvPr/>
        </p:nvSpPr>
        <p:spPr>
          <a:xfrm>
            <a:off x="5759236" y="5647721"/>
            <a:ext cx="50241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982668"/>
                </a:solidFill>
              </a:rPr>
              <a:t>Only a few basis states have nonzero amplitudes.</a:t>
            </a:r>
            <a:endParaRPr lang="zh-CN" altLang="en-US" sz="1600" b="1" dirty="0">
              <a:solidFill>
                <a:srgbClr val="982668"/>
              </a:solidFill>
            </a:endParaRPr>
          </a:p>
        </p:txBody>
      </p:sp>
      <p:cxnSp>
        <p:nvCxnSpPr>
          <p:cNvPr id="19" name="曲线连接符 9">
            <a:extLst>
              <a:ext uri="{FF2B5EF4-FFF2-40B4-BE49-F238E27FC236}">
                <a16:creationId xmlns:a16="http://schemas.microsoft.com/office/drawing/2014/main" id="{FD080F18-76FB-4E94-9290-F17BED475687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2022829" y="5225223"/>
            <a:ext cx="495008" cy="349988"/>
          </a:xfrm>
          <a:prstGeom prst="curved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9">
            <a:extLst>
              <a:ext uri="{FF2B5EF4-FFF2-40B4-BE49-F238E27FC236}">
                <a16:creationId xmlns:a16="http://schemas.microsoft.com/office/drawing/2014/main" id="{861FD7E8-195A-4C6D-8535-DE9FB69A807C}"/>
              </a:ext>
            </a:extLst>
          </p:cNvPr>
          <p:cNvCxnSpPr>
            <a:cxnSpLocks/>
          </p:cNvCxnSpPr>
          <p:nvPr/>
        </p:nvCxnSpPr>
        <p:spPr>
          <a:xfrm rot="5400000">
            <a:off x="10360870" y="5225223"/>
            <a:ext cx="495008" cy="349988"/>
          </a:xfrm>
          <a:prstGeom prst="curved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9">
            <a:extLst>
              <a:ext uri="{FF2B5EF4-FFF2-40B4-BE49-F238E27FC236}">
                <a16:creationId xmlns:a16="http://schemas.microsoft.com/office/drawing/2014/main" id="{344213A1-E097-4DEE-A6A9-E7D5AF99501D}"/>
              </a:ext>
            </a:extLst>
          </p:cNvPr>
          <p:cNvSpPr/>
          <p:nvPr/>
        </p:nvSpPr>
        <p:spPr>
          <a:xfrm>
            <a:off x="776190" y="6097853"/>
            <a:ext cx="10739895" cy="387927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</a:rPr>
              <a:t>How can sparsity be exploited to accelerate computation?</a:t>
            </a:r>
            <a:endParaRPr lang="en" altLang="zh-CN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135C01-82EA-416C-8207-6527CF24692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49940" y="3886147"/>
            <a:ext cx="2392436" cy="26597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Input Sparsity</a:t>
            </a:r>
            <a:endParaRPr lang="zh-CN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A8F5A2-AFD6-48A8-B326-202EAC375B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60708" y="3886147"/>
            <a:ext cx="7181352" cy="26597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Output Sparsity</a:t>
            </a:r>
            <a:endParaRPr lang="zh-CN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A1CE53-37B9-4CDA-AB81-BD87AADF43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49940" y="1544507"/>
            <a:ext cx="2392436" cy="26597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Latency Breakdown</a:t>
            </a:r>
            <a:endParaRPr lang="zh-CN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D0B8AA0-E046-0C43-9F2C-6FDD4A46D177}"/>
              </a:ext>
            </a:extLst>
          </p:cNvPr>
          <p:cNvSpPr txBox="1"/>
          <p:nvPr/>
        </p:nvSpPr>
        <p:spPr>
          <a:xfrm>
            <a:off x="232200" y="2558639"/>
            <a:ext cx="9297738" cy="3694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Background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Motivation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Sparse Dataflow for Readout Error Mitigation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Architecture</a:t>
            </a:r>
            <a:r>
              <a:rPr kumimoji="1" lang="zh-CN" altLang="en-US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Design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41C7167E-4A3A-D44D-B810-A7FA03E24630}"/>
              </a:ext>
            </a:extLst>
          </p:cNvPr>
          <p:cNvSpPr txBox="1">
            <a:spLocks/>
          </p:cNvSpPr>
          <p:nvPr/>
        </p:nvSpPr>
        <p:spPr>
          <a:xfrm>
            <a:off x="232200" y="1641513"/>
            <a:ext cx="6409330" cy="10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Outline of Presentation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44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altLang="zh-CN" dirty="0">
                <a:effectLst/>
                <a:latin typeface="+mn-lt"/>
              </a:rPr>
              <a:t>Parallelization for Tensor-Product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54E6E1-4D40-8641-B1A5-0148FA9159D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68636" y="1729919"/>
            <a:ext cx="4469371" cy="43053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" altLang="zh-CN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Probability-Level Parallelism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04F59C-8B06-664D-91E8-483350B252B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53995" y="1729919"/>
            <a:ext cx="4469371" cy="43053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lang="en" altLang="zh-CN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-Level Parallelism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1FA22B7-BE1B-1F4E-8FCD-4E5C4A6A0C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200" y="2581200"/>
            <a:ext cx="4472559" cy="2752344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3B470906-9BBA-BE46-8ADB-0CA2616B0F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2800" y="2581200"/>
            <a:ext cx="4472559" cy="2752344"/>
          </a:xfrm>
          <a:prstGeom prst="rect">
            <a:avLst/>
          </a:prstGeom>
        </p:spPr>
      </p:pic>
      <p:sp>
        <p:nvSpPr>
          <p:cNvPr id="8" name="圆角矩形 9">
            <a:extLst>
              <a:ext uri="{FF2B5EF4-FFF2-40B4-BE49-F238E27FC236}">
                <a16:creationId xmlns:a16="http://schemas.microsoft.com/office/drawing/2014/main" id="{FE9944B7-0044-427F-A22F-EFE6F93AFB25}"/>
              </a:ext>
            </a:extLst>
          </p:cNvPr>
          <p:cNvSpPr/>
          <p:nvPr/>
        </p:nvSpPr>
        <p:spPr>
          <a:xfrm>
            <a:off x="776190" y="5681065"/>
            <a:ext cx="10739895" cy="807869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combining the two parallelization strategies, the system </a:t>
            </a:r>
            <a:r>
              <a:rPr lang="en" altLang="zh-CN" sz="2200" b="1" dirty="0">
                <a:solidFill>
                  <a:srgbClr val="9826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accelerates TP</a:t>
            </a:r>
            <a:r>
              <a:rPr lang="en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computation at one tile per cycle</a:t>
            </a:r>
            <a:r>
              <a:rPr lang="en" altLang="zh-CN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53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altLang="zh-CN" dirty="0">
                <a:effectLst/>
                <a:latin typeface="+mn-lt"/>
              </a:rPr>
              <a:t>Leveraging Sparsity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5A9864-8E18-F04D-B1C3-F02C7C8046F1}"/>
              </a:ext>
            </a:extLst>
          </p:cNvPr>
          <p:cNvSpPr txBox="1"/>
          <p:nvPr/>
        </p:nvSpPr>
        <p:spPr>
          <a:xfrm>
            <a:off x="486732" y="4201156"/>
            <a:ext cx="548591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vectors (</a:t>
            </a:r>
            <a:r>
              <a:rPr lang="en-US" altLang="zh-CN" sz="2000" b="1" dirty="0">
                <a:solidFill>
                  <a:srgbClr val="982668"/>
                </a:solidFill>
              </a:rPr>
              <a:t>Basis states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are inherently sparse.</a:t>
            </a:r>
            <a:endParaRPr lang="en" altLang="zh-C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 matrix-vector multiplication (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MVM</a:t>
            </a:r>
            <a:r>
              <a:rPr lang="en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into </a:t>
            </a:r>
            <a:r>
              <a:rPr lang="en" altLang="zh-CN" sz="2000" b="1" dirty="0">
                <a:solidFill>
                  <a:srgbClr val="9826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extraction</a:t>
            </a:r>
            <a:r>
              <a:rPr lang="en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33A151-796D-D14A-96EB-22D4C65773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86733" y="1906654"/>
            <a:ext cx="5385021" cy="337222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" altLang="zh-CN" sz="2000" b="1" dirty="0">
                <a:effectLst/>
                <a:latin typeface="+mn-lt"/>
              </a:rPr>
              <a:t>Leveraging </a:t>
            </a:r>
            <a:r>
              <a:rPr lang="en" altLang="zh-CN" sz="2000" b="1" dirty="0"/>
              <a:t>Input</a:t>
            </a:r>
            <a:r>
              <a:rPr lang="zh-CN" altLang="en-US" sz="2000" b="1" dirty="0"/>
              <a:t> </a:t>
            </a:r>
            <a:r>
              <a:rPr lang="en" altLang="zh-CN" sz="2000" b="1" dirty="0">
                <a:effectLst/>
                <a:latin typeface="+mn-lt"/>
              </a:rPr>
              <a:t>Sparsity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60C1A8-470E-E74E-AB28-A970FD4EB85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41094" y="1906654"/>
            <a:ext cx="5385022" cy="337222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" altLang="zh-CN" sz="2000" b="1" dirty="0">
                <a:effectLst/>
                <a:latin typeface="+mn-lt"/>
              </a:rPr>
              <a:t>Leveraging O</a:t>
            </a:r>
            <a:r>
              <a:rPr lang="en-US" altLang="zh-CN" sz="2000" b="1" dirty="0" err="1">
                <a:effectLst/>
                <a:latin typeface="+mn-lt"/>
              </a:rPr>
              <a:t>ut</a:t>
            </a:r>
            <a:r>
              <a:rPr lang="en" altLang="zh-CN" sz="2000" b="1" dirty="0"/>
              <a:t>put</a:t>
            </a:r>
            <a:r>
              <a:rPr lang="zh-CN" altLang="en-US" sz="2000" b="1" dirty="0"/>
              <a:t> </a:t>
            </a:r>
            <a:r>
              <a:rPr lang="en" altLang="zh-CN" sz="2000" b="1" dirty="0">
                <a:effectLst/>
                <a:latin typeface="+mn-lt"/>
              </a:rPr>
              <a:t>Sparsity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3A53E9-0384-4E51-BCDF-A69F140D3526}"/>
              </a:ext>
            </a:extLst>
          </p:cNvPr>
          <p:cNvSpPr/>
          <p:nvPr/>
        </p:nvSpPr>
        <p:spPr>
          <a:xfrm>
            <a:off x="6241092" y="4201156"/>
            <a:ext cx="5555685" cy="18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/>
              <a:t>Two-level backtracking is used to identify the elements with non-zero values.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" altLang="zh-CN" sz="2000" b="1" dirty="0">
                <a:solidFill>
                  <a:schemeClr val="tx1"/>
                </a:solidFill>
              </a:rPr>
              <a:t>Leverage output sparsity to compute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" altLang="zh-CN" sz="2000" b="1" dirty="0">
                <a:solidFill>
                  <a:schemeClr val="tx1"/>
                </a:solidFill>
              </a:rPr>
              <a:t>only </a:t>
            </a:r>
            <a:r>
              <a:rPr lang="en" altLang="zh-CN" sz="2000" b="1" dirty="0">
                <a:solidFill>
                  <a:srgbClr val="982668"/>
                </a:solidFill>
              </a:rPr>
              <a:t>nonzero values</a:t>
            </a:r>
            <a:r>
              <a:rPr lang="en" altLang="zh-CN" sz="20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734EF1-C5E4-4F6A-9C01-D0CA16EEC1A0}"/>
              </a:ext>
            </a:extLst>
          </p:cNvPr>
          <p:cNvSpPr/>
          <p:nvPr/>
        </p:nvSpPr>
        <p:spPr>
          <a:xfrm>
            <a:off x="326196" y="3768908"/>
            <a:ext cx="2929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rgbClr val="7030A0"/>
                </a:solidFill>
              </a:rPr>
              <a:t>[0, 0, 0, 1] is a unit vector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3D005D56-C4E9-4A73-AF39-5DFF0A155BF2}"/>
              </a:ext>
            </a:extLst>
          </p:cNvPr>
          <p:cNvSpPr/>
          <p:nvPr/>
        </p:nvSpPr>
        <p:spPr>
          <a:xfrm>
            <a:off x="1869379" y="3002457"/>
            <a:ext cx="1170728" cy="1001623"/>
          </a:xfrm>
          <a:custGeom>
            <a:avLst/>
            <a:gdLst>
              <a:gd name="connsiteX0" fmla="*/ 555759 w 1170728"/>
              <a:gd name="connsiteY0" fmla="*/ 600557 h 1001623"/>
              <a:gd name="connsiteX1" fmla="*/ 505839 w 1170728"/>
              <a:gd name="connsiteY1" fmla="*/ 493244 h 1001623"/>
              <a:gd name="connsiteX2" fmla="*/ 505839 w 1170728"/>
              <a:gd name="connsiteY2" fmla="*/ 578452 h 1001623"/>
              <a:gd name="connsiteX3" fmla="*/ 508407 w 1170728"/>
              <a:gd name="connsiteY3" fmla="*/ 593129 h 1001623"/>
              <a:gd name="connsiteX4" fmla="*/ 519560 w 1170728"/>
              <a:gd name="connsiteY4" fmla="*/ 597074 h 1001623"/>
              <a:gd name="connsiteX5" fmla="*/ 524134 w 1170728"/>
              <a:gd name="connsiteY5" fmla="*/ 597074 h 1001623"/>
              <a:gd name="connsiteX6" fmla="*/ 524134 w 1170728"/>
              <a:gd name="connsiteY6" fmla="*/ 600557 h 1001623"/>
              <a:gd name="connsiteX7" fmla="*/ 479162 w 1170728"/>
              <a:gd name="connsiteY7" fmla="*/ 600557 h 1001623"/>
              <a:gd name="connsiteX8" fmla="*/ 479162 w 1170728"/>
              <a:gd name="connsiteY8" fmla="*/ 597074 h 1001623"/>
              <a:gd name="connsiteX9" fmla="*/ 483736 w 1170728"/>
              <a:gd name="connsiteY9" fmla="*/ 597074 h 1001623"/>
              <a:gd name="connsiteX10" fmla="*/ 495358 w 1170728"/>
              <a:gd name="connsiteY10" fmla="*/ 592189 h 1001623"/>
              <a:gd name="connsiteX11" fmla="*/ 497457 w 1170728"/>
              <a:gd name="connsiteY11" fmla="*/ 578452 h 1001623"/>
              <a:gd name="connsiteX12" fmla="*/ 497457 w 1170728"/>
              <a:gd name="connsiteY12" fmla="*/ 495124 h 1001623"/>
              <a:gd name="connsiteX13" fmla="*/ 495553 w 1170728"/>
              <a:gd name="connsiteY13" fmla="*/ 482897 h 1001623"/>
              <a:gd name="connsiteX14" fmla="*/ 490597 w 1170728"/>
              <a:gd name="connsiteY14" fmla="*/ 478382 h 1001623"/>
              <a:gd name="connsiteX15" fmla="*/ 479162 w 1170728"/>
              <a:gd name="connsiteY15" fmla="*/ 476502 h 1001623"/>
              <a:gd name="connsiteX16" fmla="*/ 479162 w 1170728"/>
              <a:gd name="connsiteY16" fmla="*/ 473019 h 1001623"/>
              <a:gd name="connsiteX17" fmla="*/ 515744 w 1170728"/>
              <a:gd name="connsiteY17" fmla="*/ 473019 h 1001623"/>
              <a:gd name="connsiteX18" fmla="*/ 562620 w 1170728"/>
              <a:gd name="connsiteY18" fmla="*/ 572812 h 1001623"/>
              <a:gd name="connsiteX19" fmla="*/ 608731 w 1170728"/>
              <a:gd name="connsiteY19" fmla="*/ 473019 h 1001623"/>
              <a:gd name="connsiteX20" fmla="*/ 645320 w 1170728"/>
              <a:gd name="connsiteY20" fmla="*/ 473019 h 1001623"/>
              <a:gd name="connsiteX21" fmla="*/ 645320 w 1170728"/>
              <a:gd name="connsiteY21" fmla="*/ 476502 h 1001623"/>
              <a:gd name="connsiteX22" fmla="*/ 640840 w 1170728"/>
              <a:gd name="connsiteY22" fmla="*/ 476502 h 1001623"/>
              <a:gd name="connsiteX23" fmla="*/ 629125 w 1170728"/>
              <a:gd name="connsiteY23" fmla="*/ 481394 h 1001623"/>
              <a:gd name="connsiteX24" fmla="*/ 627025 w 1170728"/>
              <a:gd name="connsiteY24" fmla="*/ 495124 h 1001623"/>
              <a:gd name="connsiteX25" fmla="*/ 627025 w 1170728"/>
              <a:gd name="connsiteY25" fmla="*/ 578452 h 1001623"/>
              <a:gd name="connsiteX26" fmla="*/ 629695 w 1170728"/>
              <a:gd name="connsiteY26" fmla="*/ 593129 h 1001623"/>
              <a:gd name="connsiteX27" fmla="*/ 640840 w 1170728"/>
              <a:gd name="connsiteY27" fmla="*/ 597074 h 1001623"/>
              <a:gd name="connsiteX28" fmla="*/ 645320 w 1170728"/>
              <a:gd name="connsiteY28" fmla="*/ 597074 h 1001623"/>
              <a:gd name="connsiteX29" fmla="*/ 645320 w 1170728"/>
              <a:gd name="connsiteY29" fmla="*/ 600557 h 1001623"/>
              <a:gd name="connsiteX30" fmla="*/ 590444 w 1170728"/>
              <a:gd name="connsiteY30" fmla="*/ 600557 h 1001623"/>
              <a:gd name="connsiteX31" fmla="*/ 590444 w 1170728"/>
              <a:gd name="connsiteY31" fmla="*/ 597074 h 1001623"/>
              <a:gd name="connsiteX32" fmla="*/ 595018 w 1170728"/>
              <a:gd name="connsiteY32" fmla="*/ 597074 h 1001623"/>
              <a:gd name="connsiteX33" fmla="*/ 606639 w 1170728"/>
              <a:gd name="connsiteY33" fmla="*/ 592189 h 1001623"/>
              <a:gd name="connsiteX34" fmla="*/ 608731 w 1170728"/>
              <a:gd name="connsiteY34" fmla="*/ 578452 h 1001623"/>
              <a:gd name="connsiteX35" fmla="*/ 608731 w 1170728"/>
              <a:gd name="connsiteY35" fmla="*/ 493244 h 1001623"/>
              <a:gd name="connsiteX36" fmla="*/ 558905 w 1170728"/>
              <a:gd name="connsiteY36" fmla="*/ 600557 h 1001623"/>
              <a:gd name="connsiteX37" fmla="*/ 555759 w 1170728"/>
              <a:gd name="connsiteY37" fmla="*/ 600557 h 1001623"/>
              <a:gd name="connsiteX38" fmla="*/ 662467 w 1170728"/>
              <a:gd name="connsiteY38" fmla="*/ 544689 h 1001623"/>
              <a:gd name="connsiteX39" fmla="*/ 682003 w 1170728"/>
              <a:gd name="connsiteY39" fmla="*/ 536507 h 1001623"/>
              <a:gd name="connsiteX40" fmla="*/ 685335 w 1170728"/>
              <a:gd name="connsiteY40" fmla="*/ 536507 h 1001623"/>
              <a:gd name="connsiteX41" fmla="*/ 685335 w 1170728"/>
              <a:gd name="connsiteY41" fmla="*/ 592282 h 1001623"/>
              <a:gd name="connsiteX42" fmla="*/ 685905 w 1170728"/>
              <a:gd name="connsiteY42" fmla="*/ 599239 h 1001623"/>
              <a:gd name="connsiteX43" fmla="*/ 687427 w 1170728"/>
              <a:gd name="connsiteY43" fmla="*/ 600557 h 1001623"/>
              <a:gd name="connsiteX44" fmla="*/ 694959 w 1170728"/>
              <a:gd name="connsiteY44" fmla="*/ 601312 h 1001623"/>
              <a:gd name="connsiteX45" fmla="*/ 694959 w 1170728"/>
              <a:gd name="connsiteY45" fmla="*/ 604317 h 1001623"/>
              <a:gd name="connsiteX46" fmla="*/ 663997 w 1170728"/>
              <a:gd name="connsiteY46" fmla="*/ 604317 h 1001623"/>
              <a:gd name="connsiteX47" fmla="*/ 663997 w 1170728"/>
              <a:gd name="connsiteY47" fmla="*/ 601312 h 1001623"/>
              <a:gd name="connsiteX48" fmla="*/ 671615 w 1170728"/>
              <a:gd name="connsiteY48" fmla="*/ 600649 h 1001623"/>
              <a:gd name="connsiteX49" fmla="*/ 673238 w 1170728"/>
              <a:gd name="connsiteY49" fmla="*/ 599147 h 1001623"/>
              <a:gd name="connsiteX50" fmla="*/ 673714 w 1170728"/>
              <a:gd name="connsiteY50" fmla="*/ 592282 h 1001623"/>
              <a:gd name="connsiteX51" fmla="*/ 673714 w 1170728"/>
              <a:gd name="connsiteY51" fmla="*/ 557009 h 1001623"/>
              <a:gd name="connsiteX52" fmla="*/ 673238 w 1170728"/>
              <a:gd name="connsiteY52" fmla="*/ 548172 h 1001623"/>
              <a:gd name="connsiteX53" fmla="*/ 672184 w 1170728"/>
              <a:gd name="connsiteY53" fmla="*/ 546099 h 1001623"/>
              <a:gd name="connsiteX54" fmla="*/ 670374 w 1170728"/>
              <a:gd name="connsiteY54" fmla="*/ 545444 h 1001623"/>
              <a:gd name="connsiteX55" fmla="*/ 663997 w 1170728"/>
              <a:gd name="connsiteY55" fmla="*/ 547324 h 1001623"/>
              <a:gd name="connsiteX56" fmla="*/ 662467 w 1170728"/>
              <a:gd name="connsiteY56" fmla="*/ 544689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170728" h="1001623">
                <a:moveTo>
                  <a:pt x="555759" y="600557"/>
                </a:moveTo>
                <a:lnTo>
                  <a:pt x="505839" y="493244"/>
                </a:lnTo>
                <a:lnTo>
                  <a:pt x="505839" y="578452"/>
                </a:lnTo>
                <a:cubicBezTo>
                  <a:pt x="505839" y="586295"/>
                  <a:pt x="506698" y="591180"/>
                  <a:pt x="508407" y="593129"/>
                </a:cubicBezTo>
                <a:cubicBezTo>
                  <a:pt x="510764" y="595757"/>
                  <a:pt x="514479" y="597074"/>
                  <a:pt x="519560" y="597074"/>
                </a:cubicBezTo>
                <a:lnTo>
                  <a:pt x="524134" y="597074"/>
                </a:lnTo>
                <a:lnTo>
                  <a:pt x="524134" y="600557"/>
                </a:lnTo>
                <a:lnTo>
                  <a:pt x="479162" y="600557"/>
                </a:lnTo>
                <a:lnTo>
                  <a:pt x="479162" y="597074"/>
                </a:lnTo>
                <a:lnTo>
                  <a:pt x="483736" y="597074"/>
                </a:lnTo>
                <a:cubicBezTo>
                  <a:pt x="489200" y="597074"/>
                  <a:pt x="493071" y="595448"/>
                  <a:pt x="495358" y="592189"/>
                </a:cubicBezTo>
                <a:cubicBezTo>
                  <a:pt x="496755" y="590178"/>
                  <a:pt x="497457" y="585602"/>
                  <a:pt x="497457" y="578452"/>
                </a:cubicBezTo>
                <a:lnTo>
                  <a:pt x="497457" y="495124"/>
                </a:lnTo>
                <a:cubicBezTo>
                  <a:pt x="497457" y="489484"/>
                  <a:pt x="496817" y="485409"/>
                  <a:pt x="495553" y="482897"/>
                </a:cubicBezTo>
                <a:cubicBezTo>
                  <a:pt x="494663" y="481079"/>
                  <a:pt x="493008" y="479576"/>
                  <a:pt x="490597" y="478382"/>
                </a:cubicBezTo>
                <a:cubicBezTo>
                  <a:pt x="488247" y="477126"/>
                  <a:pt x="484431" y="476502"/>
                  <a:pt x="479162" y="476502"/>
                </a:cubicBezTo>
                <a:lnTo>
                  <a:pt x="479162" y="473019"/>
                </a:lnTo>
                <a:lnTo>
                  <a:pt x="515744" y="473019"/>
                </a:lnTo>
                <a:lnTo>
                  <a:pt x="562620" y="572812"/>
                </a:lnTo>
                <a:lnTo>
                  <a:pt x="608731" y="473019"/>
                </a:lnTo>
                <a:lnTo>
                  <a:pt x="645320" y="473019"/>
                </a:lnTo>
                <a:lnTo>
                  <a:pt x="645320" y="476502"/>
                </a:lnTo>
                <a:lnTo>
                  <a:pt x="640840" y="476502"/>
                </a:lnTo>
                <a:cubicBezTo>
                  <a:pt x="635314" y="476502"/>
                  <a:pt x="631412" y="478135"/>
                  <a:pt x="629125" y="481394"/>
                </a:cubicBezTo>
                <a:cubicBezTo>
                  <a:pt x="627728" y="483398"/>
                  <a:pt x="627025" y="487974"/>
                  <a:pt x="627025" y="495124"/>
                </a:cubicBezTo>
                <a:lnTo>
                  <a:pt x="627025" y="578452"/>
                </a:lnTo>
                <a:cubicBezTo>
                  <a:pt x="627025" y="586295"/>
                  <a:pt x="627915" y="591180"/>
                  <a:pt x="629695" y="593129"/>
                </a:cubicBezTo>
                <a:cubicBezTo>
                  <a:pt x="632044" y="595757"/>
                  <a:pt x="635759" y="597074"/>
                  <a:pt x="640840" y="597074"/>
                </a:cubicBezTo>
                <a:lnTo>
                  <a:pt x="645320" y="597074"/>
                </a:lnTo>
                <a:lnTo>
                  <a:pt x="645320" y="600557"/>
                </a:lnTo>
                <a:lnTo>
                  <a:pt x="590444" y="600557"/>
                </a:lnTo>
                <a:lnTo>
                  <a:pt x="590444" y="597074"/>
                </a:lnTo>
                <a:lnTo>
                  <a:pt x="595018" y="597074"/>
                </a:lnTo>
                <a:cubicBezTo>
                  <a:pt x="600544" y="597074"/>
                  <a:pt x="604415" y="595448"/>
                  <a:pt x="606639" y="592189"/>
                </a:cubicBezTo>
                <a:cubicBezTo>
                  <a:pt x="608036" y="590178"/>
                  <a:pt x="608731" y="585602"/>
                  <a:pt x="608731" y="578452"/>
                </a:cubicBezTo>
                <a:lnTo>
                  <a:pt x="608731" y="493244"/>
                </a:lnTo>
                <a:lnTo>
                  <a:pt x="558905" y="600557"/>
                </a:lnTo>
                <a:lnTo>
                  <a:pt x="555759" y="600557"/>
                </a:lnTo>
                <a:close/>
                <a:moveTo>
                  <a:pt x="662467" y="544689"/>
                </a:moveTo>
                <a:lnTo>
                  <a:pt x="682003" y="536507"/>
                </a:lnTo>
                <a:lnTo>
                  <a:pt x="685335" y="536507"/>
                </a:lnTo>
                <a:lnTo>
                  <a:pt x="685335" y="592282"/>
                </a:lnTo>
                <a:cubicBezTo>
                  <a:pt x="685335" y="596042"/>
                  <a:pt x="685523" y="598361"/>
                  <a:pt x="685905" y="599239"/>
                </a:cubicBezTo>
                <a:cubicBezTo>
                  <a:pt x="686225" y="599802"/>
                  <a:pt x="686733" y="600241"/>
                  <a:pt x="687427" y="600557"/>
                </a:cubicBezTo>
                <a:cubicBezTo>
                  <a:pt x="688450" y="601058"/>
                  <a:pt x="690955" y="601312"/>
                  <a:pt x="694959" y="601312"/>
                </a:cubicBezTo>
                <a:lnTo>
                  <a:pt x="694959" y="604317"/>
                </a:lnTo>
                <a:lnTo>
                  <a:pt x="663997" y="604317"/>
                </a:lnTo>
                <a:lnTo>
                  <a:pt x="663997" y="601312"/>
                </a:lnTo>
                <a:cubicBezTo>
                  <a:pt x="668056" y="601312"/>
                  <a:pt x="670600" y="601088"/>
                  <a:pt x="671615" y="600649"/>
                </a:cubicBezTo>
                <a:cubicBezTo>
                  <a:pt x="672379" y="600341"/>
                  <a:pt x="672918" y="599833"/>
                  <a:pt x="673238" y="599147"/>
                </a:cubicBezTo>
                <a:cubicBezTo>
                  <a:pt x="673550" y="598453"/>
                  <a:pt x="673714" y="596165"/>
                  <a:pt x="673714" y="592282"/>
                </a:cubicBezTo>
                <a:lnTo>
                  <a:pt x="673714" y="557009"/>
                </a:lnTo>
                <a:cubicBezTo>
                  <a:pt x="673714" y="552556"/>
                  <a:pt x="673550" y="549613"/>
                  <a:pt x="673238" y="548172"/>
                </a:cubicBezTo>
                <a:cubicBezTo>
                  <a:pt x="673043" y="547170"/>
                  <a:pt x="672692" y="546477"/>
                  <a:pt x="672184" y="546099"/>
                </a:cubicBezTo>
                <a:cubicBezTo>
                  <a:pt x="671739" y="545660"/>
                  <a:pt x="671138" y="545444"/>
                  <a:pt x="670374" y="545444"/>
                </a:cubicBezTo>
                <a:cubicBezTo>
                  <a:pt x="669109" y="545444"/>
                  <a:pt x="666979" y="546068"/>
                  <a:pt x="663997" y="547324"/>
                </a:cubicBezTo>
                <a:lnTo>
                  <a:pt x="662467" y="544689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C076838-0521-4746-96E8-469A5D797924}"/>
              </a:ext>
            </a:extLst>
          </p:cNvPr>
          <p:cNvSpPr/>
          <p:nvPr/>
        </p:nvSpPr>
        <p:spPr>
          <a:xfrm>
            <a:off x="2435231" y="3002457"/>
            <a:ext cx="1170728" cy="1001623"/>
          </a:xfrm>
          <a:custGeom>
            <a:avLst/>
            <a:gdLst>
              <a:gd name="connsiteX0" fmla="*/ 555759 w 1170728"/>
              <a:gd name="connsiteY0" fmla="*/ 600557 h 1001623"/>
              <a:gd name="connsiteX1" fmla="*/ 505839 w 1170728"/>
              <a:gd name="connsiteY1" fmla="*/ 493244 h 1001623"/>
              <a:gd name="connsiteX2" fmla="*/ 505839 w 1170728"/>
              <a:gd name="connsiteY2" fmla="*/ 578452 h 1001623"/>
              <a:gd name="connsiteX3" fmla="*/ 508407 w 1170728"/>
              <a:gd name="connsiteY3" fmla="*/ 593129 h 1001623"/>
              <a:gd name="connsiteX4" fmla="*/ 519560 w 1170728"/>
              <a:gd name="connsiteY4" fmla="*/ 597074 h 1001623"/>
              <a:gd name="connsiteX5" fmla="*/ 524134 w 1170728"/>
              <a:gd name="connsiteY5" fmla="*/ 597074 h 1001623"/>
              <a:gd name="connsiteX6" fmla="*/ 524134 w 1170728"/>
              <a:gd name="connsiteY6" fmla="*/ 600557 h 1001623"/>
              <a:gd name="connsiteX7" fmla="*/ 479162 w 1170728"/>
              <a:gd name="connsiteY7" fmla="*/ 600557 h 1001623"/>
              <a:gd name="connsiteX8" fmla="*/ 479162 w 1170728"/>
              <a:gd name="connsiteY8" fmla="*/ 597074 h 1001623"/>
              <a:gd name="connsiteX9" fmla="*/ 483736 w 1170728"/>
              <a:gd name="connsiteY9" fmla="*/ 597074 h 1001623"/>
              <a:gd name="connsiteX10" fmla="*/ 495358 w 1170728"/>
              <a:gd name="connsiteY10" fmla="*/ 592189 h 1001623"/>
              <a:gd name="connsiteX11" fmla="*/ 497457 w 1170728"/>
              <a:gd name="connsiteY11" fmla="*/ 578452 h 1001623"/>
              <a:gd name="connsiteX12" fmla="*/ 497457 w 1170728"/>
              <a:gd name="connsiteY12" fmla="*/ 495124 h 1001623"/>
              <a:gd name="connsiteX13" fmla="*/ 495553 w 1170728"/>
              <a:gd name="connsiteY13" fmla="*/ 482897 h 1001623"/>
              <a:gd name="connsiteX14" fmla="*/ 490597 w 1170728"/>
              <a:gd name="connsiteY14" fmla="*/ 478382 h 1001623"/>
              <a:gd name="connsiteX15" fmla="*/ 479162 w 1170728"/>
              <a:gd name="connsiteY15" fmla="*/ 476502 h 1001623"/>
              <a:gd name="connsiteX16" fmla="*/ 479162 w 1170728"/>
              <a:gd name="connsiteY16" fmla="*/ 473019 h 1001623"/>
              <a:gd name="connsiteX17" fmla="*/ 515744 w 1170728"/>
              <a:gd name="connsiteY17" fmla="*/ 473019 h 1001623"/>
              <a:gd name="connsiteX18" fmla="*/ 562620 w 1170728"/>
              <a:gd name="connsiteY18" fmla="*/ 572812 h 1001623"/>
              <a:gd name="connsiteX19" fmla="*/ 608731 w 1170728"/>
              <a:gd name="connsiteY19" fmla="*/ 473019 h 1001623"/>
              <a:gd name="connsiteX20" fmla="*/ 645320 w 1170728"/>
              <a:gd name="connsiteY20" fmla="*/ 473019 h 1001623"/>
              <a:gd name="connsiteX21" fmla="*/ 645320 w 1170728"/>
              <a:gd name="connsiteY21" fmla="*/ 476502 h 1001623"/>
              <a:gd name="connsiteX22" fmla="*/ 640840 w 1170728"/>
              <a:gd name="connsiteY22" fmla="*/ 476502 h 1001623"/>
              <a:gd name="connsiteX23" fmla="*/ 629125 w 1170728"/>
              <a:gd name="connsiteY23" fmla="*/ 481394 h 1001623"/>
              <a:gd name="connsiteX24" fmla="*/ 627025 w 1170728"/>
              <a:gd name="connsiteY24" fmla="*/ 495124 h 1001623"/>
              <a:gd name="connsiteX25" fmla="*/ 627025 w 1170728"/>
              <a:gd name="connsiteY25" fmla="*/ 578452 h 1001623"/>
              <a:gd name="connsiteX26" fmla="*/ 629695 w 1170728"/>
              <a:gd name="connsiteY26" fmla="*/ 593129 h 1001623"/>
              <a:gd name="connsiteX27" fmla="*/ 640840 w 1170728"/>
              <a:gd name="connsiteY27" fmla="*/ 597074 h 1001623"/>
              <a:gd name="connsiteX28" fmla="*/ 645320 w 1170728"/>
              <a:gd name="connsiteY28" fmla="*/ 597074 h 1001623"/>
              <a:gd name="connsiteX29" fmla="*/ 645320 w 1170728"/>
              <a:gd name="connsiteY29" fmla="*/ 600557 h 1001623"/>
              <a:gd name="connsiteX30" fmla="*/ 590444 w 1170728"/>
              <a:gd name="connsiteY30" fmla="*/ 600557 h 1001623"/>
              <a:gd name="connsiteX31" fmla="*/ 590444 w 1170728"/>
              <a:gd name="connsiteY31" fmla="*/ 597074 h 1001623"/>
              <a:gd name="connsiteX32" fmla="*/ 595018 w 1170728"/>
              <a:gd name="connsiteY32" fmla="*/ 597074 h 1001623"/>
              <a:gd name="connsiteX33" fmla="*/ 606639 w 1170728"/>
              <a:gd name="connsiteY33" fmla="*/ 592189 h 1001623"/>
              <a:gd name="connsiteX34" fmla="*/ 608731 w 1170728"/>
              <a:gd name="connsiteY34" fmla="*/ 578452 h 1001623"/>
              <a:gd name="connsiteX35" fmla="*/ 608731 w 1170728"/>
              <a:gd name="connsiteY35" fmla="*/ 493244 h 1001623"/>
              <a:gd name="connsiteX36" fmla="*/ 558905 w 1170728"/>
              <a:gd name="connsiteY36" fmla="*/ 600557 h 1001623"/>
              <a:gd name="connsiteX37" fmla="*/ 555759 w 1170728"/>
              <a:gd name="connsiteY37" fmla="*/ 600557 h 1001623"/>
              <a:gd name="connsiteX38" fmla="*/ 704293 w 1170728"/>
              <a:gd name="connsiteY38" fmla="*/ 589932 h 1001623"/>
              <a:gd name="connsiteX39" fmla="*/ 698487 w 1170728"/>
              <a:gd name="connsiteY39" fmla="*/ 604317 h 1001623"/>
              <a:gd name="connsiteX40" fmla="*/ 651416 w 1170728"/>
              <a:gd name="connsiteY40" fmla="*/ 604317 h 1001623"/>
              <a:gd name="connsiteX41" fmla="*/ 651416 w 1170728"/>
              <a:gd name="connsiteY41" fmla="*/ 601497 h 1001623"/>
              <a:gd name="connsiteX42" fmla="*/ 682666 w 1170728"/>
              <a:gd name="connsiteY42" fmla="*/ 572057 h 1001623"/>
              <a:gd name="connsiteX43" fmla="*/ 687427 w 1170728"/>
              <a:gd name="connsiteY43" fmla="*/ 558612 h 1001623"/>
              <a:gd name="connsiteX44" fmla="*/ 683431 w 1170728"/>
              <a:gd name="connsiteY44" fmla="*/ 549019 h 1001623"/>
              <a:gd name="connsiteX45" fmla="*/ 673519 w 1170728"/>
              <a:gd name="connsiteY45" fmla="*/ 545067 h 1001623"/>
              <a:gd name="connsiteX46" fmla="*/ 663997 w 1170728"/>
              <a:gd name="connsiteY46" fmla="*/ 547887 h 1001623"/>
              <a:gd name="connsiteX47" fmla="*/ 657800 w 1170728"/>
              <a:gd name="connsiteY47" fmla="*/ 556162 h 1001623"/>
              <a:gd name="connsiteX48" fmla="*/ 653515 w 1170728"/>
              <a:gd name="connsiteY48" fmla="*/ 556162 h 1001623"/>
              <a:gd name="connsiteX49" fmla="*/ 660852 w 1170728"/>
              <a:gd name="connsiteY49" fmla="*/ 541777 h 1001623"/>
              <a:gd name="connsiteX50" fmla="*/ 676571 w 1170728"/>
              <a:gd name="connsiteY50" fmla="*/ 536507 h 1001623"/>
              <a:gd name="connsiteX51" fmla="*/ 692961 w 1170728"/>
              <a:gd name="connsiteY51" fmla="*/ 542054 h 1001623"/>
              <a:gd name="connsiteX52" fmla="*/ 699337 w 1170728"/>
              <a:gd name="connsiteY52" fmla="*/ 554189 h 1001623"/>
              <a:gd name="connsiteX53" fmla="*/ 694764 w 1170728"/>
              <a:gd name="connsiteY53" fmla="*/ 567542 h 1001623"/>
              <a:gd name="connsiteX54" fmla="*/ 666659 w 1170728"/>
              <a:gd name="connsiteY54" fmla="*/ 595194 h 1001623"/>
              <a:gd name="connsiteX55" fmla="*/ 684477 w 1170728"/>
              <a:gd name="connsiteY55" fmla="*/ 595194 h 1001623"/>
              <a:gd name="connsiteX56" fmla="*/ 695341 w 1170728"/>
              <a:gd name="connsiteY56" fmla="*/ 594162 h 1001623"/>
              <a:gd name="connsiteX57" fmla="*/ 700009 w 1170728"/>
              <a:gd name="connsiteY57" fmla="*/ 589932 h 1001623"/>
              <a:gd name="connsiteX58" fmla="*/ 704293 w 1170728"/>
              <a:gd name="connsiteY58" fmla="*/ 589932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170728" h="1001623">
                <a:moveTo>
                  <a:pt x="555759" y="600557"/>
                </a:moveTo>
                <a:lnTo>
                  <a:pt x="505839" y="493244"/>
                </a:lnTo>
                <a:lnTo>
                  <a:pt x="505839" y="578452"/>
                </a:lnTo>
                <a:cubicBezTo>
                  <a:pt x="505839" y="586295"/>
                  <a:pt x="506698" y="591180"/>
                  <a:pt x="508407" y="593129"/>
                </a:cubicBezTo>
                <a:cubicBezTo>
                  <a:pt x="510764" y="595757"/>
                  <a:pt x="514479" y="597074"/>
                  <a:pt x="519560" y="597074"/>
                </a:cubicBezTo>
                <a:lnTo>
                  <a:pt x="524134" y="597074"/>
                </a:lnTo>
                <a:lnTo>
                  <a:pt x="524134" y="600557"/>
                </a:lnTo>
                <a:lnTo>
                  <a:pt x="479162" y="600557"/>
                </a:lnTo>
                <a:lnTo>
                  <a:pt x="479162" y="597074"/>
                </a:lnTo>
                <a:lnTo>
                  <a:pt x="483736" y="597074"/>
                </a:lnTo>
                <a:cubicBezTo>
                  <a:pt x="489200" y="597074"/>
                  <a:pt x="493071" y="595448"/>
                  <a:pt x="495358" y="592189"/>
                </a:cubicBezTo>
                <a:cubicBezTo>
                  <a:pt x="496755" y="590178"/>
                  <a:pt x="497457" y="585602"/>
                  <a:pt x="497457" y="578452"/>
                </a:cubicBezTo>
                <a:lnTo>
                  <a:pt x="497457" y="495124"/>
                </a:lnTo>
                <a:cubicBezTo>
                  <a:pt x="497457" y="489484"/>
                  <a:pt x="496817" y="485409"/>
                  <a:pt x="495553" y="482897"/>
                </a:cubicBezTo>
                <a:cubicBezTo>
                  <a:pt x="494663" y="481079"/>
                  <a:pt x="493008" y="479576"/>
                  <a:pt x="490597" y="478382"/>
                </a:cubicBezTo>
                <a:cubicBezTo>
                  <a:pt x="488247" y="477126"/>
                  <a:pt x="484431" y="476502"/>
                  <a:pt x="479162" y="476502"/>
                </a:cubicBezTo>
                <a:lnTo>
                  <a:pt x="479162" y="473019"/>
                </a:lnTo>
                <a:lnTo>
                  <a:pt x="515744" y="473019"/>
                </a:lnTo>
                <a:lnTo>
                  <a:pt x="562620" y="572812"/>
                </a:lnTo>
                <a:lnTo>
                  <a:pt x="608731" y="473019"/>
                </a:lnTo>
                <a:lnTo>
                  <a:pt x="645320" y="473019"/>
                </a:lnTo>
                <a:lnTo>
                  <a:pt x="645320" y="476502"/>
                </a:lnTo>
                <a:lnTo>
                  <a:pt x="640840" y="476502"/>
                </a:lnTo>
                <a:cubicBezTo>
                  <a:pt x="635314" y="476502"/>
                  <a:pt x="631412" y="478135"/>
                  <a:pt x="629125" y="481394"/>
                </a:cubicBezTo>
                <a:cubicBezTo>
                  <a:pt x="627728" y="483398"/>
                  <a:pt x="627025" y="487974"/>
                  <a:pt x="627025" y="495124"/>
                </a:cubicBezTo>
                <a:lnTo>
                  <a:pt x="627025" y="578452"/>
                </a:lnTo>
                <a:cubicBezTo>
                  <a:pt x="627025" y="586295"/>
                  <a:pt x="627915" y="591180"/>
                  <a:pt x="629695" y="593129"/>
                </a:cubicBezTo>
                <a:cubicBezTo>
                  <a:pt x="632044" y="595757"/>
                  <a:pt x="635759" y="597074"/>
                  <a:pt x="640840" y="597074"/>
                </a:cubicBezTo>
                <a:lnTo>
                  <a:pt x="645320" y="597074"/>
                </a:lnTo>
                <a:lnTo>
                  <a:pt x="645320" y="600557"/>
                </a:lnTo>
                <a:lnTo>
                  <a:pt x="590444" y="600557"/>
                </a:lnTo>
                <a:lnTo>
                  <a:pt x="590444" y="597074"/>
                </a:lnTo>
                <a:lnTo>
                  <a:pt x="595018" y="597074"/>
                </a:lnTo>
                <a:cubicBezTo>
                  <a:pt x="600543" y="597074"/>
                  <a:pt x="604415" y="595448"/>
                  <a:pt x="606639" y="592189"/>
                </a:cubicBezTo>
                <a:cubicBezTo>
                  <a:pt x="608036" y="590178"/>
                  <a:pt x="608731" y="585602"/>
                  <a:pt x="608731" y="578452"/>
                </a:cubicBezTo>
                <a:lnTo>
                  <a:pt x="608731" y="493244"/>
                </a:lnTo>
                <a:lnTo>
                  <a:pt x="558905" y="600557"/>
                </a:lnTo>
                <a:lnTo>
                  <a:pt x="555759" y="600557"/>
                </a:lnTo>
                <a:close/>
                <a:moveTo>
                  <a:pt x="704293" y="589932"/>
                </a:moveTo>
                <a:lnTo>
                  <a:pt x="698487" y="604317"/>
                </a:lnTo>
                <a:lnTo>
                  <a:pt x="651416" y="604317"/>
                </a:lnTo>
                <a:lnTo>
                  <a:pt x="651416" y="601497"/>
                </a:lnTo>
                <a:cubicBezTo>
                  <a:pt x="667103" y="589462"/>
                  <a:pt x="677523" y="579646"/>
                  <a:pt x="682666" y="572057"/>
                </a:cubicBezTo>
                <a:cubicBezTo>
                  <a:pt x="685843" y="567419"/>
                  <a:pt x="687427" y="562934"/>
                  <a:pt x="687427" y="558612"/>
                </a:cubicBezTo>
                <a:cubicBezTo>
                  <a:pt x="687427" y="554783"/>
                  <a:pt x="686101" y="551585"/>
                  <a:pt x="683431" y="549019"/>
                </a:cubicBezTo>
                <a:cubicBezTo>
                  <a:pt x="680824" y="546384"/>
                  <a:pt x="677523" y="545067"/>
                  <a:pt x="673519" y="545067"/>
                </a:cubicBezTo>
                <a:cubicBezTo>
                  <a:pt x="669898" y="545067"/>
                  <a:pt x="666721" y="546007"/>
                  <a:pt x="663997" y="547887"/>
                </a:cubicBezTo>
                <a:cubicBezTo>
                  <a:pt x="661265" y="549705"/>
                  <a:pt x="659197" y="552463"/>
                  <a:pt x="657800" y="556162"/>
                </a:cubicBezTo>
                <a:lnTo>
                  <a:pt x="653515" y="556162"/>
                </a:lnTo>
                <a:cubicBezTo>
                  <a:pt x="654405" y="550083"/>
                  <a:pt x="656848" y="545283"/>
                  <a:pt x="660852" y="541777"/>
                </a:cubicBezTo>
                <a:cubicBezTo>
                  <a:pt x="664918" y="538264"/>
                  <a:pt x="670155" y="536507"/>
                  <a:pt x="676571" y="536507"/>
                </a:cubicBezTo>
                <a:cubicBezTo>
                  <a:pt x="683306" y="536507"/>
                  <a:pt x="688762" y="538356"/>
                  <a:pt x="692961" y="542054"/>
                </a:cubicBezTo>
                <a:cubicBezTo>
                  <a:pt x="697215" y="545691"/>
                  <a:pt x="699337" y="549736"/>
                  <a:pt x="699337" y="554189"/>
                </a:cubicBezTo>
                <a:cubicBezTo>
                  <a:pt x="699337" y="558327"/>
                  <a:pt x="697815" y="562780"/>
                  <a:pt x="694764" y="567542"/>
                </a:cubicBezTo>
                <a:cubicBezTo>
                  <a:pt x="690003" y="574815"/>
                  <a:pt x="680637" y="584038"/>
                  <a:pt x="666659" y="595194"/>
                </a:cubicBezTo>
                <a:lnTo>
                  <a:pt x="684477" y="595194"/>
                </a:lnTo>
                <a:cubicBezTo>
                  <a:pt x="689940" y="595194"/>
                  <a:pt x="693562" y="594848"/>
                  <a:pt x="695341" y="594162"/>
                </a:cubicBezTo>
                <a:cubicBezTo>
                  <a:pt x="697183" y="593407"/>
                  <a:pt x="698737" y="591997"/>
                  <a:pt x="700009" y="589932"/>
                </a:cubicBezTo>
                <a:lnTo>
                  <a:pt x="704293" y="589932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F5440E9-C34A-4489-AAE8-F8A6A407011D}"/>
              </a:ext>
            </a:extLst>
          </p:cNvPr>
          <p:cNvSpPr/>
          <p:nvPr/>
        </p:nvSpPr>
        <p:spPr>
          <a:xfrm>
            <a:off x="2825474" y="3002457"/>
            <a:ext cx="1170728" cy="1001623"/>
          </a:xfrm>
          <a:custGeom>
            <a:avLst/>
            <a:gdLst>
              <a:gd name="connsiteX0" fmla="*/ 555759 w 1170728"/>
              <a:gd name="connsiteY0" fmla="*/ 600557 h 1001623"/>
              <a:gd name="connsiteX1" fmla="*/ 505839 w 1170728"/>
              <a:gd name="connsiteY1" fmla="*/ 493244 h 1001623"/>
              <a:gd name="connsiteX2" fmla="*/ 505839 w 1170728"/>
              <a:gd name="connsiteY2" fmla="*/ 578452 h 1001623"/>
              <a:gd name="connsiteX3" fmla="*/ 508407 w 1170728"/>
              <a:gd name="connsiteY3" fmla="*/ 593129 h 1001623"/>
              <a:gd name="connsiteX4" fmla="*/ 519560 w 1170728"/>
              <a:gd name="connsiteY4" fmla="*/ 597074 h 1001623"/>
              <a:gd name="connsiteX5" fmla="*/ 524134 w 1170728"/>
              <a:gd name="connsiteY5" fmla="*/ 597074 h 1001623"/>
              <a:gd name="connsiteX6" fmla="*/ 524134 w 1170728"/>
              <a:gd name="connsiteY6" fmla="*/ 600557 h 1001623"/>
              <a:gd name="connsiteX7" fmla="*/ 479162 w 1170728"/>
              <a:gd name="connsiteY7" fmla="*/ 600557 h 1001623"/>
              <a:gd name="connsiteX8" fmla="*/ 479162 w 1170728"/>
              <a:gd name="connsiteY8" fmla="*/ 597074 h 1001623"/>
              <a:gd name="connsiteX9" fmla="*/ 483736 w 1170728"/>
              <a:gd name="connsiteY9" fmla="*/ 597074 h 1001623"/>
              <a:gd name="connsiteX10" fmla="*/ 495358 w 1170728"/>
              <a:gd name="connsiteY10" fmla="*/ 592189 h 1001623"/>
              <a:gd name="connsiteX11" fmla="*/ 497457 w 1170728"/>
              <a:gd name="connsiteY11" fmla="*/ 578452 h 1001623"/>
              <a:gd name="connsiteX12" fmla="*/ 497457 w 1170728"/>
              <a:gd name="connsiteY12" fmla="*/ 495124 h 1001623"/>
              <a:gd name="connsiteX13" fmla="*/ 495553 w 1170728"/>
              <a:gd name="connsiteY13" fmla="*/ 482897 h 1001623"/>
              <a:gd name="connsiteX14" fmla="*/ 490597 w 1170728"/>
              <a:gd name="connsiteY14" fmla="*/ 478382 h 1001623"/>
              <a:gd name="connsiteX15" fmla="*/ 479162 w 1170728"/>
              <a:gd name="connsiteY15" fmla="*/ 476502 h 1001623"/>
              <a:gd name="connsiteX16" fmla="*/ 479162 w 1170728"/>
              <a:gd name="connsiteY16" fmla="*/ 473019 h 1001623"/>
              <a:gd name="connsiteX17" fmla="*/ 515744 w 1170728"/>
              <a:gd name="connsiteY17" fmla="*/ 473019 h 1001623"/>
              <a:gd name="connsiteX18" fmla="*/ 562620 w 1170728"/>
              <a:gd name="connsiteY18" fmla="*/ 572812 h 1001623"/>
              <a:gd name="connsiteX19" fmla="*/ 608731 w 1170728"/>
              <a:gd name="connsiteY19" fmla="*/ 473019 h 1001623"/>
              <a:gd name="connsiteX20" fmla="*/ 645320 w 1170728"/>
              <a:gd name="connsiteY20" fmla="*/ 473019 h 1001623"/>
              <a:gd name="connsiteX21" fmla="*/ 645320 w 1170728"/>
              <a:gd name="connsiteY21" fmla="*/ 476502 h 1001623"/>
              <a:gd name="connsiteX22" fmla="*/ 640840 w 1170728"/>
              <a:gd name="connsiteY22" fmla="*/ 476502 h 1001623"/>
              <a:gd name="connsiteX23" fmla="*/ 629125 w 1170728"/>
              <a:gd name="connsiteY23" fmla="*/ 481394 h 1001623"/>
              <a:gd name="connsiteX24" fmla="*/ 627025 w 1170728"/>
              <a:gd name="connsiteY24" fmla="*/ 495124 h 1001623"/>
              <a:gd name="connsiteX25" fmla="*/ 627025 w 1170728"/>
              <a:gd name="connsiteY25" fmla="*/ 578452 h 1001623"/>
              <a:gd name="connsiteX26" fmla="*/ 629695 w 1170728"/>
              <a:gd name="connsiteY26" fmla="*/ 593129 h 1001623"/>
              <a:gd name="connsiteX27" fmla="*/ 640840 w 1170728"/>
              <a:gd name="connsiteY27" fmla="*/ 597074 h 1001623"/>
              <a:gd name="connsiteX28" fmla="*/ 645320 w 1170728"/>
              <a:gd name="connsiteY28" fmla="*/ 597074 h 1001623"/>
              <a:gd name="connsiteX29" fmla="*/ 645320 w 1170728"/>
              <a:gd name="connsiteY29" fmla="*/ 600557 h 1001623"/>
              <a:gd name="connsiteX30" fmla="*/ 590444 w 1170728"/>
              <a:gd name="connsiteY30" fmla="*/ 600557 h 1001623"/>
              <a:gd name="connsiteX31" fmla="*/ 590444 w 1170728"/>
              <a:gd name="connsiteY31" fmla="*/ 597074 h 1001623"/>
              <a:gd name="connsiteX32" fmla="*/ 595018 w 1170728"/>
              <a:gd name="connsiteY32" fmla="*/ 597074 h 1001623"/>
              <a:gd name="connsiteX33" fmla="*/ 606639 w 1170728"/>
              <a:gd name="connsiteY33" fmla="*/ 592189 h 1001623"/>
              <a:gd name="connsiteX34" fmla="*/ 608731 w 1170728"/>
              <a:gd name="connsiteY34" fmla="*/ 578452 h 1001623"/>
              <a:gd name="connsiteX35" fmla="*/ 608731 w 1170728"/>
              <a:gd name="connsiteY35" fmla="*/ 493244 h 1001623"/>
              <a:gd name="connsiteX36" fmla="*/ 558905 w 1170728"/>
              <a:gd name="connsiteY36" fmla="*/ 600557 h 1001623"/>
              <a:gd name="connsiteX37" fmla="*/ 555759 w 1170728"/>
              <a:gd name="connsiteY37" fmla="*/ 600557 h 1001623"/>
              <a:gd name="connsiteX38" fmla="*/ 654748 w 1170728"/>
              <a:gd name="connsiteY38" fmla="*/ 551084 h 1001623"/>
              <a:gd name="connsiteX39" fmla="*/ 662467 w 1170728"/>
              <a:gd name="connsiteY39" fmla="*/ 540929 h 1001623"/>
              <a:gd name="connsiteX40" fmla="*/ 676664 w 1170728"/>
              <a:gd name="connsiteY40" fmla="*/ 536507 h 1001623"/>
              <a:gd name="connsiteX41" fmla="*/ 690479 w 1170728"/>
              <a:gd name="connsiteY41" fmla="*/ 540837 h 1001623"/>
              <a:gd name="connsiteX42" fmla="*/ 695529 w 1170728"/>
              <a:gd name="connsiteY42" fmla="*/ 550329 h 1001623"/>
              <a:gd name="connsiteX43" fmla="*/ 685523 w 1170728"/>
              <a:gd name="connsiteY43" fmla="*/ 564914 h 1001623"/>
              <a:gd name="connsiteX44" fmla="*/ 695818 w 1170728"/>
              <a:gd name="connsiteY44" fmla="*/ 571964 h 1001623"/>
              <a:gd name="connsiteX45" fmla="*/ 699337 w 1170728"/>
              <a:gd name="connsiteY45" fmla="*/ 582027 h 1001623"/>
              <a:gd name="connsiteX46" fmla="*/ 691150 w 1170728"/>
              <a:gd name="connsiteY46" fmla="*/ 598677 h 1001623"/>
              <a:gd name="connsiteX47" fmla="*/ 667712 w 1170728"/>
              <a:gd name="connsiteY47" fmla="*/ 605634 h 1001623"/>
              <a:gd name="connsiteX48" fmla="*/ 656184 w 1170728"/>
              <a:gd name="connsiteY48" fmla="*/ 603377 h 1001623"/>
              <a:gd name="connsiteX49" fmla="*/ 653703 w 1170728"/>
              <a:gd name="connsiteY49" fmla="*/ 599709 h 1001623"/>
              <a:gd name="connsiteX50" fmla="*/ 655232 w 1170728"/>
              <a:gd name="connsiteY50" fmla="*/ 596797 h 1001623"/>
              <a:gd name="connsiteX51" fmla="*/ 659322 w 1170728"/>
              <a:gd name="connsiteY51" fmla="*/ 595479 h 1001623"/>
              <a:gd name="connsiteX52" fmla="*/ 667041 w 1170728"/>
              <a:gd name="connsiteY52" fmla="*/ 597737 h 1001623"/>
              <a:gd name="connsiteX53" fmla="*/ 675712 w 1170728"/>
              <a:gd name="connsiteY53" fmla="*/ 599994 h 1001623"/>
              <a:gd name="connsiteX54" fmla="*/ 684860 w 1170728"/>
              <a:gd name="connsiteY54" fmla="*/ 596327 h 1001623"/>
              <a:gd name="connsiteX55" fmla="*/ 688668 w 1170728"/>
              <a:gd name="connsiteY55" fmla="*/ 587574 h 1001623"/>
              <a:gd name="connsiteX56" fmla="*/ 686101 w 1170728"/>
              <a:gd name="connsiteY56" fmla="*/ 579492 h 1001623"/>
              <a:gd name="connsiteX57" fmla="*/ 679622 w 1170728"/>
              <a:gd name="connsiteY57" fmla="*/ 574129 h 1001623"/>
              <a:gd name="connsiteX58" fmla="*/ 669421 w 1170728"/>
              <a:gd name="connsiteY58" fmla="*/ 571964 h 1001623"/>
              <a:gd name="connsiteX59" fmla="*/ 666565 w 1170728"/>
              <a:gd name="connsiteY59" fmla="*/ 571964 h 1001623"/>
              <a:gd name="connsiteX60" fmla="*/ 666565 w 1170728"/>
              <a:gd name="connsiteY60" fmla="*/ 569329 h 1001623"/>
              <a:gd name="connsiteX61" fmla="*/ 678858 w 1170728"/>
              <a:gd name="connsiteY61" fmla="*/ 564914 h 1001623"/>
              <a:gd name="connsiteX62" fmla="*/ 683907 w 1170728"/>
              <a:gd name="connsiteY62" fmla="*/ 554752 h 1001623"/>
              <a:gd name="connsiteX63" fmla="*/ 680762 w 1170728"/>
              <a:gd name="connsiteY63" fmla="*/ 547232 h 1001623"/>
              <a:gd name="connsiteX64" fmla="*/ 672380 w 1170728"/>
              <a:gd name="connsiteY64" fmla="*/ 544312 h 1001623"/>
              <a:gd name="connsiteX65" fmla="*/ 658370 w 1170728"/>
              <a:gd name="connsiteY65" fmla="*/ 552587 h 1001623"/>
              <a:gd name="connsiteX66" fmla="*/ 654748 w 1170728"/>
              <a:gd name="connsiteY66" fmla="*/ 551084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70728" h="1001623">
                <a:moveTo>
                  <a:pt x="555759" y="600557"/>
                </a:moveTo>
                <a:lnTo>
                  <a:pt x="505839" y="493244"/>
                </a:lnTo>
                <a:lnTo>
                  <a:pt x="505839" y="578452"/>
                </a:lnTo>
                <a:cubicBezTo>
                  <a:pt x="505839" y="586295"/>
                  <a:pt x="506698" y="591180"/>
                  <a:pt x="508407" y="593129"/>
                </a:cubicBezTo>
                <a:cubicBezTo>
                  <a:pt x="510764" y="595757"/>
                  <a:pt x="514479" y="597074"/>
                  <a:pt x="519560" y="597074"/>
                </a:cubicBezTo>
                <a:lnTo>
                  <a:pt x="524134" y="597074"/>
                </a:lnTo>
                <a:lnTo>
                  <a:pt x="524134" y="600557"/>
                </a:lnTo>
                <a:lnTo>
                  <a:pt x="479162" y="600557"/>
                </a:lnTo>
                <a:lnTo>
                  <a:pt x="479162" y="597074"/>
                </a:lnTo>
                <a:lnTo>
                  <a:pt x="483736" y="597074"/>
                </a:lnTo>
                <a:cubicBezTo>
                  <a:pt x="489200" y="597074"/>
                  <a:pt x="493071" y="595448"/>
                  <a:pt x="495358" y="592189"/>
                </a:cubicBezTo>
                <a:cubicBezTo>
                  <a:pt x="496755" y="590178"/>
                  <a:pt x="497457" y="585602"/>
                  <a:pt x="497457" y="578452"/>
                </a:cubicBezTo>
                <a:lnTo>
                  <a:pt x="497457" y="495124"/>
                </a:lnTo>
                <a:cubicBezTo>
                  <a:pt x="497457" y="489484"/>
                  <a:pt x="496817" y="485409"/>
                  <a:pt x="495553" y="482897"/>
                </a:cubicBezTo>
                <a:cubicBezTo>
                  <a:pt x="494663" y="481079"/>
                  <a:pt x="493008" y="479576"/>
                  <a:pt x="490597" y="478382"/>
                </a:cubicBezTo>
                <a:cubicBezTo>
                  <a:pt x="488247" y="477126"/>
                  <a:pt x="484431" y="476502"/>
                  <a:pt x="479162" y="476502"/>
                </a:cubicBezTo>
                <a:lnTo>
                  <a:pt x="479162" y="473019"/>
                </a:lnTo>
                <a:lnTo>
                  <a:pt x="515744" y="473019"/>
                </a:lnTo>
                <a:lnTo>
                  <a:pt x="562620" y="572812"/>
                </a:lnTo>
                <a:lnTo>
                  <a:pt x="608731" y="473019"/>
                </a:lnTo>
                <a:lnTo>
                  <a:pt x="645320" y="473019"/>
                </a:lnTo>
                <a:lnTo>
                  <a:pt x="645320" y="476502"/>
                </a:lnTo>
                <a:lnTo>
                  <a:pt x="640840" y="476502"/>
                </a:lnTo>
                <a:cubicBezTo>
                  <a:pt x="635314" y="476502"/>
                  <a:pt x="631412" y="478135"/>
                  <a:pt x="629125" y="481394"/>
                </a:cubicBezTo>
                <a:cubicBezTo>
                  <a:pt x="627728" y="483398"/>
                  <a:pt x="627025" y="487974"/>
                  <a:pt x="627025" y="495124"/>
                </a:cubicBezTo>
                <a:lnTo>
                  <a:pt x="627025" y="578452"/>
                </a:lnTo>
                <a:cubicBezTo>
                  <a:pt x="627025" y="586295"/>
                  <a:pt x="627915" y="591180"/>
                  <a:pt x="629695" y="593129"/>
                </a:cubicBezTo>
                <a:cubicBezTo>
                  <a:pt x="632044" y="595757"/>
                  <a:pt x="635759" y="597074"/>
                  <a:pt x="640840" y="597074"/>
                </a:cubicBezTo>
                <a:lnTo>
                  <a:pt x="645320" y="597074"/>
                </a:lnTo>
                <a:lnTo>
                  <a:pt x="645320" y="600557"/>
                </a:lnTo>
                <a:lnTo>
                  <a:pt x="590444" y="600557"/>
                </a:lnTo>
                <a:lnTo>
                  <a:pt x="590444" y="597074"/>
                </a:lnTo>
                <a:lnTo>
                  <a:pt x="595018" y="597074"/>
                </a:lnTo>
                <a:cubicBezTo>
                  <a:pt x="600543" y="597074"/>
                  <a:pt x="604415" y="595448"/>
                  <a:pt x="606639" y="592189"/>
                </a:cubicBezTo>
                <a:cubicBezTo>
                  <a:pt x="608036" y="590178"/>
                  <a:pt x="608731" y="585602"/>
                  <a:pt x="608731" y="578452"/>
                </a:cubicBezTo>
                <a:lnTo>
                  <a:pt x="608731" y="493244"/>
                </a:lnTo>
                <a:lnTo>
                  <a:pt x="558905" y="600557"/>
                </a:lnTo>
                <a:lnTo>
                  <a:pt x="555759" y="600557"/>
                </a:lnTo>
                <a:close/>
                <a:moveTo>
                  <a:pt x="654748" y="551084"/>
                </a:moveTo>
                <a:cubicBezTo>
                  <a:pt x="657035" y="546446"/>
                  <a:pt x="659611" y="543056"/>
                  <a:pt x="662467" y="540929"/>
                </a:cubicBezTo>
                <a:cubicBezTo>
                  <a:pt x="666534" y="537978"/>
                  <a:pt x="671263" y="536507"/>
                  <a:pt x="676664" y="536507"/>
                </a:cubicBezTo>
                <a:cubicBezTo>
                  <a:pt x="682510" y="536507"/>
                  <a:pt x="687115" y="537948"/>
                  <a:pt x="690479" y="540837"/>
                </a:cubicBezTo>
                <a:cubicBezTo>
                  <a:pt x="693843" y="543719"/>
                  <a:pt x="695529" y="546885"/>
                  <a:pt x="695529" y="550329"/>
                </a:cubicBezTo>
                <a:cubicBezTo>
                  <a:pt x="695529" y="554598"/>
                  <a:pt x="692196" y="559459"/>
                  <a:pt x="685523" y="564914"/>
                </a:cubicBezTo>
                <a:cubicBezTo>
                  <a:pt x="690096" y="566540"/>
                  <a:pt x="693531" y="568890"/>
                  <a:pt x="695818" y="571964"/>
                </a:cubicBezTo>
                <a:cubicBezTo>
                  <a:pt x="698167" y="574977"/>
                  <a:pt x="699337" y="578328"/>
                  <a:pt x="699337" y="582027"/>
                </a:cubicBezTo>
                <a:cubicBezTo>
                  <a:pt x="699337" y="588483"/>
                  <a:pt x="696606" y="594039"/>
                  <a:pt x="691150" y="598677"/>
                </a:cubicBezTo>
                <a:cubicBezTo>
                  <a:pt x="685749" y="603315"/>
                  <a:pt x="677936" y="605634"/>
                  <a:pt x="667712" y="605634"/>
                </a:cubicBezTo>
                <a:cubicBezTo>
                  <a:pt x="662374" y="605634"/>
                  <a:pt x="658534" y="604887"/>
                  <a:pt x="656184" y="603377"/>
                </a:cubicBezTo>
                <a:cubicBezTo>
                  <a:pt x="654530" y="602314"/>
                  <a:pt x="653703" y="601088"/>
                  <a:pt x="653703" y="599709"/>
                </a:cubicBezTo>
                <a:cubicBezTo>
                  <a:pt x="653703" y="598646"/>
                  <a:pt x="654210" y="597675"/>
                  <a:pt x="655232" y="596797"/>
                </a:cubicBezTo>
                <a:cubicBezTo>
                  <a:pt x="656309" y="595919"/>
                  <a:pt x="657675" y="595479"/>
                  <a:pt x="659322" y="595479"/>
                </a:cubicBezTo>
                <a:cubicBezTo>
                  <a:pt x="661101" y="595479"/>
                  <a:pt x="663677" y="596234"/>
                  <a:pt x="667041" y="597737"/>
                </a:cubicBezTo>
                <a:cubicBezTo>
                  <a:pt x="670413" y="599239"/>
                  <a:pt x="673300" y="599994"/>
                  <a:pt x="675712" y="599994"/>
                </a:cubicBezTo>
                <a:cubicBezTo>
                  <a:pt x="679271" y="599994"/>
                  <a:pt x="682315" y="598769"/>
                  <a:pt x="684860" y="596327"/>
                </a:cubicBezTo>
                <a:cubicBezTo>
                  <a:pt x="687396" y="593815"/>
                  <a:pt x="688668" y="590903"/>
                  <a:pt x="688668" y="587574"/>
                </a:cubicBezTo>
                <a:cubicBezTo>
                  <a:pt x="688668" y="584754"/>
                  <a:pt x="687810" y="582058"/>
                  <a:pt x="686101" y="579492"/>
                </a:cubicBezTo>
                <a:cubicBezTo>
                  <a:pt x="684446" y="576918"/>
                  <a:pt x="682284" y="575131"/>
                  <a:pt x="679622" y="574129"/>
                </a:cubicBezTo>
                <a:cubicBezTo>
                  <a:pt x="675806" y="572689"/>
                  <a:pt x="672411" y="571964"/>
                  <a:pt x="669421" y="571964"/>
                </a:cubicBezTo>
                <a:lnTo>
                  <a:pt x="666565" y="571964"/>
                </a:lnTo>
                <a:lnTo>
                  <a:pt x="666565" y="569329"/>
                </a:lnTo>
                <a:cubicBezTo>
                  <a:pt x="671458" y="569329"/>
                  <a:pt x="675556" y="567858"/>
                  <a:pt x="678858" y="564914"/>
                </a:cubicBezTo>
                <a:cubicBezTo>
                  <a:pt x="682221" y="561963"/>
                  <a:pt x="683907" y="558581"/>
                  <a:pt x="683907" y="554752"/>
                </a:cubicBezTo>
                <a:cubicBezTo>
                  <a:pt x="683907" y="551678"/>
                  <a:pt x="682861" y="549174"/>
                  <a:pt x="680762" y="547232"/>
                </a:cubicBezTo>
                <a:cubicBezTo>
                  <a:pt x="678662" y="545283"/>
                  <a:pt x="675868" y="544312"/>
                  <a:pt x="672380" y="544312"/>
                </a:cubicBezTo>
                <a:cubicBezTo>
                  <a:pt x="666978" y="544312"/>
                  <a:pt x="662311" y="547070"/>
                  <a:pt x="658370" y="552587"/>
                </a:cubicBezTo>
                <a:lnTo>
                  <a:pt x="654748" y="551084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295EB66F-89BC-4A9C-BFC4-133655D0EEA0}"/>
              </a:ext>
            </a:extLst>
          </p:cNvPr>
          <p:cNvSpPr/>
          <p:nvPr/>
        </p:nvSpPr>
        <p:spPr>
          <a:xfrm>
            <a:off x="4755708" y="2193456"/>
            <a:ext cx="1404874" cy="1001623"/>
          </a:xfrm>
          <a:custGeom>
            <a:avLst/>
            <a:gdLst>
              <a:gd name="connsiteX0" fmla="*/ 568247 w 1404874"/>
              <a:gd name="connsiteY0" fmla="*/ 557102 h 1001623"/>
              <a:gd name="connsiteX1" fmla="*/ 603306 w 1404874"/>
              <a:gd name="connsiteY1" fmla="*/ 473019 h 1001623"/>
              <a:gd name="connsiteX2" fmla="*/ 655896 w 1404874"/>
              <a:gd name="connsiteY2" fmla="*/ 473019 h 1001623"/>
              <a:gd name="connsiteX3" fmla="*/ 655896 w 1404874"/>
              <a:gd name="connsiteY3" fmla="*/ 476499 h 1001623"/>
              <a:gd name="connsiteX4" fmla="*/ 651704 w 1404874"/>
              <a:gd name="connsiteY4" fmla="*/ 476499 h 1001623"/>
              <a:gd name="connsiteX5" fmla="*/ 642557 w 1404874"/>
              <a:gd name="connsiteY5" fmla="*/ 478474 h 1001623"/>
              <a:gd name="connsiteX6" fmla="*/ 638748 w 1404874"/>
              <a:gd name="connsiteY6" fmla="*/ 482895 h 1001623"/>
              <a:gd name="connsiteX7" fmla="*/ 637695 w 1404874"/>
              <a:gd name="connsiteY7" fmla="*/ 494651 h 1001623"/>
              <a:gd name="connsiteX8" fmla="*/ 637695 w 1404874"/>
              <a:gd name="connsiteY8" fmla="*/ 578734 h 1001623"/>
              <a:gd name="connsiteX9" fmla="*/ 638748 w 1404874"/>
              <a:gd name="connsiteY9" fmla="*/ 590961 h 1001623"/>
              <a:gd name="connsiteX10" fmla="*/ 643033 w 1404874"/>
              <a:gd name="connsiteY10" fmla="*/ 595288 h 1001623"/>
              <a:gd name="connsiteX11" fmla="*/ 651704 w 1404874"/>
              <a:gd name="connsiteY11" fmla="*/ 597075 h 1001623"/>
              <a:gd name="connsiteX12" fmla="*/ 655896 w 1404874"/>
              <a:gd name="connsiteY12" fmla="*/ 597075 h 1001623"/>
              <a:gd name="connsiteX13" fmla="*/ 655896 w 1404874"/>
              <a:gd name="connsiteY13" fmla="*/ 600554 h 1001623"/>
              <a:gd name="connsiteX14" fmla="*/ 588438 w 1404874"/>
              <a:gd name="connsiteY14" fmla="*/ 600554 h 1001623"/>
              <a:gd name="connsiteX15" fmla="*/ 588438 w 1404874"/>
              <a:gd name="connsiteY15" fmla="*/ 597075 h 1001623"/>
              <a:gd name="connsiteX16" fmla="*/ 592637 w 1404874"/>
              <a:gd name="connsiteY16" fmla="*/ 597075 h 1001623"/>
              <a:gd name="connsiteX17" fmla="*/ 601777 w 1404874"/>
              <a:gd name="connsiteY17" fmla="*/ 595099 h 1001623"/>
              <a:gd name="connsiteX18" fmla="*/ 605593 w 1404874"/>
              <a:gd name="connsiteY18" fmla="*/ 590585 h 1001623"/>
              <a:gd name="connsiteX19" fmla="*/ 606639 w 1404874"/>
              <a:gd name="connsiteY19" fmla="*/ 578734 h 1001623"/>
              <a:gd name="connsiteX20" fmla="*/ 606639 w 1404874"/>
              <a:gd name="connsiteY20" fmla="*/ 484211 h 1001623"/>
              <a:gd name="connsiteX21" fmla="*/ 557094 w 1404874"/>
              <a:gd name="connsiteY21" fmla="*/ 600554 h 1001623"/>
              <a:gd name="connsiteX22" fmla="*/ 554807 w 1404874"/>
              <a:gd name="connsiteY22" fmla="*/ 600554 h 1001623"/>
              <a:gd name="connsiteX23" fmla="*/ 504505 w 1404874"/>
              <a:gd name="connsiteY23" fmla="*/ 485058 h 1001623"/>
              <a:gd name="connsiteX24" fmla="*/ 504505 w 1404874"/>
              <a:gd name="connsiteY24" fmla="*/ 574878 h 1001623"/>
              <a:gd name="connsiteX25" fmla="*/ 504981 w 1404874"/>
              <a:gd name="connsiteY25" fmla="*/ 586447 h 1001623"/>
              <a:gd name="connsiteX26" fmla="*/ 510319 w 1404874"/>
              <a:gd name="connsiteY26" fmla="*/ 594159 h 1001623"/>
              <a:gd name="connsiteX27" fmla="*/ 523369 w 1404874"/>
              <a:gd name="connsiteY27" fmla="*/ 597075 h 1001623"/>
              <a:gd name="connsiteX28" fmla="*/ 523369 w 1404874"/>
              <a:gd name="connsiteY28" fmla="*/ 600554 h 1001623"/>
              <a:gd name="connsiteX29" fmla="*/ 479162 w 1404874"/>
              <a:gd name="connsiteY29" fmla="*/ 600554 h 1001623"/>
              <a:gd name="connsiteX30" fmla="*/ 479162 w 1404874"/>
              <a:gd name="connsiteY30" fmla="*/ 597075 h 1001623"/>
              <a:gd name="connsiteX31" fmla="*/ 480497 w 1404874"/>
              <a:gd name="connsiteY31" fmla="*/ 597075 h 1001623"/>
              <a:gd name="connsiteX32" fmla="*/ 488497 w 1404874"/>
              <a:gd name="connsiteY32" fmla="*/ 595758 h 1001623"/>
              <a:gd name="connsiteX33" fmla="*/ 494117 w 1404874"/>
              <a:gd name="connsiteY33" fmla="*/ 591808 h 1001623"/>
              <a:gd name="connsiteX34" fmla="*/ 497075 w 1404874"/>
              <a:gd name="connsiteY34" fmla="*/ 584942 h 1001623"/>
              <a:gd name="connsiteX35" fmla="*/ 497262 w 1404874"/>
              <a:gd name="connsiteY35" fmla="*/ 575349 h 1001623"/>
              <a:gd name="connsiteX36" fmla="*/ 497262 w 1404874"/>
              <a:gd name="connsiteY36" fmla="*/ 494651 h 1001623"/>
              <a:gd name="connsiteX37" fmla="*/ 496216 w 1404874"/>
              <a:gd name="connsiteY37" fmla="*/ 482612 h 1001623"/>
              <a:gd name="connsiteX38" fmla="*/ 491931 w 1404874"/>
              <a:gd name="connsiteY38" fmla="*/ 478380 h 1001623"/>
              <a:gd name="connsiteX39" fmla="*/ 483260 w 1404874"/>
              <a:gd name="connsiteY39" fmla="*/ 476499 h 1001623"/>
              <a:gd name="connsiteX40" fmla="*/ 479162 w 1404874"/>
              <a:gd name="connsiteY40" fmla="*/ 476499 h 1001623"/>
              <a:gd name="connsiteX41" fmla="*/ 479162 w 1404874"/>
              <a:gd name="connsiteY41" fmla="*/ 473019 h 1001623"/>
              <a:gd name="connsiteX42" fmla="*/ 531947 w 1404874"/>
              <a:gd name="connsiteY42" fmla="*/ 473019 h 1001623"/>
              <a:gd name="connsiteX43" fmla="*/ 568247 w 1404874"/>
              <a:gd name="connsiteY43" fmla="*/ 557102 h 1001623"/>
              <a:gd name="connsiteX44" fmla="*/ 798428 w 1404874"/>
              <a:gd name="connsiteY44" fmla="*/ 473019 h 1001623"/>
              <a:gd name="connsiteX45" fmla="*/ 798428 w 1404874"/>
              <a:gd name="connsiteY45" fmla="*/ 476499 h 1001623"/>
              <a:gd name="connsiteX46" fmla="*/ 785846 w 1404874"/>
              <a:gd name="connsiteY46" fmla="*/ 483929 h 1001623"/>
              <a:gd name="connsiteX47" fmla="*/ 773936 w 1404874"/>
              <a:gd name="connsiteY47" fmla="*/ 506032 h 1001623"/>
              <a:gd name="connsiteX48" fmla="*/ 729449 w 1404874"/>
              <a:gd name="connsiteY48" fmla="*/ 603471 h 1001623"/>
              <a:gd name="connsiteX49" fmla="*/ 726303 w 1404874"/>
              <a:gd name="connsiteY49" fmla="*/ 603471 h 1001623"/>
              <a:gd name="connsiteX50" fmla="*/ 682003 w 1404874"/>
              <a:gd name="connsiteY50" fmla="*/ 502082 h 1001623"/>
              <a:gd name="connsiteX51" fmla="*/ 671232 w 1404874"/>
              <a:gd name="connsiteY51" fmla="*/ 480544 h 1001623"/>
              <a:gd name="connsiteX52" fmla="*/ 661039 w 1404874"/>
              <a:gd name="connsiteY52" fmla="*/ 476499 h 1001623"/>
              <a:gd name="connsiteX53" fmla="*/ 661039 w 1404874"/>
              <a:gd name="connsiteY53" fmla="*/ 473019 h 1001623"/>
              <a:gd name="connsiteX54" fmla="*/ 722970 w 1404874"/>
              <a:gd name="connsiteY54" fmla="*/ 473019 h 1001623"/>
              <a:gd name="connsiteX55" fmla="*/ 722970 w 1404874"/>
              <a:gd name="connsiteY55" fmla="*/ 476499 h 1001623"/>
              <a:gd name="connsiteX56" fmla="*/ 720871 w 1404874"/>
              <a:gd name="connsiteY56" fmla="*/ 476499 h 1001623"/>
              <a:gd name="connsiteX57" fmla="*/ 709437 w 1404874"/>
              <a:gd name="connsiteY57" fmla="*/ 478568 h 1001623"/>
              <a:gd name="connsiteX58" fmla="*/ 707251 w 1404874"/>
              <a:gd name="connsiteY58" fmla="*/ 482706 h 1001623"/>
              <a:gd name="connsiteX59" fmla="*/ 708008 w 1404874"/>
              <a:gd name="connsiteY59" fmla="*/ 486751 h 1001623"/>
              <a:gd name="connsiteX60" fmla="*/ 713152 w 1404874"/>
              <a:gd name="connsiteY60" fmla="*/ 499072 h 1001623"/>
              <a:gd name="connsiteX61" fmla="*/ 740688 w 1404874"/>
              <a:gd name="connsiteY61" fmla="*/ 562557 h 1001623"/>
              <a:gd name="connsiteX62" fmla="*/ 766225 w 1404874"/>
              <a:gd name="connsiteY62" fmla="*/ 506032 h 1001623"/>
              <a:gd name="connsiteX63" fmla="*/ 771845 w 1404874"/>
              <a:gd name="connsiteY63" fmla="*/ 492300 h 1001623"/>
              <a:gd name="connsiteX64" fmla="*/ 772890 w 1404874"/>
              <a:gd name="connsiteY64" fmla="*/ 486375 h 1001623"/>
              <a:gd name="connsiteX65" fmla="*/ 771368 w 1404874"/>
              <a:gd name="connsiteY65" fmla="*/ 481390 h 1001623"/>
              <a:gd name="connsiteX66" fmla="*/ 766888 w 1404874"/>
              <a:gd name="connsiteY66" fmla="*/ 478098 h 1001623"/>
              <a:gd name="connsiteX67" fmla="*/ 756032 w 1404874"/>
              <a:gd name="connsiteY67" fmla="*/ 476499 h 1001623"/>
              <a:gd name="connsiteX68" fmla="*/ 756032 w 1404874"/>
              <a:gd name="connsiteY68" fmla="*/ 473019 h 1001623"/>
              <a:gd name="connsiteX69" fmla="*/ 798428 w 1404874"/>
              <a:gd name="connsiteY69" fmla="*/ 473019 h 1001623"/>
              <a:gd name="connsiteX70" fmla="*/ 893507 w 1404874"/>
              <a:gd name="connsiteY70" fmla="*/ 557102 h 1001623"/>
              <a:gd name="connsiteX71" fmla="*/ 928574 w 1404874"/>
              <a:gd name="connsiteY71" fmla="*/ 473019 h 1001623"/>
              <a:gd name="connsiteX72" fmla="*/ 981163 w 1404874"/>
              <a:gd name="connsiteY72" fmla="*/ 473019 h 1001623"/>
              <a:gd name="connsiteX73" fmla="*/ 981163 w 1404874"/>
              <a:gd name="connsiteY73" fmla="*/ 476499 h 1001623"/>
              <a:gd name="connsiteX74" fmla="*/ 976971 w 1404874"/>
              <a:gd name="connsiteY74" fmla="*/ 476499 h 1001623"/>
              <a:gd name="connsiteX75" fmla="*/ 967825 w 1404874"/>
              <a:gd name="connsiteY75" fmla="*/ 478474 h 1001623"/>
              <a:gd name="connsiteX76" fmla="*/ 964015 w 1404874"/>
              <a:gd name="connsiteY76" fmla="*/ 482895 h 1001623"/>
              <a:gd name="connsiteX77" fmla="*/ 962962 w 1404874"/>
              <a:gd name="connsiteY77" fmla="*/ 494651 h 1001623"/>
              <a:gd name="connsiteX78" fmla="*/ 962962 w 1404874"/>
              <a:gd name="connsiteY78" fmla="*/ 578734 h 1001623"/>
              <a:gd name="connsiteX79" fmla="*/ 964015 w 1404874"/>
              <a:gd name="connsiteY79" fmla="*/ 590961 h 1001623"/>
              <a:gd name="connsiteX80" fmla="*/ 968300 w 1404874"/>
              <a:gd name="connsiteY80" fmla="*/ 595288 h 1001623"/>
              <a:gd name="connsiteX81" fmla="*/ 976971 w 1404874"/>
              <a:gd name="connsiteY81" fmla="*/ 597075 h 1001623"/>
              <a:gd name="connsiteX82" fmla="*/ 981163 w 1404874"/>
              <a:gd name="connsiteY82" fmla="*/ 597075 h 1001623"/>
              <a:gd name="connsiteX83" fmla="*/ 981163 w 1404874"/>
              <a:gd name="connsiteY83" fmla="*/ 600554 h 1001623"/>
              <a:gd name="connsiteX84" fmla="*/ 913705 w 1404874"/>
              <a:gd name="connsiteY84" fmla="*/ 600554 h 1001623"/>
              <a:gd name="connsiteX85" fmla="*/ 913705 w 1404874"/>
              <a:gd name="connsiteY85" fmla="*/ 597075 h 1001623"/>
              <a:gd name="connsiteX86" fmla="*/ 917897 w 1404874"/>
              <a:gd name="connsiteY86" fmla="*/ 597075 h 1001623"/>
              <a:gd name="connsiteX87" fmla="*/ 927044 w 1404874"/>
              <a:gd name="connsiteY87" fmla="*/ 595099 h 1001623"/>
              <a:gd name="connsiteX88" fmla="*/ 930853 w 1404874"/>
              <a:gd name="connsiteY88" fmla="*/ 590585 h 1001623"/>
              <a:gd name="connsiteX89" fmla="*/ 931906 w 1404874"/>
              <a:gd name="connsiteY89" fmla="*/ 578734 h 1001623"/>
              <a:gd name="connsiteX90" fmla="*/ 931906 w 1404874"/>
              <a:gd name="connsiteY90" fmla="*/ 484211 h 1001623"/>
              <a:gd name="connsiteX91" fmla="*/ 882361 w 1404874"/>
              <a:gd name="connsiteY91" fmla="*/ 600554 h 1001623"/>
              <a:gd name="connsiteX92" fmla="*/ 880074 w 1404874"/>
              <a:gd name="connsiteY92" fmla="*/ 600554 h 1001623"/>
              <a:gd name="connsiteX93" fmla="*/ 829772 w 1404874"/>
              <a:gd name="connsiteY93" fmla="*/ 485058 h 1001623"/>
              <a:gd name="connsiteX94" fmla="*/ 829772 w 1404874"/>
              <a:gd name="connsiteY94" fmla="*/ 574878 h 1001623"/>
              <a:gd name="connsiteX95" fmla="*/ 830248 w 1404874"/>
              <a:gd name="connsiteY95" fmla="*/ 586447 h 1001623"/>
              <a:gd name="connsiteX96" fmla="*/ 835579 w 1404874"/>
              <a:gd name="connsiteY96" fmla="*/ 594159 h 1001623"/>
              <a:gd name="connsiteX97" fmla="*/ 848637 w 1404874"/>
              <a:gd name="connsiteY97" fmla="*/ 597075 h 1001623"/>
              <a:gd name="connsiteX98" fmla="*/ 848637 w 1404874"/>
              <a:gd name="connsiteY98" fmla="*/ 600554 h 1001623"/>
              <a:gd name="connsiteX99" fmla="*/ 804429 w 1404874"/>
              <a:gd name="connsiteY99" fmla="*/ 600554 h 1001623"/>
              <a:gd name="connsiteX100" fmla="*/ 804429 w 1404874"/>
              <a:gd name="connsiteY100" fmla="*/ 597075 h 1001623"/>
              <a:gd name="connsiteX101" fmla="*/ 805765 w 1404874"/>
              <a:gd name="connsiteY101" fmla="*/ 597075 h 1001623"/>
              <a:gd name="connsiteX102" fmla="*/ 813765 w 1404874"/>
              <a:gd name="connsiteY102" fmla="*/ 595758 h 1001623"/>
              <a:gd name="connsiteX103" fmla="*/ 819384 w 1404874"/>
              <a:gd name="connsiteY103" fmla="*/ 591808 h 1001623"/>
              <a:gd name="connsiteX104" fmla="*/ 822342 w 1404874"/>
              <a:gd name="connsiteY104" fmla="*/ 584942 h 1001623"/>
              <a:gd name="connsiteX105" fmla="*/ 822529 w 1404874"/>
              <a:gd name="connsiteY105" fmla="*/ 575349 h 1001623"/>
              <a:gd name="connsiteX106" fmla="*/ 822529 w 1404874"/>
              <a:gd name="connsiteY106" fmla="*/ 494651 h 1001623"/>
              <a:gd name="connsiteX107" fmla="*/ 821484 w 1404874"/>
              <a:gd name="connsiteY107" fmla="*/ 482612 h 1001623"/>
              <a:gd name="connsiteX108" fmla="*/ 817191 w 1404874"/>
              <a:gd name="connsiteY108" fmla="*/ 478380 h 1001623"/>
              <a:gd name="connsiteX109" fmla="*/ 808527 w 1404874"/>
              <a:gd name="connsiteY109" fmla="*/ 476499 h 1001623"/>
              <a:gd name="connsiteX110" fmla="*/ 804429 w 1404874"/>
              <a:gd name="connsiteY110" fmla="*/ 476499 h 1001623"/>
              <a:gd name="connsiteX111" fmla="*/ 804429 w 1404874"/>
              <a:gd name="connsiteY111" fmla="*/ 473019 h 1001623"/>
              <a:gd name="connsiteX112" fmla="*/ 857206 w 1404874"/>
              <a:gd name="connsiteY112" fmla="*/ 473019 h 1001623"/>
              <a:gd name="connsiteX113" fmla="*/ 893507 w 1404874"/>
              <a:gd name="connsiteY113" fmla="*/ 557102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404874" h="1001623">
                <a:moveTo>
                  <a:pt x="568247" y="557102"/>
                </a:moveTo>
                <a:lnTo>
                  <a:pt x="603306" y="473019"/>
                </a:lnTo>
                <a:lnTo>
                  <a:pt x="655896" y="473019"/>
                </a:lnTo>
                <a:lnTo>
                  <a:pt x="655896" y="476499"/>
                </a:lnTo>
                <a:lnTo>
                  <a:pt x="651704" y="476499"/>
                </a:lnTo>
                <a:cubicBezTo>
                  <a:pt x="647896" y="476499"/>
                  <a:pt x="644844" y="477158"/>
                  <a:pt x="642557" y="478474"/>
                </a:cubicBezTo>
                <a:cubicBezTo>
                  <a:pt x="640973" y="479352"/>
                  <a:pt x="639701" y="480826"/>
                  <a:pt x="638748" y="482895"/>
                </a:cubicBezTo>
                <a:cubicBezTo>
                  <a:pt x="638046" y="484400"/>
                  <a:pt x="637695" y="488319"/>
                  <a:pt x="637695" y="494651"/>
                </a:cubicBezTo>
                <a:lnTo>
                  <a:pt x="637695" y="578734"/>
                </a:lnTo>
                <a:cubicBezTo>
                  <a:pt x="637695" y="585256"/>
                  <a:pt x="638046" y="589331"/>
                  <a:pt x="638748" y="590961"/>
                </a:cubicBezTo>
                <a:cubicBezTo>
                  <a:pt x="639443" y="592591"/>
                  <a:pt x="640871" y="594034"/>
                  <a:pt x="643033" y="595288"/>
                </a:cubicBezTo>
                <a:cubicBezTo>
                  <a:pt x="645195" y="596479"/>
                  <a:pt x="648083" y="597075"/>
                  <a:pt x="651704" y="597075"/>
                </a:cubicBezTo>
                <a:lnTo>
                  <a:pt x="655896" y="597075"/>
                </a:lnTo>
                <a:lnTo>
                  <a:pt x="655896" y="600554"/>
                </a:lnTo>
                <a:lnTo>
                  <a:pt x="588438" y="600554"/>
                </a:lnTo>
                <a:lnTo>
                  <a:pt x="588438" y="597075"/>
                </a:lnTo>
                <a:lnTo>
                  <a:pt x="592637" y="597075"/>
                </a:lnTo>
                <a:cubicBezTo>
                  <a:pt x="596446" y="597075"/>
                  <a:pt x="599490" y="596416"/>
                  <a:pt x="601777" y="595099"/>
                </a:cubicBezTo>
                <a:cubicBezTo>
                  <a:pt x="603369" y="594222"/>
                  <a:pt x="604641" y="592717"/>
                  <a:pt x="605593" y="590585"/>
                </a:cubicBezTo>
                <a:cubicBezTo>
                  <a:pt x="606288" y="589080"/>
                  <a:pt x="606639" y="585130"/>
                  <a:pt x="606639" y="578734"/>
                </a:cubicBezTo>
                <a:lnTo>
                  <a:pt x="606639" y="484211"/>
                </a:lnTo>
                <a:lnTo>
                  <a:pt x="557094" y="600554"/>
                </a:lnTo>
                <a:lnTo>
                  <a:pt x="554807" y="600554"/>
                </a:lnTo>
                <a:lnTo>
                  <a:pt x="504505" y="485058"/>
                </a:lnTo>
                <a:lnTo>
                  <a:pt x="504505" y="574878"/>
                </a:lnTo>
                <a:cubicBezTo>
                  <a:pt x="504505" y="581148"/>
                  <a:pt x="504661" y="585005"/>
                  <a:pt x="504981" y="586447"/>
                </a:cubicBezTo>
                <a:cubicBezTo>
                  <a:pt x="505808" y="589582"/>
                  <a:pt x="507588" y="592153"/>
                  <a:pt x="510319" y="594159"/>
                </a:cubicBezTo>
                <a:cubicBezTo>
                  <a:pt x="513113" y="596103"/>
                  <a:pt x="517461" y="597075"/>
                  <a:pt x="523369" y="597075"/>
                </a:cubicBezTo>
                <a:lnTo>
                  <a:pt x="523369" y="600554"/>
                </a:lnTo>
                <a:lnTo>
                  <a:pt x="479162" y="600554"/>
                </a:lnTo>
                <a:lnTo>
                  <a:pt x="479162" y="597075"/>
                </a:lnTo>
                <a:lnTo>
                  <a:pt x="480497" y="597075"/>
                </a:lnTo>
                <a:cubicBezTo>
                  <a:pt x="483354" y="597137"/>
                  <a:pt x="486023" y="596699"/>
                  <a:pt x="488497" y="595758"/>
                </a:cubicBezTo>
                <a:cubicBezTo>
                  <a:pt x="490979" y="594755"/>
                  <a:pt x="492852" y="593438"/>
                  <a:pt x="494117" y="591808"/>
                </a:cubicBezTo>
                <a:cubicBezTo>
                  <a:pt x="495389" y="590178"/>
                  <a:pt x="496372" y="587889"/>
                  <a:pt x="497075" y="584942"/>
                </a:cubicBezTo>
                <a:cubicBezTo>
                  <a:pt x="497199" y="584253"/>
                  <a:pt x="497262" y="581054"/>
                  <a:pt x="497262" y="575349"/>
                </a:cubicBezTo>
                <a:lnTo>
                  <a:pt x="497262" y="494651"/>
                </a:lnTo>
                <a:cubicBezTo>
                  <a:pt x="497262" y="488193"/>
                  <a:pt x="496919" y="484180"/>
                  <a:pt x="496216" y="482612"/>
                </a:cubicBezTo>
                <a:cubicBezTo>
                  <a:pt x="495514" y="480982"/>
                  <a:pt x="494085" y="479572"/>
                  <a:pt x="491931" y="478380"/>
                </a:cubicBezTo>
                <a:cubicBezTo>
                  <a:pt x="489769" y="477126"/>
                  <a:pt x="486881" y="476499"/>
                  <a:pt x="483260" y="476499"/>
                </a:cubicBezTo>
                <a:lnTo>
                  <a:pt x="479162" y="476499"/>
                </a:lnTo>
                <a:lnTo>
                  <a:pt x="479162" y="473019"/>
                </a:lnTo>
                <a:lnTo>
                  <a:pt x="531947" y="473019"/>
                </a:lnTo>
                <a:lnTo>
                  <a:pt x="568247" y="557102"/>
                </a:lnTo>
                <a:close/>
                <a:moveTo>
                  <a:pt x="798428" y="473019"/>
                </a:moveTo>
                <a:lnTo>
                  <a:pt x="798428" y="476499"/>
                </a:lnTo>
                <a:cubicBezTo>
                  <a:pt x="793721" y="477252"/>
                  <a:pt x="789530" y="479728"/>
                  <a:pt x="785846" y="483929"/>
                </a:cubicBezTo>
                <a:cubicBezTo>
                  <a:pt x="783185" y="487064"/>
                  <a:pt x="779212" y="494432"/>
                  <a:pt x="773936" y="506032"/>
                </a:cubicBezTo>
                <a:lnTo>
                  <a:pt x="729449" y="603471"/>
                </a:lnTo>
                <a:lnTo>
                  <a:pt x="726303" y="603471"/>
                </a:lnTo>
                <a:lnTo>
                  <a:pt x="682003" y="502082"/>
                </a:lnTo>
                <a:cubicBezTo>
                  <a:pt x="676664" y="489855"/>
                  <a:pt x="673074" y="482676"/>
                  <a:pt x="671232" y="480544"/>
                </a:cubicBezTo>
                <a:cubicBezTo>
                  <a:pt x="669453" y="478412"/>
                  <a:pt x="666058" y="477064"/>
                  <a:pt x="661039" y="476499"/>
                </a:cubicBezTo>
                <a:lnTo>
                  <a:pt x="661039" y="473019"/>
                </a:lnTo>
                <a:lnTo>
                  <a:pt x="722970" y="473019"/>
                </a:lnTo>
                <a:lnTo>
                  <a:pt x="722970" y="476499"/>
                </a:lnTo>
                <a:lnTo>
                  <a:pt x="720871" y="476499"/>
                </a:lnTo>
                <a:cubicBezTo>
                  <a:pt x="715283" y="476499"/>
                  <a:pt x="711474" y="477189"/>
                  <a:pt x="709437" y="478568"/>
                </a:cubicBezTo>
                <a:cubicBezTo>
                  <a:pt x="707977" y="479509"/>
                  <a:pt x="707251" y="480888"/>
                  <a:pt x="707251" y="482706"/>
                </a:cubicBezTo>
                <a:cubicBezTo>
                  <a:pt x="707251" y="483835"/>
                  <a:pt x="707501" y="485184"/>
                  <a:pt x="708008" y="486751"/>
                </a:cubicBezTo>
                <a:cubicBezTo>
                  <a:pt x="708516" y="488256"/>
                  <a:pt x="710233" y="492363"/>
                  <a:pt x="713152" y="499072"/>
                </a:cubicBezTo>
                <a:lnTo>
                  <a:pt x="740688" y="562557"/>
                </a:lnTo>
                <a:lnTo>
                  <a:pt x="766225" y="506032"/>
                </a:lnTo>
                <a:cubicBezTo>
                  <a:pt x="769269" y="499197"/>
                  <a:pt x="771142" y="494620"/>
                  <a:pt x="771845" y="492300"/>
                </a:cubicBezTo>
                <a:cubicBezTo>
                  <a:pt x="772539" y="489980"/>
                  <a:pt x="772890" y="488005"/>
                  <a:pt x="772890" y="486375"/>
                </a:cubicBezTo>
                <a:cubicBezTo>
                  <a:pt x="772890" y="484494"/>
                  <a:pt x="772383" y="482832"/>
                  <a:pt x="771368" y="481390"/>
                </a:cubicBezTo>
                <a:cubicBezTo>
                  <a:pt x="770353" y="479948"/>
                  <a:pt x="768855" y="478851"/>
                  <a:pt x="766888" y="478098"/>
                </a:cubicBezTo>
                <a:cubicBezTo>
                  <a:pt x="764157" y="477032"/>
                  <a:pt x="760536" y="476499"/>
                  <a:pt x="756032" y="476499"/>
                </a:cubicBezTo>
                <a:lnTo>
                  <a:pt x="756032" y="473019"/>
                </a:lnTo>
                <a:lnTo>
                  <a:pt x="798428" y="473019"/>
                </a:lnTo>
                <a:close/>
                <a:moveTo>
                  <a:pt x="893507" y="557102"/>
                </a:moveTo>
                <a:lnTo>
                  <a:pt x="928574" y="473019"/>
                </a:lnTo>
                <a:lnTo>
                  <a:pt x="981163" y="473019"/>
                </a:lnTo>
                <a:lnTo>
                  <a:pt x="981163" y="476499"/>
                </a:lnTo>
                <a:lnTo>
                  <a:pt x="976971" y="476499"/>
                </a:lnTo>
                <a:cubicBezTo>
                  <a:pt x="973155" y="476499"/>
                  <a:pt x="970111" y="477158"/>
                  <a:pt x="967825" y="478474"/>
                </a:cubicBezTo>
                <a:cubicBezTo>
                  <a:pt x="966232" y="479352"/>
                  <a:pt x="964968" y="480826"/>
                  <a:pt x="964015" y="482895"/>
                </a:cubicBezTo>
                <a:cubicBezTo>
                  <a:pt x="963313" y="484400"/>
                  <a:pt x="962962" y="488319"/>
                  <a:pt x="962962" y="494651"/>
                </a:cubicBezTo>
                <a:lnTo>
                  <a:pt x="962962" y="578734"/>
                </a:lnTo>
                <a:cubicBezTo>
                  <a:pt x="962962" y="585256"/>
                  <a:pt x="963313" y="589331"/>
                  <a:pt x="964015" y="590961"/>
                </a:cubicBezTo>
                <a:cubicBezTo>
                  <a:pt x="964710" y="592591"/>
                  <a:pt x="966139" y="594034"/>
                  <a:pt x="968300" y="595288"/>
                </a:cubicBezTo>
                <a:cubicBezTo>
                  <a:pt x="970462" y="596479"/>
                  <a:pt x="973350" y="597075"/>
                  <a:pt x="976971" y="597075"/>
                </a:cubicBezTo>
                <a:lnTo>
                  <a:pt x="981163" y="597075"/>
                </a:lnTo>
                <a:lnTo>
                  <a:pt x="981163" y="600554"/>
                </a:lnTo>
                <a:lnTo>
                  <a:pt x="913705" y="600554"/>
                </a:lnTo>
                <a:lnTo>
                  <a:pt x="913705" y="597075"/>
                </a:lnTo>
                <a:lnTo>
                  <a:pt x="917897" y="597075"/>
                </a:lnTo>
                <a:cubicBezTo>
                  <a:pt x="921713" y="597075"/>
                  <a:pt x="924757" y="596416"/>
                  <a:pt x="927044" y="595099"/>
                </a:cubicBezTo>
                <a:cubicBezTo>
                  <a:pt x="928636" y="594222"/>
                  <a:pt x="929901" y="592717"/>
                  <a:pt x="930853" y="590585"/>
                </a:cubicBezTo>
                <a:cubicBezTo>
                  <a:pt x="931556" y="589080"/>
                  <a:pt x="931906" y="585130"/>
                  <a:pt x="931906" y="578734"/>
                </a:cubicBezTo>
                <a:lnTo>
                  <a:pt x="931906" y="484211"/>
                </a:lnTo>
                <a:lnTo>
                  <a:pt x="882361" y="600554"/>
                </a:lnTo>
                <a:lnTo>
                  <a:pt x="880074" y="600554"/>
                </a:lnTo>
                <a:lnTo>
                  <a:pt x="829772" y="485058"/>
                </a:lnTo>
                <a:lnTo>
                  <a:pt x="829772" y="574878"/>
                </a:lnTo>
                <a:cubicBezTo>
                  <a:pt x="829772" y="581148"/>
                  <a:pt x="829928" y="585005"/>
                  <a:pt x="830248" y="586447"/>
                </a:cubicBezTo>
                <a:cubicBezTo>
                  <a:pt x="831075" y="589582"/>
                  <a:pt x="832855" y="592153"/>
                  <a:pt x="835579" y="594159"/>
                </a:cubicBezTo>
                <a:cubicBezTo>
                  <a:pt x="838381" y="596103"/>
                  <a:pt x="842728" y="597075"/>
                  <a:pt x="848637" y="597075"/>
                </a:cubicBezTo>
                <a:lnTo>
                  <a:pt x="848637" y="600554"/>
                </a:lnTo>
                <a:lnTo>
                  <a:pt x="804429" y="600554"/>
                </a:lnTo>
                <a:lnTo>
                  <a:pt x="804429" y="597075"/>
                </a:lnTo>
                <a:lnTo>
                  <a:pt x="805765" y="597075"/>
                </a:lnTo>
                <a:cubicBezTo>
                  <a:pt x="808621" y="597137"/>
                  <a:pt x="811290" y="596699"/>
                  <a:pt x="813765" y="595758"/>
                </a:cubicBezTo>
                <a:cubicBezTo>
                  <a:pt x="816239" y="594755"/>
                  <a:pt x="818111" y="593438"/>
                  <a:pt x="819384" y="591808"/>
                </a:cubicBezTo>
                <a:cubicBezTo>
                  <a:pt x="820656" y="590178"/>
                  <a:pt x="821640" y="587889"/>
                  <a:pt x="822342" y="584942"/>
                </a:cubicBezTo>
                <a:cubicBezTo>
                  <a:pt x="822467" y="584253"/>
                  <a:pt x="822529" y="581054"/>
                  <a:pt x="822529" y="575349"/>
                </a:cubicBezTo>
                <a:lnTo>
                  <a:pt x="822529" y="494651"/>
                </a:lnTo>
                <a:cubicBezTo>
                  <a:pt x="822529" y="488193"/>
                  <a:pt x="822178" y="484180"/>
                  <a:pt x="821484" y="482612"/>
                </a:cubicBezTo>
                <a:cubicBezTo>
                  <a:pt x="820781" y="480982"/>
                  <a:pt x="819352" y="479572"/>
                  <a:pt x="817191" y="478380"/>
                </a:cubicBezTo>
                <a:cubicBezTo>
                  <a:pt x="815036" y="477126"/>
                  <a:pt x="812148" y="476499"/>
                  <a:pt x="808527" y="476499"/>
                </a:cubicBezTo>
                <a:lnTo>
                  <a:pt x="804429" y="476499"/>
                </a:lnTo>
                <a:lnTo>
                  <a:pt x="804429" y="473019"/>
                </a:lnTo>
                <a:lnTo>
                  <a:pt x="857206" y="473019"/>
                </a:lnTo>
                <a:lnTo>
                  <a:pt x="893507" y="557102"/>
                </a:lnTo>
                <a:close/>
              </a:path>
            </a:pathLst>
          </a:custGeom>
          <a:solidFill>
            <a:srgbClr val="FFFFFF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BFE275E-BC65-4592-830F-CE61AA2CF330}"/>
              </a:ext>
            </a:extLst>
          </p:cNvPr>
          <p:cNvSpPr/>
          <p:nvPr/>
        </p:nvSpPr>
        <p:spPr>
          <a:xfrm>
            <a:off x="4157669" y="2996255"/>
            <a:ext cx="1404874" cy="1078671"/>
          </a:xfrm>
          <a:custGeom>
            <a:avLst/>
            <a:gdLst>
              <a:gd name="connsiteX0" fmla="*/ 566912 w 1404874"/>
              <a:gd name="connsiteY0" fmla="*/ 564059 h 1078671"/>
              <a:gd name="connsiteX1" fmla="*/ 516891 w 1404874"/>
              <a:gd name="connsiteY1" fmla="*/ 564059 h 1078671"/>
              <a:gd name="connsiteX2" fmla="*/ 508126 w 1404874"/>
              <a:gd name="connsiteY2" fmla="*/ 584184 h 1078671"/>
              <a:gd name="connsiteX3" fmla="*/ 504887 w 1404874"/>
              <a:gd name="connsiteY3" fmla="*/ 595287 h 1078671"/>
              <a:gd name="connsiteX4" fmla="*/ 507650 w 1404874"/>
              <a:gd name="connsiteY4" fmla="*/ 600457 h 1078671"/>
              <a:gd name="connsiteX5" fmla="*/ 519849 w 1404874"/>
              <a:gd name="connsiteY5" fmla="*/ 603277 h 1078671"/>
              <a:gd name="connsiteX6" fmla="*/ 519849 w 1404874"/>
              <a:gd name="connsiteY6" fmla="*/ 606759 h 1078671"/>
              <a:gd name="connsiteX7" fmla="*/ 479162 w 1404874"/>
              <a:gd name="connsiteY7" fmla="*/ 606759 h 1078671"/>
              <a:gd name="connsiteX8" fmla="*/ 479162 w 1404874"/>
              <a:gd name="connsiteY8" fmla="*/ 603277 h 1078671"/>
              <a:gd name="connsiteX9" fmla="*/ 489644 w 1404874"/>
              <a:gd name="connsiteY9" fmla="*/ 599609 h 1078671"/>
              <a:gd name="connsiteX10" fmla="*/ 500415 w 1404874"/>
              <a:gd name="connsiteY10" fmla="*/ 581272 h 1078671"/>
              <a:gd name="connsiteX11" fmla="*/ 545855 w 1404874"/>
              <a:gd name="connsiteY11" fmla="*/ 476309 h 1078671"/>
              <a:gd name="connsiteX12" fmla="*/ 549195 w 1404874"/>
              <a:gd name="connsiteY12" fmla="*/ 476309 h 1078671"/>
              <a:gd name="connsiteX13" fmla="*/ 594159 w 1404874"/>
              <a:gd name="connsiteY13" fmla="*/ 582397 h 1078671"/>
              <a:gd name="connsiteX14" fmla="*/ 603977 w 1404874"/>
              <a:gd name="connsiteY14" fmla="*/ 599047 h 1078671"/>
              <a:gd name="connsiteX15" fmla="*/ 616364 w 1404874"/>
              <a:gd name="connsiteY15" fmla="*/ 603277 h 1078671"/>
              <a:gd name="connsiteX16" fmla="*/ 616364 w 1404874"/>
              <a:gd name="connsiteY16" fmla="*/ 606759 h 1078671"/>
              <a:gd name="connsiteX17" fmla="*/ 565390 w 1404874"/>
              <a:gd name="connsiteY17" fmla="*/ 606759 h 1078671"/>
              <a:gd name="connsiteX18" fmla="*/ 565390 w 1404874"/>
              <a:gd name="connsiteY18" fmla="*/ 603277 h 1078671"/>
              <a:gd name="connsiteX19" fmla="*/ 575771 w 1404874"/>
              <a:gd name="connsiteY19" fmla="*/ 600742 h 1078671"/>
              <a:gd name="connsiteX20" fmla="*/ 578534 w 1404874"/>
              <a:gd name="connsiteY20" fmla="*/ 595472 h 1078671"/>
              <a:gd name="connsiteX21" fmla="*/ 574725 w 1404874"/>
              <a:gd name="connsiteY21" fmla="*/ 582397 h 1078671"/>
              <a:gd name="connsiteX22" fmla="*/ 566912 w 1404874"/>
              <a:gd name="connsiteY22" fmla="*/ 564059 h 1078671"/>
              <a:gd name="connsiteX23" fmla="*/ 564243 w 1404874"/>
              <a:gd name="connsiteY23" fmla="*/ 557102 h 1078671"/>
              <a:gd name="connsiteX24" fmla="*/ 542335 w 1404874"/>
              <a:gd name="connsiteY24" fmla="*/ 505557 h 1078671"/>
              <a:gd name="connsiteX25" fmla="*/ 519849 w 1404874"/>
              <a:gd name="connsiteY25" fmla="*/ 557102 h 1078671"/>
              <a:gd name="connsiteX26" fmla="*/ 564243 w 1404874"/>
              <a:gd name="connsiteY26" fmla="*/ 557102 h 1078671"/>
              <a:gd name="connsiteX27" fmla="*/ 673433 w 1404874"/>
              <a:gd name="connsiteY27" fmla="*/ 596134 h 1078671"/>
              <a:gd name="connsiteX28" fmla="*/ 667618 w 1404874"/>
              <a:gd name="connsiteY28" fmla="*/ 610519 h 1078671"/>
              <a:gd name="connsiteX29" fmla="*/ 620555 w 1404874"/>
              <a:gd name="connsiteY29" fmla="*/ 610519 h 1078671"/>
              <a:gd name="connsiteX30" fmla="*/ 620555 w 1404874"/>
              <a:gd name="connsiteY30" fmla="*/ 607699 h 1078671"/>
              <a:gd name="connsiteX31" fmla="*/ 651806 w 1404874"/>
              <a:gd name="connsiteY31" fmla="*/ 578259 h 1078671"/>
              <a:gd name="connsiteX32" fmla="*/ 656567 w 1404874"/>
              <a:gd name="connsiteY32" fmla="*/ 564814 h 1078671"/>
              <a:gd name="connsiteX33" fmla="*/ 652563 w 1404874"/>
              <a:gd name="connsiteY33" fmla="*/ 555222 h 1078671"/>
              <a:gd name="connsiteX34" fmla="*/ 642658 w 1404874"/>
              <a:gd name="connsiteY34" fmla="*/ 551269 h 1078671"/>
              <a:gd name="connsiteX35" fmla="*/ 633129 w 1404874"/>
              <a:gd name="connsiteY35" fmla="*/ 554089 h 1078671"/>
              <a:gd name="connsiteX36" fmla="*/ 626939 w 1404874"/>
              <a:gd name="connsiteY36" fmla="*/ 562364 h 1078671"/>
              <a:gd name="connsiteX37" fmla="*/ 622647 w 1404874"/>
              <a:gd name="connsiteY37" fmla="*/ 562364 h 1078671"/>
              <a:gd name="connsiteX38" fmla="*/ 629983 w 1404874"/>
              <a:gd name="connsiteY38" fmla="*/ 547979 h 1078671"/>
              <a:gd name="connsiteX39" fmla="*/ 645702 w 1404874"/>
              <a:gd name="connsiteY39" fmla="*/ 542709 h 1078671"/>
              <a:gd name="connsiteX40" fmla="*/ 662093 w 1404874"/>
              <a:gd name="connsiteY40" fmla="*/ 548257 h 1078671"/>
              <a:gd name="connsiteX41" fmla="*/ 668477 w 1404874"/>
              <a:gd name="connsiteY41" fmla="*/ 560392 h 1078671"/>
              <a:gd name="connsiteX42" fmla="*/ 663903 w 1404874"/>
              <a:gd name="connsiteY42" fmla="*/ 573744 h 1078671"/>
              <a:gd name="connsiteX43" fmla="*/ 635798 w 1404874"/>
              <a:gd name="connsiteY43" fmla="*/ 601397 h 1078671"/>
              <a:gd name="connsiteX44" fmla="*/ 653609 w 1404874"/>
              <a:gd name="connsiteY44" fmla="*/ 601397 h 1078671"/>
              <a:gd name="connsiteX45" fmla="*/ 664473 w 1404874"/>
              <a:gd name="connsiteY45" fmla="*/ 600364 h 1078671"/>
              <a:gd name="connsiteX46" fmla="*/ 669140 w 1404874"/>
              <a:gd name="connsiteY46" fmla="*/ 596134 h 1078671"/>
              <a:gd name="connsiteX47" fmla="*/ 673433 w 1404874"/>
              <a:gd name="connsiteY47" fmla="*/ 596134 h 1078671"/>
              <a:gd name="connsiteX48" fmla="*/ 737737 w 1404874"/>
              <a:gd name="connsiteY48" fmla="*/ 644474 h 1078671"/>
              <a:gd name="connsiteX49" fmla="*/ 737737 w 1404874"/>
              <a:gd name="connsiteY49" fmla="*/ 647957 h 1078671"/>
              <a:gd name="connsiteX50" fmla="*/ 713729 w 1404874"/>
              <a:gd name="connsiteY50" fmla="*/ 631214 h 1078671"/>
              <a:gd name="connsiteX51" fmla="*/ 692578 w 1404874"/>
              <a:gd name="connsiteY51" fmla="*/ 599047 h 1078671"/>
              <a:gd name="connsiteX52" fmla="*/ 685148 w 1404874"/>
              <a:gd name="connsiteY52" fmla="*/ 560577 h 1078671"/>
              <a:gd name="connsiteX53" fmla="*/ 699727 w 1404874"/>
              <a:gd name="connsiteY53" fmla="*/ 507437 h 1078671"/>
              <a:gd name="connsiteX54" fmla="*/ 737737 w 1404874"/>
              <a:gd name="connsiteY54" fmla="*/ 473019 h 1078671"/>
              <a:gd name="connsiteX55" fmla="*/ 737737 w 1404874"/>
              <a:gd name="connsiteY55" fmla="*/ 476964 h 1078671"/>
              <a:gd name="connsiteX56" fmla="*/ 718490 w 1404874"/>
              <a:gd name="connsiteY56" fmla="*/ 494462 h 1078671"/>
              <a:gd name="connsiteX57" fmla="*/ 707251 w 1404874"/>
              <a:gd name="connsiteY57" fmla="*/ 522584 h 1078671"/>
              <a:gd name="connsiteX58" fmla="*/ 703536 w 1404874"/>
              <a:gd name="connsiteY58" fmla="*/ 558134 h 1078671"/>
              <a:gd name="connsiteX59" fmla="*/ 706682 w 1404874"/>
              <a:gd name="connsiteY59" fmla="*/ 594724 h 1078671"/>
              <a:gd name="connsiteX60" fmla="*/ 712683 w 1404874"/>
              <a:gd name="connsiteY60" fmla="*/ 615504 h 1078671"/>
              <a:gd name="connsiteX61" fmla="*/ 722112 w 1404874"/>
              <a:gd name="connsiteY61" fmla="*/ 630652 h 1078671"/>
              <a:gd name="connsiteX62" fmla="*/ 737737 w 1404874"/>
              <a:gd name="connsiteY62" fmla="*/ 644474 h 1078671"/>
              <a:gd name="connsiteX63" fmla="*/ 769659 w 1404874"/>
              <a:gd name="connsiteY63" fmla="*/ 517977 h 1078671"/>
              <a:gd name="connsiteX64" fmla="*/ 777089 w 1404874"/>
              <a:gd name="connsiteY64" fmla="*/ 521074 h 1078671"/>
              <a:gd name="connsiteX65" fmla="*/ 780235 w 1404874"/>
              <a:gd name="connsiteY65" fmla="*/ 528417 h 1078671"/>
              <a:gd name="connsiteX66" fmla="*/ 777089 w 1404874"/>
              <a:gd name="connsiteY66" fmla="*/ 535844 h 1078671"/>
              <a:gd name="connsiteX67" fmla="*/ 769659 w 1404874"/>
              <a:gd name="connsiteY67" fmla="*/ 538857 h 1078671"/>
              <a:gd name="connsiteX68" fmla="*/ 762127 w 1404874"/>
              <a:gd name="connsiteY68" fmla="*/ 535844 h 1078671"/>
              <a:gd name="connsiteX69" fmla="*/ 759083 w 1404874"/>
              <a:gd name="connsiteY69" fmla="*/ 528417 h 1078671"/>
              <a:gd name="connsiteX70" fmla="*/ 762127 w 1404874"/>
              <a:gd name="connsiteY70" fmla="*/ 521074 h 1078671"/>
              <a:gd name="connsiteX71" fmla="*/ 769659 w 1404874"/>
              <a:gd name="connsiteY71" fmla="*/ 517977 h 1078671"/>
              <a:gd name="connsiteX72" fmla="*/ 769464 w 1404874"/>
              <a:gd name="connsiteY72" fmla="*/ 588422 h 1078671"/>
              <a:gd name="connsiteX73" fmla="*/ 776996 w 1404874"/>
              <a:gd name="connsiteY73" fmla="*/ 591527 h 1078671"/>
              <a:gd name="connsiteX74" fmla="*/ 780133 w 1404874"/>
              <a:gd name="connsiteY74" fmla="*/ 598954 h 1078671"/>
              <a:gd name="connsiteX75" fmla="*/ 776996 w 1404874"/>
              <a:gd name="connsiteY75" fmla="*/ 606382 h 1078671"/>
              <a:gd name="connsiteX76" fmla="*/ 769464 w 1404874"/>
              <a:gd name="connsiteY76" fmla="*/ 609394 h 1078671"/>
              <a:gd name="connsiteX77" fmla="*/ 761940 w 1404874"/>
              <a:gd name="connsiteY77" fmla="*/ 606382 h 1078671"/>
              <a:gd name="connsiteX78" fmla="*/ 758888 w 1404874"/>
              <a:gd name="connsiteY78" fmla="*/ 598954 h 1078671"/>
              <a:gd name="connsiteX79" fmla="*/ 761940 w 1404874"/>
              <a:gd name="connsiteY79" fmla="*/ 591527 h 1078671"/>
              <a:gd name="connsiteX80" fmla="*/ 769464 w 1404874"/>
              <a:gd name="connsiteY80" fmla="*/ 588422 h 1078671"/>
              <a:gd name="connsiteX81" fmla="*/ 806912 w 1404874"/>
              <a:gd name="connsiteY81" fmla="*/ 638834 h 1078671"/>
              <a:gd name="connsiteX82" fmla="*/ 806912 w 1404874"/>
              <a:gd name="connsiteY82" fmla="*/ 634697 h 1078671"/>
              <a:gd name="connsiteX83" fmla="*/ 822061 w 1404874"/>
              <a:gd name="connsiteY83" fmla="*/ 624727 h 1078671"/>
              <a:gd name="connsiteX84" fmla="*/ 827485 w 1404874"/>
              <a:gd name="connsiteY84" fmla="*/ 610519 h 1078671"/>
              <a:gd name="connsiteX85" fmla="*/ 826627 w 1404874"/>
              <a:gd name="connsiteY85" fmla="*/ 607514 h 1078671"/>
              <a:gd name="connsiteX86" fmla="*/ 825300 w 1404874"/>
              <a:gd name="connsiteY86" fmla="*/ 606667 h 1078671"/>
              <a:gd name="connsiteX87" fmla="*/ 820726 w 1404874"/>
              <a:gd name="connsiteY87" fmla="*/ 608547 h 1078671"/>
              <a:gd name="connsiteX88" fmla="*/ 817105 w 1404874"/>
              <a:gd name="connsiteY88" fmla="*/ 609394 h 1078671"/>
              <a:gd name="connsiteX89" fmla="*/ 809675 w 1404874"/>
              <a:gd name="connsiteY89" fmla="*/ 606667 h 1078671"/>
              <a:gd name="connsiteX90" fmla="*/ 806912 w 1404874"/>
              <a:gd name="connsiteY90" fmla="*/ 599139 h 1078671"/>
              <a:gd name="connsiteX91" fmla="*/ 810432 w 1404874"/>
              <a:gd name="connsiteY91" fmla="*/ 591242 h 1078671"/>
              <a:gd name="connsiteX92" fmla="*/ 819196 w 1404874"/>
              <a:gd name="connsiteY92" fmla="*/ 587952 h 1078671"/>
              <a:gd name="connsiteX93" fmla="*/ 830350 w 1404874"/>
              <a:gd name="connsiteY93" fmla="*/ 593407 h 1078671"/>
              <a:gd name="connsiteX94" fmla="*/ 835298 w 1404874"/>
              <a:gd name="connsiteY94" fmla="*/ 607699 h 1078671"/>
              <a:gd name="connsiteX95" fmla="*/ 828437 w 1404874"/>
              <a:gd name="connsiteY95" fmla="*/ 625667 h 1078671"/>
              <a:gd name="connsiteX96" fmla="*/ 806912 w 1404874"/>
              <a:gd name="connsiteY96" fmla="*/ 638834 h 1078671"/>
              <a:gd name="connsiteX97" fmla="*/ 934669 w 1404874"/>
              <a:gd name="connsiteY97" fmla="*/ 582212 h 1078671"/>
              <a:gd name="connsiteX98" fmla="*/ 925624 w 1404874"/>
              <a:gd name="connsiteY98" fmla="*/ 606759 h 1078671"/>
              <a:gd name="connsiteX99" fmla="*/ 849401 w 1404874"/>
              <a:gd name="connsiteY99" fmla="*/ 606759 h 1078671"/>
              <a:gd name="connsiteX100" fmla="*/ 849401 w 1404874"/>
              <a:gd name="connsiteY100" fmla="*/ 603277 h 1078671"/>
              <a:gd name="connsiteX101" fmla="*/ 896753 w 1404874"/>
              <a:gd name="connsiteY101" fmla="*/ 553804 h 1078671"/>
              <a:gd name="connsiteX102" fmla="*/ 910474 w 1404874"/>
              <a:gd name="connsiteY102" fmla="*/ 518724 h 1078671"/>
              <a:gd name="connsiteX103" fmla="*/ 902943 w 1404874"/>
              <a:gd name="connsiteY103" fmla="*/ 498784 h 1078671"/>
              <a:gd name="connsiteX104" fmla="*/ 884937 w 1404874"/>
              <a:gd name="connsiteY104" fmla="*/ 490979 h 1078671"/>
              <a:gd name="connsiteX105" fmla="*/ 867789 w 1404874"/>
              <a:gd name="connsiteY105" fmla="*/ 496527 h 1078671"/>
              <a:gd name="connsiteX106" fmla="*/ 856644 w 1404874"/>
              <a:gd name="connsiteY106" fmla="*/ 512614 h 1078671"/>
              <a:gd name="connsiteX107" fmla="*/ 853116 w 1404874"/>
              <a:gd name="connsiteY107" fmla="*/ 512614 h 1078671"/>
              <a:gd name="connsiteX108" fmla="*/ 865308 w 1404874"/>
              <a:gd name="connsiteY108" fmla="*/ 485902 h 1078671"/>
              <a:gd name="connsiteX109" fmla="*/ 889987 w 1404874"/>
              <a:gd name="connsiteY109" fmla="*/ 476594 h 1078671"/>
              <a:gd name="connsiteX110" fmla="*/ 916188 w 1404874"/>
              <a:gd name="connsiteY110" fmla="*/ 486557 h 1078671"/>
              <a:gd name="connsiteX111" fmla="*/ 926763 w 1404874"/>
              <a:gd name="connsiteY111" fmla="*/ 510072 h 1078671"/>
              <a:gd name="connsiteX112" fmla="*/ 922189 w 1404874"/>
              <a:gd name="connsiteY112" fmla="*/ 529449 h 1078671"/>
              <a:gd name="connsiteX113" fmla="*/ 899321 w 1404874"/>
              <a:gd name="connsiteY113" fmla="*/ 561709 h 1078671"/>
              <a:gd name="connsiteX114" fmla="*/ 869694 w 1404874"/>
              <a:gd name="connsiteY114" fmla="*/ 592559 h 1078671"/>
              <a:gd name="connsiteX115" fmla="*/ 903419 w 1404874"/>
              <a:gd name="connsiteY115" fmla="*/ 592559 h 1078671"/>
              <a:gd name="connsiteX116" fmla="*/ 917811 w 1404874"/>
              <a:gd name="connsiteY116" fmla="*/ 591804 h 1078671"/>
              <a:gd name="connsiteX117" fmla="*/ 925335 w 1404874"/>
              <a:gd name="connsiteY117" fmla="*/ 588799 h 1078671"/>
              <a:gd name="connsiteX118" fmla="*/ 931149 w 1404874"/>
              <a:gd name="connsiteY118" fmla="*/ 582212 h 1078671"/>
              <a:gd name="connsiteX119" fmla="*/ 934669 w 1404874"/>
              <a:gd name="connsiteY119" fmla="*/ 582212 h 1078671"/>
              <a:gd name="connsiteX120" fmla="*/ 947149 w 1404874"/>
              <a:gd name="connsiteY120" fmla="*/ 476964 h 1078671"/>
              <a:gd name="connsiteX121" fmla="*/ 947149 w 1404874"/>
              <a:gd name="connsiteY121" fmla="*/ 473019 h 1078671"/>
              <a:gd name="connsiteX122" fmla="*/ 971258 w 1404874"/>
              <a:gd name="connsiteY122" fmla="*/ 489662 h 1078671"/>
              <a:gd name="connsiteX123" fmla="*/ 992308 w 1404874"/>
              <a:gd name="connsiteY123" fmla="*/ 521922 h 1078671"/>
              <a:gd name="connsiteX124" fmla="*/ 999746 w 1404874"/>
              <a:gd name="connsiteY124" fmla="*/ 560392 h 1078671"/>
              <a:gd name="connsiteX125" fmla="*/ 985167 w 1404874"/>
              <a:gd name="connsiteY125" fmla="*/ 613532 h 1078671"/>
              <a:gd name="connsiteX126" fmla="*/ 947149 w 1404874"/>
              <a:gd name="connsiteY126" fmla="*/ 647957 h 1078671"/>
              <a:gd name="connsiteX127" fmla="*/ 947149 w 1404874"/>
              <a:gd name="connsiteY127" fmla="*/ 644474 h 1078671"/>
              <a:gd name="connsiteX128" fmla="*/ 966396 w 1404874"/>
              <a:gd name="connsiteY128" fmla="*/ 626884 h 1078671"/>
              <a:gd name="connsiteX129" fmla="*/ 977643 w 1404874"/>
              <a:gd name="connsiteY129" fmla="*/ 598862 h 1078671"/>
              <a:gd name="connsiteX130" fmla="*/ 981358 w 1404874"/>
              <a:gd name="connsiteY130" fmla="*/ 563212 h 1078671"/>
              <a:gd name="connsiteX131" fmla="*/ 978213 w 1404874"/>
              <a:gd name="connsiteY131" fmla="*/ 526629 h 1078671"/>
              <a:gd name="connsiteX132" fmla="*/ 972211 w 1404874"/>
              <a:gd name="connsiteY132" fmla="*/ 505842 h 1078671"/>
              <a:gd name="connsiteX133" fmla="*/ 962774 w 1404874"/>
              <a:gd name="connsiteY133" fmla="*/ 490794 h 1078671"/>
              <a:gd name="connsiteX134" fmla="*/ 947149 w 1404874"/>
              <a:gd name="connsiteY134" fmla="*/ 476964 h 107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404874" h="1078671">
                <a:moveTo>
                  <a:pt x="566912" y="564059"/>
                </a:moveTo>
                <a:lnTo>
                  <a:pt x="516891" y="564059"/>
                </a:lnTo>
                <a:lnTo>
                  <a:pt x="508126" y="584184"/>
                </a:lnTo>
                <a:cubicBezTo>
                  <a:pt x="505972" y="589138"/>
                  <a:pt x="504887" y="592837"/>
                  <a:pt x="504887" y="595287"/>
                </a:cubicBezTo>
                <a:cubicBezTo>
                  <a:pt x="504887" y="597228"/>
                  <a:pt x="505808" y="598954"/>
                  <a:pt x="507650" y="600457"/>
                </a:cubicBezTo>
                <a:cubicBezTo>
                  <a:pt x="509554" y="601897"/>
                  <a:pt x="513621" y="602837"/>
                  <a:pt x="519849" y="603277"/>
                </a:cubicBezTo>
                <a:lnTo>
                  <a:pt x="519849" y="606759"/>
                </a:lnTo>
                <a:lnTo>
                  <a:pt x="479162" y="606759"/>
                </a:lnTo>
                <a:lnTo>
                  <a:pt x="479162" y="603277"/>
                </a:lnTo>
                <a:cubicBezTo>
                  <a:pt x="484563" y="602337"/>
                  <a:pt x="488060" y="601119"/>
                  <a:pt x="489644" y="599609"/>
                </a:cubicBezTo>
                <a:cubicBezTo>
                  <a:pt x="492883" y="596604"/>
                  <a:pt x="496473" y="590487"/>
                  <a:pt x="500415" y="581272"/>
                </a:cubicBezTo>
                <a:lnTo>
                  <a:pt x="545855" y="476309"/>
                </a:lnTo>
                <a:lnTo>
                  <a:pt x="549195" y="476309"/>
                </a:lnTo>
                <a:lnTo>
                  <a:pt x="594159" y="582397"/>
                </a:lnTo>
                <a:cubicBezTo>
                  <a:pt x="597781" y="590926"/>
                  <a:pt x="601051" y="596473"/>
                  <a:pt x="603977" y="599047"/>
                </a:cubicBezTo>
                <a:cubicBezTo>
                  <a:pt x="606959" y="601558"/>
                  <a:pt x="611088" y="602968"/>
                  <a:pt x="616364" y="603277"/>
                </a:cubicBezTo>
                <a:lnTo>
                  <a:pt x="616364" y="606759"/>
                </a:lnTo>
                <a:lnTo>
                  <a:pt x="565390" y="606759"/>
                </a:lnTo>
                <a:lnTo>
                  <a:pt x="565390" y="603277"/>
                </a:lnTo>
                <a:cubicBezTo>
                  <a:pt x="570534" y="603030"/>
                  <a:pt x="573991" y="602183"/>
                  <a:pt x="575771" y="600742"/>
                </a:cubicBezTo>
                <a:cubicBezTo>
                  <a:pt x="577613" y="599301"/>
                  <a:pt x="578534" y="597544"/>
                  <a:pt x="578534" y="595472"/>
                </a:cubicBezTo>
                <a:cubicBezTo>
                  <a:pt x="578534" y="592713"/>
                  <a:pt x="577269" y="588360"/>
                  <a:pt x="574725" y="582397"/>
                </a:cubicBezTo>
                <a:lnTo>
                  <a:pt x="566912" y="564059"/>
                </a:lnTo>
                <a:close/>
                <a:moveTo>
                  <a:pt x="564243" y="557102"/>
                </a:moveTo>
                <a:lnTo>
                  <a:pt x="542335" y="505557"/>
                </a:lnTo>
                <a:lnTo>
                  <a:pt x="519849" y="557102"/>
                </a:lnTo>
                <a:lnTo>
                  <a:pt x="564243" y="557102"/>
                </a:lnTo>
                <a:close/>
                <a:moveTo>
                  <a:pt x="673433" y="596134"/>
                </a:moveTo>
                <a:lnTo>
                  <a:pt x="667618" y="610519"/>
                </a:lnTo>
                <a:lnTo>
                  <a:pt x="620555" y="610519"/>
                </a:lnTo>
                <a:lnTo>
                  <a:pt x="620555" y="607699"/>
                </a:lnTo>
                <a:cubicBezTo>
                  <a:pt x="636243" y="595664"/>
                  <a:pt x="646655" y="585848"/>
                  <a:pt x="651806" y="578259"/>
                </a:cubicBezTo>
                <a:cubicBezTo>
                  <a:pt x="654974" y="573621"/>
                  <a:pt x="656567" y="569137"/>
                  <a:pt x="656567" y="564814"/>
                </a:cubicBezTo>
                <a:cubicBezTo>
                  <a:pt x="656567" y="560985"/>
                  <a:pt x="655232" y="557787"/>
                  <a:pt x="652563" y="555222"/>
                </a:cubicBezTo>
                <a:cubicBezTo>
                  <a:pt x="649964" y="552587"/>
                  <a:pt x="646655" y="551269"/>
                  <a:pt x="642658" y="551269"/>
                </a:cubicBezTo>
                <a:cubicBezTo>
                  <a:pt x="639037" y="551269"/>
                  <a:pt x="635860" y="552209"/>
                  <a:pt x="633129" y="554089"/>
                </a:cubicBezTo>
                <a:cubicBezTo>
                  <a:pt x="630397" y="555907"/>
                  <a:pt x="628336" y="558666"/>
                  <a:pt x="626939" y="562364"/>
                </a:cubicBezTo>
                <a:lnTo>
                  <a:pt x="622647" y="562364"/>
                </a:lnTo>
                <a:cubicBezTo>
                  <a:pt x="623537" y="556285"/>
                  <a:pt x="625980" y="551485"/>
                  <a:pt x="629983" y="547979"/>
                </a:cubicBezTo>
                <a:cubicBezTo>
                  <a:pt x="634050" y="544466"/>
                  <a:pt x="639287" y="542709"/>
                  <a:pt x="645702" y="542709"/>
                </a:cubicBezTo>
                <a:cubicBezTo>
                  <a:pt x="652438" y="542709"/>
                  <a:pt x="657901" y="544558"/>
                  <a:pt x="662093" y="548257"/>
                </a:cubicBezTo>
                <a:cubicBezTo>
                  <a:pt x="666346" y="551893"/>
                  <a:pt x="668477" y="555938"/>
                  <a:pt x="668477" y="560392"/>
                </a:cubicBezTo>
                <a:cubicBezTo>
                  <a:pt x="668477" y="564529"/>
                  <a:pt x="666947" y="568983"/>
                  <a:pt x="663903" y="573744"/>
                </a:cubicBezTo>
                <a:cubicBezTo>
                  <a:pt x="659134" y="581017"/>
                  <a:pt x="649769" y="590240"/>
                  <a:pt x="635798" y="601397"/>
                </a:cubicBezTo>
                <a:lnTo>
                  <a:pt x="653609" y="601397"/>
                </a:lnTo>
                <a:cubicBezTo>
                  <a:pt x="659072" y="601397"/>
                  <a:pt x="662693" y="601050"/>
                  <a:pt x="664473" y="600364"/>
                </a:cubicBezTo>
                <a:cubicBezTo>
                  <a:pt x="666315" y="599609"/>
                  <a:pt x="667868" y="598199"/>
                  <a:pt x="669140" y="596134"/>
                </a:cubicBezTo>
                <a:lnTo>
                  <a:pt x="673433" y="596134"/>
                </a:lnTo>
                <a:close/>
                <a:moveTo>
                  <a:pt x="737737" y="644474"/>
                </a:moveTo>
                <a:lnTo>
                  <a:pt x="737737" y="647957"/>
                </a:lnTo>
                <a:cubicBezTo>
                  <a:pt x="728145" y="643187"/>
                  <a:pt x="720145" y="637609"/>
                  <a:pt x="713729" y="631214"/>
                </a:cubicBezTo>
                <a:cubicBezTo>
                  <a:pt x="704582" y="622122"/>
                  <a:pt x="697534" y="611397"/>
                  <a:pt x="692578" y="599047"/>
                </a:cubicBezTo>
                <a:cubicBezTo>
                  <a:pt x="687622" y="586696"/>
                  <a:pt x="685148" y="573875"/>
                  <a:pt x="685148" y="560577"/>
                </a:cubicBezTo>
                <a:cubicBezTo>
                  <a:pt x="685148" y="541145"/>
                  <a:pt x="690011" y="523432"/>
                  <a:pt x="699727" y="507437"/>
                </a:cubicBezTo>
                <a:cubicBezTo>
                  <a:pt x="709444" y="491388"/>
                  <a:pt x="722112" y="479915"/>
                  <a:pt x="737737" y="473019"/>
                </a:cubicBezTo>
                <a:lnTo>
                  <a:pt x="737737" y="476964"/>
                </a:lnTo>
                <a:cubicBezTo>
                  <a:pt x="729925" y="481233"/>
                  <a:pt x="723509" y="487065"/>
                  <a:pt x="718490" y="494462"/>
                </a:cubicBezTo>
                <a:cubicBezTo>
                  <a:pt x="713480" y="501858"/>
                  <a:pt x="709726" y="511235"/>
                  <a:pt x="707251" y="522584"/>
                </a:cubicBezTo>
                <a:cubicBezTo>
                  <a:pt x="704777" y="533933"/>
                  <a:pt x="703536" y="545783"/>
                  <a:pt x="703536" y="558134"/>
                </a:cubicBezTo>
                <a:cubicBezTo>
                  <a:pt x="703536" y="571556"/>
                  <a:pt x="704582" y="583745"/>
                  <a:pt x="706682" y="594724"/>
                </a:cubicBezTo>
                <a:cubicBezTo>
                  <a:pt x="708329" y="603377"/>
                  <a:pt x="710334" y="610303"/>
                  <a:pt x="712683" y="615504"/>
                </a:cubicBezTo>
                <a:cubicBezTo>
                  <a:pt x="715033" y="620774"/>
                  <a:pt x="718178" y="625821"/>
                  <a:pt x="722112" y="630652"/>
                </a:cubicBezTo>
                <a:cubicBezTo>
                  <a:pt x="726116" y="635475"/>
                  <a:pt x="731321" y="640082"/>
                  <a:pt x="737737" y="644474"/>
                </a:cubicBezTo>
                <a:close/>
                <a:moveTo>
                  <a:pt x="769659" y="517977"/>
                </a:moveTo>
                <a:cubicBezTo>
                  <a:pt x="772578" y="517977"/>
                  <a:pt x="775052" y="519009"/>
                  <a:pt x="777089" y="521074"/>
                </a:cubicBezTo>
                <a:cubicBezTo>
                  <a:pt x="779181" y="523085"/>
                  <a:pt x="780235" y="525527"/>
                  <a:pt x="780235" y="528417"/>
                </a:cubicBezTo>
                <a:cubicBezTo>
                  <a:pt x="780235" y="531298"/>
                  <a:pt x="779181" y="533772"/>
                  <a:pt x="777089" y="535844"/>
                </a:cubicBezTo>
                <a:cubicBezTo>
                  <a:pt x="775052" y="537847"/>
                  <a:pt x="772578" y="538857"/>
                  <a:pt x="769659" y="538857"/>
                </a:cubicBezTo>
                <a:cubicBezTo>
                  <a:pt x="766732" y="538857"/>
                  <a:pt x="764227" y="537847"/>
                  <a:pt x="762127" y="535844"/>
                </a:cubicBezTo>
                <a:cubicBezTo>
                  <a:pt x="760098" y="533772"/>
                  <a:pt x="759083" y="531298"/>
                  <a:pt x="759083" y="528417"/>
                </a:cubicBezTo>
                <a:cubicBezTo>
                  <a:pt x="759083" y="525527"/>
                  <a:pt x="760098" y="523085"/>
                  <a:pt x="762127" y="521074"/>
                </a:cubicBezTo>
                <a:cubicBezTo>
                  <a:pt x="764227" y="519009"/>
                  <a:pt x="766732" y="517977"/>
                  <a:pt x="769659" y="517977"/>
                </a:cubicBezTo>
                <a:close/>
                <a:moveTo>
                  <a:pt x="769464" y="588422"/>
                </a:moveTo>
                <a:cubicBezTo>
                  <a:pt x="772453" y="588422"/>
                  <a:pt x="774959" y="589454"/>
                  <a:pt x="776996" y="591527"/>
                </a:cubicBezTo>
                <a:cubicBezTo>
                  <a:pt x="779087" y="593592"/>
                  <a:pt x="780133" y="596073"/>
                  <a:pt x="780133" y="598954"/>
                </a:cubicBezTo>
                <a:cubicBezTo>
                  <a:pt x="780133" y="601836"/>
                  <a:pt x="779087" y="604317"/>
                  <a:pt x="776996" y="606382"/>
                </a:cubicBezTo>
                <a:cubicBezTo>
                  <a:pt x="774896" y="608393"/>
                  <a:pt x="772391" y="609394"/>
                  <a:pt x="769464" y="609394"/>
                </a:cubicBezTo>
                <a:cubicBezTo>
                  <a:pt x="766545" y="609394"/>
                  <a:pt x="764032" y="608393"/>
                  <a:pt x="761940" y="606382"/>
                </a:cubicBezTo>
                <a:cubicBezTo>
                  <a:pt x="759903" y="604317"/>
                  <a:pt x="758888" y="601836"/>
                  <a:pt x="758888" y="598954"/>
                </a:cubicBezTo>
                <a:cubicBezTo>
                  <a:pt x="758888" y="596073"/>
                  <a:pt x="759903" y="593592"/>
                  <a:pt x="761940" y="591527"/>
                </a:cubicBezTo>
                <a:cubicBezTo>
                  <a:pt x="764032" y="589454"/>
                  <a:pt x="766545" y="588422"/>
                  <a:pt x="769464" y="588422"/>
                </a:cubicBezTo>
                <a:close/>
                <a:moveTo>
                  <a:pt x="806912" y="638834"/>
                </a:moveTo>
                <a:lnTo>
                  <a:pt x="806912" y="634697"/>
                </a:lnTo>
                <a:cubicBezTo>
                  <a:pt x="813452" y="632562"/>
                  <a:pt x="818502" y="629242"/>
                  <a:pt x="822061" y="624727"/>
                </a:cubicBezTo>
                <a:cubicBezTo>
                  <a:pt x="825674" y="620273"/>
                  <a:pt x="827485" y="615535"/>
                  <a:pt x="827485" y="610519"/>
                </a:cubicBezTo>
                <a:cubicBezTo>
                  <a:pt x="827485" y="609333"/>
                  <a:pt x="827204" y="608323"/>
                  <a:pt x="826627" y="607514"/>
                </a:cubicBezTo>
                <a:cubicBezTo>
                  <a:pt x="826182" y="606944"/>
                  <a:pt x="825745" y="606667"/>
                  <a:pt x="825300" y="606667"/>
                </a:cubicBezTo>
                <a:cubicBezTo>
                  <a:pt x="824598" y="606667"/>
                  <a:pt x="823076" y="607291"/>
                  <a:pt x="820726" y="608547"/>
                </a:cubicBezTo>
                <a:cubicBezTo>
                  <a:pt x="819579" y="609109"/>
                  <a:pt x="818369" y="609394"/>
                  <a:pt x="817105" y="609394"/>
                </a:cubicBezTo>
                <a:cubicBezTo>
                  <a:pt x="813991" y="609394"/>
                  <a:pt x="811516" y="608485"/>
                  <a:pt x="809675" y="606667"/>
                </a:cubicBezTo>
                <a:cubicBezTo>
                  <a:pt x="807833" y="604848"/>
                  <a:pt x="806912" y="602337"/>
                  <a:pt x="806912" y="599139"/>
                </a:cubicBezTo>
                <a:cubicBezTo>
                  <a:pt x="806912" y="596073"/>
                  <a:pt x="808082" y="593438"/>
                  <a:pt x="810432" y="591242"/>
                </a:cubicBezTo>
                <a:cubicBezTo>
                  <a:pt x="812843" y="589046"/>
                  <a:pt x="815770" y="587952"/>
                  <a:pt x="819196" y="587952"/>
                </a:cubicBezTo>
                <a:cubicBezTo>
                  <a:pt x="823388" y="587952"/>
                  <a:pt x="827103" y="589770"/>
                  <a:pt x="830350" y="593407"/>
                </a:cubicBezTo>
                <a:cubicBezTo>
                  <a:pt x="833651" y="596982"/>
                  <a:pt x="835298" y="601743"/>
                  <a:pt x="835298" y="607699"/>
                </a:cubicBezTo>
                <a:cubicBezTo>
                  <a:pt x="835298" y="614156"/>
                  <a:pt x="833011" y="620150"/>
                  <a:pt x="828437" y="625667"/>
                </a:cubicBezTo>
                <a:cubicBezTo>
                  <a:pt x="823934" y="631245"/>
                  <a:pt x="816753" y="635637"/>
                  <a:pt x="806912" y="638834"/>
                </a:cubicBezTo>
                <a:close/>
                <a:moveTo>
                  <a:pt x="934669" y="582212"/>
                </a:moveTo>
                <a:lnTo>
                  <a:pt x="925624" y="606759"/>
                </a:lnTo>
                <a:lnTo>
                  <a:pt x="849401" y="606759"/>
                </a:lnTo>
                <a:lnTo>
                  <a:pt x="849401" y="603277"/>
                </a:lnTo>
                <a:cubicBezTo>
                  <a:pt x="871825" y="583090"/>
                  <a:pt x="887606" y="566602"/>
                  <a:pt x="896753" y="553804"/>
                </a:cubicBezTo>
                <a:cubicBezTo>
                  <a:pt x="905901" y="541014"/>
                  <a:pt x="910474" y="529326"/>
                  <a:pt x="910474" y="518724"/>
                </a:cubicBezTo>
                <a:cubicBezTo>
                  <a:pt x="910474" y="510634"/>
                  <a:pt x="907961" y="503993"/>
                  <a:pt x="902943" y="498784"/>
                </a:cubicBezTo>
                <a:cubicBezTo>
                  <a:pt x="897924" y="493583"/>
                  <a:pt x="891922" y="490979"/>
                  <a:pt x="884937" y="490979"/>
                </a:cubicBezTo>
                <a:cubicBezTo>
                  <a:pt x="878584" y="490979"/>
                  <a:pt x="872871" y="492828"/>
                  <a:pt x="867789" y="496527"/>
                </a:cubicBezTo>
                <a:cubicBezTo>
                  <a:pt x="862771" y="500163"/>
                  <a:pt x="859056" y="505526"/>
                  <a:pt x="856644" y="512614"/>
                </a:cubicBezTo>
                <a:lnTo>
                  <a:pt x="853116" y="512614"/>
                </a:lnTo>
                <a:cubicBezTo>
                  <a:pt x="854701" y="501011"/>
                  <a:pt x="858767" y="492112"/>
                  <a:pt x="865308" y="485902"/>
                </a:cubicBezTo>
                <a:cubicBezTo>
                  <a:pt x="871918" y="479692"/>
                  <a:pt x="880145" y="476594"/>
                  <a:pt x="889987" y="476594"/>
                </a:cubicBezTo>
                <a:cubicBezTo>
                  <a:pt x="900468" y="476594"/>
                  <a:pt x="909202" y="479915"/>
                  <a:pt x="916188" y="486557"/>
                </a:cubicBezTo>
                <a:cubicBezTo>
                  <a:pt x="923235" y="493206"/>
                  <a:pt x="926763" y="501042"/>
                  <a:pt x="926763" y="510072"/>
                </a:cubicBezTo>
                <a:cubicBezTo>
                  <a:pt x="926763" y="516528"/>
                  <a:pt x="925241" y="522993"/>
                  <a:pt x="922189" y="529449"/>
                </a:cubicBezTo>
                <a:cubicBezTo>
                  <a:pt x="917491" y="539604"/>
                  <a:pt x="909865" y="550360"/>
                  <a:pt x="899321" y="561709"/>
                </a:cubicBezTo>
                <a:cubicBezTo>
                  <a:pt x="883508" y="578760"/>
                  <a:pt x="873635" y="589046"/>
                  <a:pt x="869694" y="592559"/>
                </a:cubicBezTo>
                <a:lnTo>
                  <a:pt x="903419" y="592559"/>
                </a:lnTo>
                <a:cubicBezTo>
                  <a:pt x="910279" y="592559"/>
                  <a:pt x="915079" y="592305"/>
                  <a:pt x="917811" y="591804"/>
                </a:cubicBezTo>
                <a:cubicBezTo>
                  <a:pt x="920605" y="591303"/>
                  <a:pt x="923110" y="590302"/>
                  <a:pt x="925335" y="588799"/>
                </a:cubicBezTo>
                <a:cubicBezTo>
                  <a:pt x="927559" y="587227"/>
                  <a:pt x="929495" y="585032"/>
                  <a:pt x="931149" y="582212"/>
                </a:cubicBezTo>
                <a:lnTo>
                  <a:pt x="934669" y="582212"/>
                </a:lnTo>
                <a:close/>
                <a:moveTo>
                  <a:pt x="947149" y="476964"/>
                </a:moveTo>
                <a:lnTo>
                  <a:pt x="947149" y="473019"/>
                </a:lnTo>
                <a:cubicBezTo>
                  <a:pt x="956804" y="477719"/>
                  <a:pt x="964843" y="483267"/>
                  <a:pt x="971258" y="489662"/>
                </a:cubicBezTo>
                <a:cubicBezTo>
                  <a:pt x="980336" y="498815"/>
                  <a:pt x="987360" y="509571"/>
                  <a:pt x="992308" y="521922"/>
                </a:cubicBezTo>
                <a:cubicBezTo>
                  <a:pt x="997264" y="534211"/>
                  <a:pt x="999746" y="547039"/>
                  <a:pt x="999746" y="560392"/>
                </a:cubicBezTo>
                <a:cubicBezTo>
                  <a:pt x="999746" y="579831"/>
                  <a:pt x="994884" y="597544"/>
                  <a:pt x="985167" y="613532"/>
                </a:cubicBezTo>
                <a:cubicBezTo>
                  <a:pt x="975512" y="629581"/>
                  <a:pt x="962837" y="641061"/>
                  <a:pt x="947149" y="647957"/>
                </a:cubicBezTo>
                <a:lnTo>
                  <a:pt x="947149" y="644474"/>
                </a:lnTo>
                <a:cubicBezTo>
                  <a:pt x="954962" y="640152"/>
                  <a:pt x="961378" y="634288"/>
                  <a:pt x="966396" y="626884"/>
                </a:cubicBezTo>
                <a:cubicBezTo>
                  <a:pt x="971477" y="619549"/>
                  <a:pt x="975223" y="610211"/>
                  <a:pt x="977643" y="598862"/>
                </a:cubicBezTo>
                <a:cubicBezTo>
                  <a:pt x="980117" y="587451"/>
                  <a:pt x="981358" y="575562"/>
                  <a:pt x="981358" y="563212"/>
                </a:cubicBezTo>
                <a:cubicBezTo>
                  <a:pt x="981358" y="549859"/>
                  <a:pt x="980304" y="537663"/>
                  <a:pt x="978213" y="526629"/>
                </a:cubicBezTo>
                <a:cubicBezTo>
                  <a:pt x="976620" y="517977"/>
                  <a:pt x="974622" y="511042"/>
                  <a:pt x="972211" y="505842"/>
                </a:cubicBezTo>
                <a:cubicBezTo>
                  <a:pt x="969861" y="500633"/>
                  <a:pt x="966716" y="495617"/>
                  <a:pt x="962774" y="490794"/>
                </a:cubicBezTo>
                <a:cubicBezTo>
                  <a:pt x="958841" y="485963"/>
                  <a:pt x="953627" y="481356"/>
                  <a:pt x="947149" y="476964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8471C5D-D8D1-4711-969A-3F37FE000B22}"/>
              </a:ext>
            </a:extLst>
          </p:cNvPr>
          <p:cNvSpPr/>
          <p:nvPr/>
        </p:nvSpPr>
        <p:spPr>
          <a:xfrm>
            <a:off x="4704009" y="2996255"/>
            <a:ext cx="1404874" cy="1078671"/>
          </a:xfrm>
          <a:custGeom>
            <a:avLst/>
            <a:gdLst>
              <a:gd name="connsiteX0" fmla="*/ 566912 w 1404874"/>
              <a:gd name="connsiteY0" fmla="*/ 564059 h 1078671"/>
              <a:gd name="connsiteX1" fmla="*/ 516891 w 1404874"/>
              <a:gd name="connsiteY1" fmla="*/ 564059 h 1078671"/>
              <a:gd name="connsiteX2" fmla="*/ 508126 w 1404874"/>
              <a:gd name="connsiteY2" fmla="*/ 584184 h 1078671"/>
              <a:gd name="connsiteX3" fmla="*/ 504887 w 1404874"/>
              <a:gd name="connsiteY3" fmla="*/ 595287 h 1078671"/>
              <a:gd name="connsiteX4" fmla="*/ 507650 w 1404874"/>
              <a:gd name="connsiteY4" fmla="*/ 600457 h 1078671"/>
              <a:gd name="connsiteX5" fmla="*/ 519849 w 1404874"/>
              <a:gd name="connsiteY5" fmla="*/ 603277 h 1078671"/>
              <a:gd name="connsiteX6" fmla="*/ 519849 w 1404874"/>
              <a:gd name="connsiteY6" fmla="*/ 606759 h 1078671"/>
              <a:gd name="connsiteX7" fmla="*/ 479162 w 1404874"/>
              <a:gd name="connsiteY7" fmla="*/ 606759 h 1078671"/>
              <a:gd name="connsiteX8" fmla="*/ 479162 w 1404874"/>
              <a:gd name="connsiteY8" fmla="*/ 603277 h 1078671"/>
              <a:gd name="connsiteX9" fmla="*/ 489644 w 1404874"/>
              <a:gd name="connsiteY9" fmla="*/ 599609 h 1078671"/>
              <a:gd name="connsiteX10" fmla="*/ 500415 w 1404874"/>
              <a:gd name="connsiteY10" fmla="*/ 581272 h 1078671"/>
              <a:gd name="connsiteX11" fmla="*/ 545855 w 1404874"/>
              <a:gd name="connsiteY11" fmla="*/ 476309 h 1078671"/>
              <a:gd name="connsiteX12" fmla="*/ 549195 w 1404874"/>
              <a:gd name="connsiteY12" fmla="*/ 476309 h 1078671"/>
              <a:gd name="connsiteX13" fmla="*/ 594159 w 1404874"/>
              <a:gd name="connsiteY13" fmla="*/ 582397 h 1078671"/>
              <a:gd name="connsiteX14" fmla="*/ 603977 w 1404874"/>
              <a:gd name="connsiteY14" fmla="*/ 599047 h 1078671"/>
              <a:gd name="connsiteX15" fmla="*/ 616364 w 1404874"/>
              <a:gd name="connsiteY15" fmla="*/ 603277 h 1078671"/>
              <a:gd name="connsiteX16" fmla="*/ 616364 w 1404874"/>
              <a:gd name="connsiteY16" fmla="*/ 606759 h 1078671"/>
              <a:gd name="connsiteX17" fmla="*/ 565390 w 1404874"/>
              <a:gd name="connsiteY17" fmla="*/ 606759 h 1078671"/>
              <a:gd name="connsiteX18" fmla="*/ 565390 w 1404874"/>
              <a:gd name="connsiteY18" fmla="*/ 603277 h 1078671"/>
              <a:gd name="connsiteX19" fmla="*/ 575771 w 1404874"/>
              <a:gd name="connsiteY19" fmla="*/ 600742 h 1078671"/>
              <a:gd name="connsiteX20" fmla="*/ 578534 w 1404874"/>
              <a:gd name="connsiteY20" fmla="*/ 595472 h 1078671"/>
              <a:gd name="connsiteX21" fmla="*/ 574725 w 1404874"/>
              <a:gd name="connsiteY21" fmla="*/ 582397 h 1078671"/>
              <a:gd name="connsiteX22" fmla="*/ 566912 w 1404874"/>
              <a:gd name="connsiteY22" fmla="*/ 564059 h 1078671"/>
              <a:gd name="connsiteX23" fmla="*/ 564243 w 1404874"/>
              <a:gd name="connsiteY23" fmla="*/ 557102 h 1078671"/>
              <a:gd name="connsiteX24" fmla="*/ 542335 w 1404874"/>
              <a:gd name="connsiteY24" fmla="*/ 505557 h 1078671"/>
              <a:gd name="connsiteX25" fmla="*/ 519849 w 1404874"/>
              <a:gd name="connsiteY25" fmla="*/ 557102 h 1078671"/>
              <a:gd name="connsiteX26" fmla="*/ 564243 w 1404874"/>
              <a:gd name="connsiteY26" fmla="*/ 557102 h 1078671"/>
              <a:gd name="connsiteX27" fmla="*/ 623888 w 1404874"/>
              <a:gd name="connsiteY27" fmla="*/ 557287 h 1078671"/>
              <a:gd name="connsiteX28" fmla="*/ 631607 w 1404874"/>
              <a:gd name="connsiteY28" fmla="*/ 547132 h 1078671"/>
              <a:gd name="connsiteX29" fmla="*/ 645796 w 1404874"/>
              <a:gd name="connsiteY29" fmla="*/ 542709 h 1078671"/>
              <a:gd name="connsiteX30" fmla="*/ 659618 w 1404874"/>
              <a:gd name="connsiteY30" fmla="*/ 547039 h 1078671"/>
              <a:gd name="connsiteX31" fmla="*/ 664660 w 1404874"/>
              <a:gd name="connsiteY31" fmla="*/ 556532 h 1078671"/>
              <a:gd name="connsiteX32" fmla="*/ 654662 w 1404874"/>
              <a:gd name="connsiteY32" fmla="*/ 571117 h 1078671"/>
              <a:gd name="connsiteX33" fmla="*/ 664949 w 1404874"/>
              <a:gd name="connsiteY33" fmla="*/ 578167 h 1078671"/>
              <a:gd name="connsiteX34" fmla="*/ 668477 w 1404874"/>
              <a:gd name="connsiteY34" fmla="*/ 588229 h 1078671"/>
              <a:gd name="connsiteX35" fmla="*/ 660282 w 1404874"/>
              <a:gd name="connsiteY35" fmla="*/ 604879 h 1078671"/>
              <a:gd name="connsiteX36" fmla="*/ 636844 w 1404874"/>
              <a:gd name="connsiteY36" fmla="*/ 611837 h 1078671"/>
              <a:gd name="connsiteX37" fmla="*/ 625316 w 1404874"/>
              <a:gd name="connsiteY37" fmla="*/ 609579 h 1078671"/>
              <a:gd name="connsiteX38" fmla="*/ 622842 w 1404874"/>
              <a:gd name="connsiteY38" fmla="*/ 605912 h 1078671"/>
              <a:gd name="connsiteX39" fmla="*/ 624364 w 1404874"/>
              <a:gd name="connsiteY39" fmla="*/ 602999 h 1078671"/>
              <a:gd name="connsiteX40" fmla="*/ 628461 w 1404874"/>
              <a:gd name="connsiteY40" fmla="*/ 601682 h 1078671"/>
              <a:gd name="connsiteX41" fmla="*/ 636180 w 1404874"/>
              <a:gd name="connsiteY41" fmla="*/ 603939 h 1078671"/>
              <a:gd name="connsiteX42" fmla="*/ 644844 w 1404874"/>
              <a:gd name="connsiteY42" fmla="*/ 606197 h 1078671"/>
              <a:gd name="connsiteX43" fmla="*/ 653991 w 1404874"/>
              <a:gd name="connsiteY43" fmla="*/ 602529 h 1078671"/>
              <a:gd name="connsiteX44" fmla="*/ 657808 w 1404874"/>
              <a:gd name="connsiteY44" fmla="*/ 593777 h 1078671"/>
              <a:gd name="connsiteX45" fmla="*/ 655232 w 1404874"/>
              <a:gd name="connsiteY45" fmla="*/ 585694 h 1078671"/>
              <a:gd name="connsiteX46" fmla="*/ 648754 w 1404874"/>
              <a:gd name="connsiteY46" fmla="*/ 580332 h 1078671"/>
              <a:gd name="connsiteX47" fmla="*/ 638561 w 1404874"/>
              <a:gd name="connsiteY47" fmla="*/ 578167 h 1078671"/>
              <a:gd name="connsiteX48" fmla="*/ 635704 w 1404874"/>
              <a:gd name="connsiteY48" fmla="*/ 578167 h 1078671"/>
              <a:gd name="connsiteX49" fmla="*/ 635704 w 1404874"/>
              <a:gd name="connsiteY49" fmla="*/ 575532 h 1078671"/>
              <a:gd name="connsiteX50" fmla="*/ 647989 w 1404874"/>
              <a:gd name="connsiteY50" fmla="*/ 571117 h 1078671"/>
              <a:gd name="connsiteX51" fmla="*/ 653039 w 1404874"/>
              <a:gd name="connsiteY51" fmla="*/ 560954 h 1078671"/>
              <a:gd name="connsiteX52" fmla="*/ 649894 w 1404874"/>
              <a:gd name="connsiteY52" fmla="*/ 553434 h 1078671"/>
              <a:gd name="connsiteX53" fmla="*/ 641511 w 1404874"/>
              <a:gd name="connsiteY53" fmla="*/ 550514 h 1078671"/>
              <a:gd name="connsiteX54" fmla="*/ 627509 w 1404874"/>
              <a:gd name="connsiteY54" fmla="*/ 558789 h 1078671"/>
              <a:gd name="connsiteX55" fmla="*/ 623888 w 1404874"/>
              <a:gd name="connsiteY55" fmla="*/ 557287 h 1078671"/>
              <a:gd name="connsiteX56" fmla="*/ 737737 w 1404874"/>
              <a:gd name="connsiteY56" fmla="*/ 644474 h 1078671"/>
              <a:gd name="connsiteX57" fmla="*/ 737737 w 1404874"/>
              <a:gd name="connsiteY57" fmla="*/ 647957 h 1078671"/>
              <a:gd name="connsiteX58" fmla="*/ 713729 w 1404874"/>
              <a:gd name="connsiteY58" fmla="*/ 631214 h 1078671"/>
              <a:gd name="connsiteX59" fmla="*/ 692578 w 1404874"/>
              <a:gd name="connsiteY59" fmla="*/ 599047 h 1078671"/>
              <a:gd name="connsiteX60" fmla="*/ 685148 w 1404874"/>
              <a:gd name="connsiteY60" fmla="*/ 560577 h 1078671"/>
              <a:gd name="connsiteX61" fmla="*/ 699727 w 1404874"/>
              <a:gd name="connsiteY61" fmla="*/ 507437 h 1078671"/>
              <a:gd name="connsiteX62" fmla="*/ 737737 w 1404874"/>
              <a:gd name="connsiteY62" fmla="*/ 473019 h 1078671"/>
              <a:gd name="connsiteX63" fmla="*/ 737737 w 1404874"/>
              <a:gd name="connsiteY63" fmla="*/ 476964 h 1078671"/>
              <a:gd name="connsiteX64" fmla="*/ 718490 w 1404874"/>
              <a:gd name="connsiteY64" fmla="*/ 494462 h 1078671"/>
              <a:gd name="connsiteX65" fmla="*/ 707251 w 1404874"/>
              <a:gd name="connsiteY65" fmla="*/ 522584 h 1078671"/>
              <a:gd name="connsiteX66" fmla="*/ 703536 w 1404874"/>
              <a:gd name="connsiteY66" fmla="*/ 558134 h 1078671"/>
              <a:gd name="connsiteX67" fmla="*/ 706682 w 1404874"/>
              <a:gd name="connsiteY67" fmla="*/ 594724 h 1078671"/>
              <a:gd name="connsiteX68" fmla="*/ 712683 w 1404874"/>
              <a:gd name="connsiteY68" fmla="*/ 615504 h 1078671"/>
              <a:gd name="connsiteX69" fmla="*/ 722112 w 1404874"/>
              <a:gd name="connsiteY69" fmla="*/ 630652 h 1078671"/>
              <a:gd name="connsiteX70" fmla="*/ 737737 w 1404874"/>
              <a:gd name="connsiteY70" fmla="*/ 644474 h 1078671"/>
              <a:gd name="connsiteX71" fmla="*/ 769659 w 1404874"/>
              <a:gd name="connsiteY71" fmla="*/ 517977 h 1078671"/>
              <a:gd name="connsiteX72" fmla="*/ 777089 w 1404874"/>
              <a:gd name="connsiteY72" fmla="*/ 521074 h 1078671"/>
              <a:gd name="connsiteX73" fmla="*/ 780235 w 1404874"/>
              <a:gd name="connsiteY73" fmla="*/ 528417 h 1078671"/>
              <a:gd name="connsiteX74" fmla="*/ 777089 w 1404874"/>
              <a:gd name="connsiteY74" fmla="*/ 535844 h 1078671"/>
              <a:gd name="connsiteX75" fmla="*/ 769659 w 1404874"/>
              <a:gd name="connsiteY75" fmla="*/ 538857 h 1078671"/>
              <a:gd name="connsiteX76" fmla="*/ 762127 w 1404874"/>
              <a:gd name="connsiteY76" fmla="*/ 535844 h 1078671"/>
              <a:gd name="connsiteX77" fmla="*/ 759083 w 1404874"/>
              <a:gd name="connsiteY77" fmla="*/ 528417 h 1078671"/>
              <a:gd name="connsiteX78" fmla="*/ 762127 w 1404874"/>
              <a:gd name="connsiteY78" fmla="*/ 521074 h 1078671"/>
              <a:gd name="connsiteX79" fmla="*/ 769659 w 1404874"/>
              <a:gd name="connsiteY79" fmla="*/ 517977 h 1078671"/>
              <a:gd name="connsiteX80" fmla="*/ 769464 w 1404874"/>
              <a:gd name="connsiteY80" fmla="*/ 588422 h 1078671"/>
              <a:gd name="connsiteX81" fmla="*/ 776996 w 1404874"/>
              <a:gd name="connsiteY81" fmla="*/ 591527 h 1078671"/>
              <a:gd name="connsiteX82" fmla="*/ 780133 w 1404874"/>
              <a:gd name="connsiteY82" fmla="*/ 598954 h 1078671"/>
              <a:gd name="connsiteX83" fmla="*/ 776996 w 1404874"/>
              <a:gd name="connsiteY83" fmla="*/ 606382 h 1078671"/>
              <a:gd name="connsiteX84" fmla="*/ 769464 w 1404874"/>
              <a:gd name="connsiteY84" fmla="*/ 609394 h 1078671"/>
              <a:gd name="connsiteX85" fmla="*/ 761940 w 1404874"/>
              <a:gd name="connsiteY85" fmla="*/ 606382 h 1078671"/>
              <a:gd name="connsiteX86" fmla="*/ 758888 w 1404874"/>
              <a:gd name="connsiteY86" fmla="*/ 598954 h 1078671"/>
              <a:gd name="connsiteX87" fmla="*/ 761940 w 1404874"/>
              <a:gd name="connsiteY87" fmla="*/ 591527 h 1078671"/>
              <a:gd name="connsiteX88" fmla="*/ 769464 w 1404874"/>
              <a:gd name="connsiteY88" fmla="*/ 588422 h 1078671"/>
              <a:gd name="connsiteX89" fmla="*/ 806911 w 1404874"/>
              <a:gd name="connsiteY89" fmla="*/ 638834 h 1078671"/>
              <a:gd name="connsiteX90" fmla="*/ 806911 w 1404874"/>
              <a:gd name="connsiteY90" fmla="*/ 634697 h 1078671"/>
              <a:gd name="connsiteX91" fmla="*/ 822061 w 1404874"/>
              <a:gd name="connsiteY91" fmla="*/ 624727 h 1078671"/>
              <a:gd name="connsiteX92" fmla="*/ 827485 w 1404874"/>
              <a:gd name="connsiteY92" fmla="*/ 610519 h 1078671"/>
              <a:gd name="connsiteX93" fmla="*/ 826627 w 1404874"/>
              <a:gd name="connsiteY93" fmla="*/ 607514 h 1078671"/>
              <a:gd name="connsiteX94" fmla="*/ 825300 w 1404874"/>
              <a:gd name="connsiteY94" fmla="*/ 606667 h 1078671"/>
              <a:gd name="connsiteX95" fmla="*/ 820726 w 1404874"/>
              <a:gd name="connsiteY95" fmla="*/ 608547 h 1078671"/>
              <a:gd name="connsiteX96" fmla="*/ 817105 w 1404874"/>
              <a:gd name="connsiteY96" fmla="*/ 609394 h 1078671"/>
              <a:gd name="connsiteX97" fmla="*/ 809674 w 1404874"/>
              <a:gd name="connsiteY97" fmla="*/ 606667 h 1078671"/>
              <a:gd name="connsiteX98" fmla="*/ 806911 w 1404874"/>
              <a:gd name="connsiteY98" fmla="*/ 599139 h 1078671"/>
              <a:gd name="connsiteX99" fmla="*/ 810432 w 1404874"/>
              <a:gd name="connsiteY99" fmla="*/ 591242 h 1078671"/>
              <a:gd name="connsiteX100" fmla="*/ 819196 w 1404874"/>
              <a:gd name="connsiteY100" fmla="*/ 587952 h 1078671"/>
              <a:gd name="connsiteX101" fmla="*/ 830349 w 1404874"/>
              <a:gd name="connsiteY101" fmla="*/ 593407 h 1078671"/>
              <a:gd name="connsiteX102" fmla="*/ 835298 w 1404874"/>
              <a:gd name="connsiteY102" fmla="*/ 607699 h 1078671"/>
              <a:gd name="connsiteX103" fmla="*/ 828437 w 1404874"/>
              <a:gd name="connsiteY103" fmla="*/ 625667 h 1078671"/>
              <a:gd name="connsiteX104" fmla="*/ 806911 w 1404874"/>
              <a:gd name="connsiteY104" fmla="*/ 638834 h 1078671"/>
              <a:gd name="connsiteX105" fmla="*/ 934669 w 1404874"/>
              <a:gd name="connsiteY105" fmla="*/ 582212 h 1078671"/>
              <a:gd name="connsiteX106" fmla="*/ 925624 w 1404874"/>
              <a:gd name="connsiteY106" fmla="*/ 606759 h 1078671"/>
              <a:gd name="connsiteX107" fmla="*/ 849401 w 1404874"/>
              <a:gd name="connsiteY107" fmla="*/ 606759 h 1078671"/>
              <a:gd name="connsiteX108" fmla="*/ 849401 w 1404874"/>
              <a:gd name="connsiteY108" fmla="*/ 603277 h 1078671"/>
              <a:gd name="connsiteX109" fmla="*/ 896753 w 1404874"/>
              <a:gd name="connsiteY109" fmla="*/ 553804 h 1078671"/>
              <a:gd name="connsiteX110" fmla="*/ 910474 w 1404874"/>
              <a:gd name="connsiteY110" fmla="*/ 518724 h 1078671"/>
              <a:gd name="connsiteX111" fmla="*/ 902942 w 1404874"/>
              <a:gd name="connsiteY111" fmla="*/ 498784 h 1078671"/>
              <a:gd name="connsiteX112" fmla="*/ 884937 w 1404874"/>
              <a:gd name="connsiteY112" fmla="*/ 490979 h 1078671"/>
              <a:gd name="connsiteX113" fmla="*/ 867790 w 1404874"/>
              <a:gd name="connsiteY113" fmla="*/ 496527 h 1078671"/>
              <a:gd name="connsiteX114" fmla="*/ 856644 w 1404874"/>
              <a:gd name="connsiteY114" fmla="*/ 512614 h 1078671"/>
              <a:gd name="connsiteX115" fmla="*/ 853116 w 1404874"/>
              <a:gd name="connsiteY115" fmla="*/ 512614 h 1078671"/>
              <a:gd name="connsiteX116" fmla="*/ 865307 w 1404874"/>
              <a:gd name="connsiteY116" fmla="*/ 485902 h 1078671"/>
              <a:gd name="connsiteX117" fmla="*/ 889986 w 1404874"/>
              <a:gd name="connsiteY117" fmla="*/ 476594 h 1078671"/>
              <a:gd name="connsiteX118" fmla="*/ 916187 w 1404874"/>
              <a:gd name="connsiteY118" fmla="*/ 486557 h 1078671"/>
              <a:gd name="connsiteX119" fmla="*/ 926763 w 1404874"/>
              <a:gd name="connsiteY119" fmla="*/ 510072 h 1078671"/>
              <a:gd name="connsiteX120" fmla="*/ 922189 w 1404874"/>
              <a:gd name="connsiteY120" fmla="*/ 529449 h 1078671"/>
              <a:gd name="connsiteX121" fmla="*/ 899321 w 1404874"/>
              <a:gd name="connsiteY121" fmla="*/ 561709 h 1078671"/>
              <a:gd name="connsiteX122" fmla="*/ 869694 w 1404874"/>
              <a:gd name="connsiteY122" fmla="*/ 592559 h 1078671"/>
              <a:gd name="connsiteX123" fmla="*/ 903419 w 1404874"/>
              <a:gd name="connsiteY123" fmla="*/ 592559 h 1078671"/>
              <a:gd name="connsiteX124" fmla="*/ 917811 w 1404874"/>
              <a:gd name="connsiteY124" fmla="*/ 591804 h 1078671"/>
              <a:gd name="connsiteX125" fmla="*/ 925335 w 1404874"/>
              <a:gd name="connsiteY125" fmla="*/ 588799 h 1078671"/>
              <a:gd name="connsiteX126" fmla="*/ 931149 w 1404874"/>
              <a:gd name="connsiteY126" fmla="*/ 582212 h 1078671"/>
              <a:gd name="connsiteX127" fmla="*/ 934669 w 1404874"/>
              <a:gd name="connsiteY127" fmla="*/ 582212 h 1078671"/>
              <a:gd name="connsiteX128" fmla="*/ 947150 w 1404874"/>
              <a:gd name="connsiteY128" fmla="*/ 476964 h 1078671"/>
              <a:gd name="connsiteX129" fmla="*/ 947150 w 1404874"/>
              <a:gd name="connsiteY129" fmla="*/ 473019 h 1078671"/>
              <a:gd name="connsiteX130" fmla="*/ 971259 w 1404874"/>
              <a:gd name="connsiteY130" fmla="*/ 489662 h 1078671"/>
              <a:gd name="connsiteX131" fmla="*/ 992308 w 1404874"/>
              <a:gd name="connsiteY131" fmla="*/ 521922 h 1078671"/>
              <a:gd name="connsiteX132" fmla="*/ 999746 w 1404874"/>
              <a:gd name="connsiteY132" fmla="*/ 560392 h 1078671"/>
              <a:gd name="connsiteX133" fmla="*/ 985167 w 1404874"/>
              <a:gd name="connsiteY133" fmla="*/ 613532 h 1078671"/>
              <a:gd name="connsiteX134" fmla="*/ 947150 w 1404874"/>
              <a:gd name="connsiteY134" fmla="*/ 647957 h 1078671"/>
              <a:gd name="connsiteX135" fmla="*/ 947150 w 1404874"/>
              <a:gd name="connsiteY135" fmla="*/ 644474 h 1078671"/>
              <a:gd name="connsiteX136" fmla="*/ 966396 w 1404874"/>
              <a:gd name="connsiteY136" fmla="*/ 626884 h 1078671"/>
              <a:gd name="connsiteX137" fmla="*/ 977643 w 1404874"/>
              <a:gd name="connsiteY137" fmla="*/ 598862 h 1078671"/>
              <a:gd name="connsiteX138" fmla="*/ 981358 w 1404874"/>
              <a:gd name="connsiteY138" fmla="*/ 563212 h 1078671"/>
              <a:gd name="connsiteX139" fmla="*/ 978212 w 1404874"/>
              <a:gd name="connsiteY139" fmla="*/ 526629 h 1078671"/>
              <a:gd name="connsiteX140" fmla="*/ 972211 w 1404874"/>
              <a:gd name="connsiteY140" fmla="*/ 505842 h 1078671"/>
              <a:gd name="connsiteX141" fmla="*/ 962774 w 1404874"/>
              <a:gd name="connsiteY141" fmla="*/ 490794 h 1078671"/>
              <a:gd name="connsiteX142" fmla="*/ 947150 w 1404874"/>
              <a:gd name="connsiteY142" fmla="*/ 476964 h 107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404874" h="1078671">
                <a:moveTo>
                  <a:pt x="566912" y="564059"/>
                </a:moveTo>
                <a:lnTo>
                  <a:pt x="516891" y="564059"/>
                </a:lnTo>
                <a:lnTo>
                  <a:pt x="508126" y="584184"/>
                </a:lnTo>
                <a:cubicBezTo>
                  <a:pt x="505972" y="589138"/>
                  <a:pt x="504887" y="592837"/>
                  <a:pt x="504887" y="595287"/>
                </a:cubicBezTo>
                <a:cubicBezTo>
                  <a:pt x="504887" y="597228"/>
                  <a:pt x="505808" y="598954"/>
                  <a:pt x="507650" y="600457"/>
                </a:cubicBezTo>
                <a:cubicBezTo>
                  <a:pt x="509554" y="601897"/>
                  <a:pt x="513621" y="602837"/>
                  <a:pt x="519849" y="603277"/>
                </a:cubicBezTo>
                <a:lnTo>
                  <a:pt x="519849" y="606759"/>
                </a:lnTo>
                <a:lnTo>
                  <a:pt x="479162" y="606759"/>
                </a:lnTo>
                <a:lnTo>
                  <a:pt x="479162" y="603277"/>
                </a:lnTo>
                <a:cubicBezTo>
                  <a:pt x="484563" y="602337"/>
                  <a:pt x="488060" y="601119"/>
                  <a:pt x="489644" y="599609"/>
                </a:cubicBezTo>
                <a:cubicBezTo>
                  <a:pt x="492883" y="596604"/>
                  <a:pt x="496473" y="590487"/>
                  <a:pt x="500415" y="581272"/>
                </a:cubicBezTo>
                <a:lnTo>
                  <a:pt x="545855" y="476309"/>
                </a:lnTo>
                <a:lnTo>
                  <a:pt x="549195" y="476309"/>
                </a:lnTo>
                <a:lnTo>
                  <a:pt x="594159" y="582397"/>
                </a:lnTo>
                <a:cubicBezTo>
                  <a:pt x="597781" y="590926"/>
                  <a:pt x="601051" y="596473"/>
                  <a:pt x="603977" y="599047"/>
                </a:cubicBezTo>
                <a:cubicBezTo>
                  <a:pt x="606959" y="601558"/>
                  <a:pt x="611088" y="602968"/>
                  <a:pt x="616364" y="603277"/>
                </a:cubicBezTo>
                <a:lnTo>
                  <a:pt x="616364" y="606759"/>
                </a:lnTo>
                <a:lnTo>
                  <a:pt x="565390" y="606759"/>
                </a:lnTo>
                <a:lnTo>
                  <a:pt x="565390" y="603277"/>
                </a:lnTo>
                <a:cubicBezTo>
                  <a:pt x="570534" y="603030"/>
                  <a:pt x="573991" y="602183"/>
                  <a:pt x="575771" y="600742"/>
                </a:cubicBezTo>
                <a:cubicBezTo>
                  <a:pt x="577613" y="599301"/>
                  <a:pt x="578534" y="597544"/>
                  <a:pt x="578534" y="595472"/>
                </a:cubicBezTo>
                <a:cubicBezTo>
                  <a:pt x="578534" y="592713"/>
                  <a:pt x="577269" y="588360"/>
                  <a:pt x="574725" y="582397"/>
                </a:cubicBezTo>
                <a:lnTo>
                  <a:pt x="566912" y="564059"/>
                </a:lnTo>
                <a:close/>
                <a:moveTo>
                  <a:pt x="564243" y="557102"/>
                </a:moveTo>
                <a:lnTo>
                  <a:pt x="542335" y="505557"/>
                </a:lnTo>
                <a:lnTo>
                  <a:pt x="519849" y="557102"/>
                </a:lnTo>
                <a:lnTo>
                  <a:pt x="564243" y="557102"/>
                </a:lnTo>
                <a:close/>
                <a:moveTo>
                  <a:pt x="623888" y="557287"/>
                </a:moveTo>
                <a:cubicBezTo>
                  <a:pt x="626175" y="552648"/>
                  <a:pt x="628743" y="549258"/>
                  <a:pt x="631607" y="547132"/>
                </a:cubicBezTo>
                <a:cubicBezTo>
                  <a:pt x="635665" y="544181"/>
                  <a:pt x="640403" y="542709"/>
                  <a:pt x="645796" y="542709"/>
                </a:cubicBezTo>
                <a:cubicBezTo>
                  <a:pt x="651642" y="542709"/>
                  <a:pt x="656247" y="544150"/>
                  <a:pt x="659618" y="547039"/>
                </a:cubicBezTo>
                <a:cubicBezTo>
                  <a:pt x="662982" y="549921"/>
                  <a:pt x="664660" y="553088"/>
                  <a:pt x="664660" y="556532"/>
                </a:cubicBezTo>
                <a:cubicBezTo>
                  <a:pt x="664660" y="560800"/>
                  <a:pt x="661328" y="565662"/>
                  <a:pt x="654662" y="571117"/>
                </a:cubicBezTo>
                <a:cubicBezTo>
                  <a:pt x="659236" y="572742"/>
                  <a:pt x="662662" y="575092"/>
                  <a:pt x="664949" y="578167"/>
                </a:cubicBezTo>
                <a:cubicBezTo>
                  <a:pt x="667298" y="581179"/>
                  <a:pt x="668477" y="584531"/>
                  <a:pt x="668477" y="588229"/>
                </a:cubicBezTo>
                <a:cubicBezTo>
                  <a:pt x="668477" y="594686"/>
                  <a:pt x="665745" y="600241"/>
                  <a:pt x="660282" y="604879"/>
                </a:cubicBezTo>
                <a:cubicBezTo>
                  <a:pt x="654881" y="609517"/>
                  <a:pt x="647068" y="611837"/>
                  <a:pt x="636844" y="611837"/>
                </a:cubicBezTo>
                <a:cubicBezTo>
                  <a:pt x="631505" y="611837"/>
                  <a:pt x="627665" y="611089"/>
                  <a:pt x="625316" y="609579"/>
                </a:cubicBezTo>
                <a:cubicBezTo>
                  <a:pt x="623661" y="608516"/>
                  <a:pt x="622842" y="607291"/>
                  <a:pt x="622842" y="605912"/>
                </a:cubicBezTo>
                <a:cubicBezTo>
                  <a:pt x="622842" y="604848"/>
                  <a:pt x="623349" y="603878"/>
                  <a:pt x="624364" y="602999"/>
                </a:cubicBezTo>
                <a:cubicBezTo>
                  <a:pt x="625441" y="602121"/>
                  <a:pt x="626807" y="601682"/>
                  <a:pt x="628461" y="601682"/>
                </a:cubicBezTo>
                <a:cubicBezTo>
                  <a:pt x="630241" y="601682"/>
                  <a:pt x="632809" y="602437"/>
                  <a:pt x="636180" y="603939"/>
                </a:cubicBezTo>
                <a:cubicBezTo>
                  <a:pt x="639544" y="605442"/>
                  <a:pt x="642432" y="606197"/>
                  <a:pt x="644844" y="606197"/>
                </a:cubicBezTo>
                <a:cubicBezTo>
                  <a:pt x="648403" y="606197"/>
                  <a:pt x="651454" y="604972"/>
                  <a:pt x="653991" y="602529"/>
                </a:cubicBezTo>
                <a:cubicBezTo>
                  <a:pt x="656535" y="600017"/>
                  <a:pt x="657808" y="597105"/>
                  <a:pt x="657808" y="593777"/>
                </a:cubicBezTo>
                <a:cubicBezTo>
                  <a:pt x="657808" y="590957"/>
                  <a:pt x="656949" y="588260"/>
                  <a:pt x="655232" y="585694"/>
                </a:cubicBezTo>
                <a:cubicBezTo>
                  <a:pt x="653578" y="583121"/>
                  <a:pt x="651423" y="581333"/>
                  <a:pt x="648754" y="580332"/>
                </a:cubicBezTo>
                <a:cubicBezTo>
                  <a:pt x="644945" y="578891"/>
                  <a:pt x="641542" y="578167"/>
                  <a:pt x="638561" y="578167"/>
                </a:cubicBezTo>
                <a:lnTo>
                  <a:pt x="635704" y="578167"/>
                </a:lnTo>
                <a:lnTo>
                  <a:pt x="635704" y="575532"/>
                </a:lnTo>
                <a:cubicBezTo>
                  <a:pt x="640590" y="575532"/>
                  <a:pt x="644688" y="574060"/>
                  <a:pt x="647989" y="571117"/>
                </a:cubicBezTo>
                <a:cubicBezTo>
                  <a:pt x="651361" y="568166"/>
                  <a:pt x="653039" y="564783"/>
                  <a:pt x="653039" y="560954"/>
                </a:cubicBezTo>
                <a:cubicBezTo>
                  <a:pt x="653039" y="557880"/>
                  <a:pt x="651993" y="555376"/>
                  <a:pt x="649894" y="553434"/>
                </a:cubicBezTo>
                <a:cubicBezTo>
                  <a:pt x="647802" y="551485"/>
                  <a:pt x="645008" y="550514"/>
                  <a:pt x="641511" y="550514"/>
                </a:cubicBezTo>
                <a:cubicBezTo>
                  <a:pt x="636110" y="550514"/>
                  <a:pt x="631443" y="553272"/>
                  <a:pt x="627509" y="558789"/>
                </a:cubicBezTo>
                <a:lnTo>
                  <a:pt x="623888" y="557287"/>
                </a:lnTo>
                <a:close/>
                <a:moveTo>
                  <a:pt x="737737" y="644474"/>
                </a:moveTo>
                <a:lnTo>
                  <a:pt x="737737" y="647957"/>
                </a:lnTo>
                <a:cubicBezTo>
                  <a:pt x="728145" y="643187"/>
                  <a:pt x="720145" y="637609"/>
                  <a:pt x="713729" y="631214"/>
                </a:cubicBezTo>
                <a:cubicBezTo>
                  <a:pt x="704582" y="622122"/>
                  <a:pt x="697534" y="611397"/>
                  <a:pt x="692578" y="599047"/>
                </a:cubicBezTo>
                <a:cubicBezTo>
                  <a:pt x="687622" y="586696"/>
                  <a:pt x="685148" y="573875"/>
                  <a:pt x="685148" y="560577"/>
                </a:cubicBezTo>
                <a:cubicBezTo>
                  <a:pt x="685148" y="541145"/>
                  <a:pt x="690011" y="523432"/>
                  <a:pt x="699727" y="507437"/>
                </a:cubicBezTo>
                <a:cubicBezTo>
                  <a:pt x="709444" y="491388"/>
                  <a:pt x="722112" y="479915"/>
                  <a:pt x="737737" y="473019"/>
                </a:cubicBezTo>
                <a:lnTo>
                  <a:pt x="737737" y="476964"/>
                </a:lnTo>
                <a:cubicBezTo>
                  <a:pt x="729925" y="481233"/>
                  <a:pt x="723509" y="487065"/>
                  <a:pt x="718490" y="494462"/>
                </a:cubicBezTo>
                <a:cubicBezTo>
                  <a:pt x="713480" y="501858"/>
                  <a:pt x="709726" y="511235"/>
                  <a:pt x="707251" y="522584"/>
                </a:cubicBezTo>
                <a:cubicBezTo>
                  <a:pt x="704777" y="533933"/>
                  <a:pt x="703536" y="545783"/>
                  <a:pt x="703536" y="558134"/>
                </a:cubicBezTo>
                <a:cubicBezTo>
                  <a:pt x="703536" y="571556"/>
                  <a:pt x="704582" y="583745"/>
                  <a:pt x="706682" y="594724"/>
                </a:cubicBezTo>
                <a:cubicBezTo>
                  <a:pt x="708329" y="603377"/>
                  <a:pt x="710334" y="610303"/>
                  <a:pt x="712683" y="615504"/>
                </a:cubicBezTo>
                <a:cubicBezTo>
                  <a:pt x="715033" y="620774"/>
                  <a:pt x="718178" y="625821"/>
                  <a:pt x="722112" y="630652"/>
                </a:cubicBezTo>
                <a:cubicBezTo>
                  <a:pt x="726116" y="635475"/>
                  <a:pt x="731321" y="640082"/>
                  <a:pt x="737737" y="644474"/>
                </a:cubicBezTo>
                <a:close/>
                <a:moveTo>
                  <a:pt x="769659" y="517977"/>
                </a:moveTo>
                <a:cubicBezTo>
                  <a:pt x="772578" y="517977"/>
                  <a:pt x="775052" y="519009"/>
                  <a:pt x="777089" y="521074"/>
                </a:cubicBezTo>
                <a:cubicBezTo>
                  <a:pt x="779181" y="523085"/>
                  <a:pt x="780235" y="525527"/>
                  <a:pt x="780235" y="528417"/>
                </a:cubicBezTo>
                <a:cubicBezTo>
                  <a:pt x="780235" y="531298"/>
                  <a:pt x="779181" y="533772"/>
                  <a:pt x="777089" y="535844"/>
                </a:cubicBezTo>
                <a:cubicBezTo>
                  <a:pt x="775052" y="537847"/>
                  <a:pt x="772578" y="538857"/>
                  <a:pt x="769659" y="538857"/>
                </a:cubicBezTo>
                <a:cubicBezTo>
                  <a:pt x="766732" y="538857"/>
                  <a:pt x="764227" y="537847"/>
                  <a:pt x="762127" y="535844"/>
                </a:cubicBezTo>
                <a:cubicBezTo>
                  <a:pt x="760098" y="533772"/>
                  <a:pt x="759083" y="531298"/>
                  <a:pt x="759083" y="528417"/>
                </a:cubicBezTo>
                <a:cubicBezTo>
                  <a:pt x="759083" y="525527"/>
                  <a:pt x="760098" y="523085"/>
                  <a:pt x="762127" y="521074"/>
                </a:cubicBezTo>
                <a:cubicBezTo>
                  <a:pt x="764227" y="519009"/>
                  <a:pt x="766732" y="517977"/>
                  <a:pt x="769659" y="517977"/>
                </a:cubicBezTo>
                <a:close/>
                <a:moveTo>
                  <a:pt x="769464" y="588422"/>
                </a:moveTo>
                <a:cubicBezTo>
                  <a:pt x="772453" y="588422"/>
                  <a:pt x="774959" y="589454"/>
                  <a:pt x="776996" y="591527"/>
                </a:cubicBezTo>
                <a:cubicBezTo>
                  <a:pt x="779087" y="593592"/>
                  <a:pt x="780133" y="596073"/>
                  <a:pt x="780133" y="598954"/>
                </a:cubicBezTo>
                <a:cubicBezTo>
                  <a:pt x="780133" y="601836"/>
                  <a:pt x="779087" y="604317"/>
                  <a:pt x="776996" y="606382"/>
                </a:cubicBezTo>
                <a:cubicBezTo>
                  <a:pt x="774896" y="608393"/>
                  <a:pt x="772391" y="609394"/>
                  <a:pt x="769464" y="609394"/>
                </a:cubicBezTo>
                <a:cubicBezTo>
                  <a:pt x="766545" y="609394"/>
                  <a:pt x="764032" y="608393"/>
                  <a:pt x="761940" y="606382"/>
                </a:cubicBezTo>
                <a:cubicBezTo>
                  <a:pt x="759903" y="604317"/>
                  <a:pt x="758888" y="601836"/>
                  <a:pt x="758888" y="598954"/>
                </a:cubicBezTo>
                <a:cubicBezTo>
                  <a:pt x="758888" y="596073"/>
                  <a:pt x="759903" y="593592"/>
                  <a:pt x="761940" y="591527"/>
                </a:cubicBezTo>
                <a:cubicBezTo>
                  <a:pt x="764032" y="589454"/>
                  <a:pt x="766545" y="588422"/>
                  <a:pt x="769464" y="588422"/>
                </a:cubicBezTo>
                <a:close/>
                <a:moveTo>
                  <a:pt x="806911" y="638834"/>
                </a:moveTo>
                <a:lnTo>
                  <a:pt x="806911" y="634697"/>
                </a:lnTo>
                <a:cubicBezTo>
                  <a:pt x="813452" y="632562"/>
                  <a:pt x="818502" y="629242"/>
                  <a:pt x="822061" y="624727"/>
                </a:cubicBezTo>
                <a:cubicBezTo>
                  <a:pt x="825674" y="620273"/>
                  <a:pt x="827485" y="615535"/>
                  <a:pt x="827485" y="610519"/>
                </a:cubicBezTo>
                <a:cubicBezTo>
                  <a:pt x="827485" y="609333"/>
                  <a:pt x="827204" y="608323"/>
                  <a:pt x="826627" y="607514"/>
                </a:cubicBezTo>
                <a:cubicBezTo>
                  <a:pt x="826182" y="606944"/>
                  <a:pt x="825745" y="606667"/>
                  <a:pt x="825300" y="606667"/>
                </a:cubicBezTo>
                <a:cubicBezTo>
                  <a:pt x="824597" y="606667"/>
                  <a:pt x="823075" y="607291"/>
                  <a:pt x="820726" y="608547"/>
                </a:cubicBezTo>
                <a:cubicBezTo>
                  <a:pt x="819579" y="609109"/>
                  <a:pt x="818369" y="609394"/>
                  <a:pt x="817105" y="609394"/>
                </a:cubicBezTo>
                <a:cubicBezTo>
                  <a:pt x="813991" y="609394"/>
                  <a:pt x="811517" y="608485"/>
                  <a:pt x="809674" y="606667"/>
                </a:cubicBezTo>
                <a:cubicBezTo>
                  <a:pt x="807833" y="604848"/>
                  <a:pt x="806911" y="602337"/>
                  <a:pt x="806911" y="599139"/>
                </a:cubicBezTo>
                <a:cubicBezTo>
                  <a:pt x="806911" y="596073"/>
                  <a:pt x="808083" y="593438"/>
                  <a:pt x="810432" y="591242"/>
                </a:cubicBezTo>
                <a:cubicBezTo>
                  <a:pt x="812843" y="589046"/>
                  <a:pt x="815770" y="587952"/>
                  <a:pt x="819196" y="587952"/>
                </a:cubicBezTo>
                <a:cubicBezTo>
                  <a:pt x="823388" y="587952"/>
                  <a:pt x="827103" y="589770"/>
                  <a:pt x="830349" y="593407"/>
                </a:cubicBezTo>
                <a:cubicBezTo>
                  <a:pt x="833651" y="596982"/>
                  <a:pt x="835298" y="601743"/>
                  <a:pt x="835298" y="607699"/>
                </a:cubicBezTo>
                <a:cubicBezTo>
                  <a:pt x="835298" y="614156"/>
                  <a:pt x="833011" y="620150"/>
                  <a:pt x="828437" y="625667"/>
                </a:cubicBezTo>
                <a:cubicBezTo>
                  <a:pt x="823934" y="631245"/>
                  <a:pt x="816754" y="635637"/>
                  <a:pt x="806911" y="638834"/>
                </a:cubicBezTo>
                <a:close/>
                <a:moveTo>
                  <a:pt x="934669" y="582212"/>
                </a:moveTo>
                <a:lnTo>
                  <a:pt x="925624" y="606759"/>
                </a:lnTo>
                <a:lnTo>
                  <a:pt x="849401" y="606759"/>
                </a:lnTo>
                <a:lnTo>
                  <a:pt x="849401" y="603277"/>
                </a:lnTo>
                <a:cubicBezTo>
                  <a:pt x="871825" y="583090"/>
                  <a:pt x="887606" y="566602"/>
                  <a:pt x="896753" y="553804"/>
                </a:cubicBezTo>
                <a:cubicBezTo>
                  <a:pt x="905901" y="541014"/>
                  <a:pt x="910474" y="529326"/>
                  <a:pt x="910474" y="518724"/>
                </a:cubicBezTo>
                <a:cubicBezTo>
                  <a:pt x="910474" y="510634"/>
                  <a:pt x="907961" y="503993"/>
                  <a:pt x="902942" y="498784"/>
                </a:cubicBezTo>
                <a:cubicBezTo>
                  <a:pt x="897924" y="493583"/>
                  <a:pt x="891922" y="490979"/>
                  <a:pt x="884937" y="490979"/>
                </a:cubicBezTo>
                <a:cubicBezTo>
                  <a:pt x="878584" y="490979"/>
                  <a:pt x="872870" y="492828"/>
                  <a:pt x="867790" y="496527"/>
                </a:cubicBezTo>
                <a:cubicBezTo>
                  <a:pt x="862771" y="500163"/>
                  <a:pt x="859056" y="505526"/>
                  <a:pt x="856644" y="512614"/>
                </a:cubicBezTo>
                <a:lnTo>
                  <a:pt x="853116" y="512614"/>
                </a:lnTo>
                <a:cubicBezTo>
                  <a:pt x="854701" y="501011"/>
                  <a:pt x="858767" y="492112"/>
                  <a:pt x="865307" y="485902"/>
                </a:cubicBezTo>
                <a:cubicBezTo>
                  <a:pt x="871918" y="479692"/>
                  <a:pt x="880144" y="476594"/>
                  <a:pt x="889986" y="476594"/>
                </a:cubicBezTo>
                <a:cubicBezTo>
                  <a:pt x="900468" y="476594"/>
                  <a:pt x="909202" y="479915"/>
                  <a:pt x="916187" y="486557"/>
                </a:cubicBezTo>
                <a:cubicBezTo>
                  <a:pt x="923235" y="493206"/>
                  <a:pt x="926763" y="501042"/>
                  <a:pt x="926763" y="510072"/>
                </a:cubicBezTo>
                <a:cubicBezTo>
                  <a:pt x="926763" y="516528"/>
                  <a:pt x="925241" y="522993"/>
                  <a:pt x="922189" y="529449"/>
                </a:cubicBezTo>
                <a:cubicBezTo>
                  <a:pt x="917491" y="539604"/>
                  <a:pt x="909866" y="550360"/>
                  <a:pt x="899321" y="561709"/>
                </a:cubicBezTo>
                <a:cubicBezTo>
                  <a:pt x="883508" y="578760"/>
                  <a:pt x="873635" y="589046"/>
                  <a:pt x="869694" y="592559"/>
                </a:cubicBezTo>
                <a:lnTo>
                  <a:pt x="903419" y="592559"/>
                </a:lnTo>
                <a:cubicBezTo>
                  <a:pt x="910279" y="592559"/>
                  <a:pt x="915079" y="592305"/>
                  <a:pt x="917811" y="591804"/>
                </a:cubicBezTo>
                <a:cubicBezTo>
                  <a:pt x="920605" y="591303"/>
                  <a:pt x="923110" y="590302"/>
                  <a:pt x="925335" y="588799"/>
                </a:cubicBezTo>
                <a:cubicBezTo>
                  <a:pt x="927559" y="587227"/>
                  <a:pt x="929495" y="585032"/>
                  <a:pt x="931149" y="582212"/>
                </a:cubicBezTo>
                <a:lnTo>
                  <a:pt x="934669" y="582212"/>
                </a:lnTo>
                <a:close/>
                <a:moveTo>
                  <a:pt x="947150" y="476964"/>
                </a:moveTo>
                <a:lnTo>
                  <a:pt x="947150" y="473019"/>
                </a:lnTo>
                <a:cubicBezTo>
                  <a:pt x="956804" y="477719"/>
                  <a:pt x="964843" y="483267"/>
                  <a:pt x="971259" y="489662"/>
                </a:cubicBezTo>
                <a:cubicBezTo>
                  <a:pt x="980335" y="498815"/>
                  <a:pt x="987360" y="509571"/>
                  <a:pt x="992308" y="521922"/>
                </a:cubicBezTo>
                <a:cubicBezTo>
                  <a:pt x="997264" y="534211"/>
                  <a:pt x="999746" y="547039"/>
                  <a:pt x="999746" y="560392"/>
                </a:cubicBezTo>
                <a:cubicBezTo>
                  <a:pt x="999746" y="579831"/>
                  <a:pt x="994884" y="597544"/>
                  <a:pt x="985167" y="613532"/>
                </a:cubicBezTo>
                <a:cubicBezTo>
                  <a:pt x="975512" y="629581"/>
                  <a:pt x="962837" y="641061"/>
                  <a:pt x="947150" y="647957"/>
                </a:cubicBezTo>
                <a:lnTo>
                  <a:pt x="947150" y="644474"/>
                </a:lnTo>
                <a:cubicBezTo>
                  <a:pt x="954962" y="640152"/>
                  <a:pt x="961378" y="634288"/>
                  <a:pt x="966396" y="626884"/>
                </a:cubicBezTo>
                <a:cubicBezTo>
                  <a:pt x="971477" y="619549"/>
                  <a:pt x="975223" y="610211"/>
                  <a:pt x="977643" y="598862"/>
                </a:cubicBezTo>
                <a:cubicBezTo>
                  <a:pt x="980117" y="587451"/>
                  <a:pt x="981358" y="575562"/>
                  <a:pt x="981358" y="563212"/>
                </a:cubicBezTo>
                <a:cubicBezTo>
                  <a:pt x="981358" y="549859"/>
                  <a:pt x="980304" y="537663"/>
                  <a:pt x="978212" y="526629"/>
                </a:cubicBezTo>
                <a:cubicBezTo>
                  <a:pt x="976620" y="517977"/>
                  <a:pt x="974622" y="511042"/>
                  <a:pt x="972211" y="505842"/>
                </a:cubicBezTo>
                <a:cubicBezTo>
                  <a:pt x="969862" y="500633"/>
                  <a:pt x="966716" y="495617"/>
                  <a:pt x="962774" y="490794"/>
                </a:cubicBezTo>
                <a:cubicBezTo>
                  <a:pt x="958841" y="485963"/>
                  <a:pt x="953628" y="481356"/>
                  <a:pt x="947150" y="476964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6B28B6B-9398-4B56-B5BC-DB6FC4B187CA}"/>
              </a:ext>
            </a:extLst>
          </p:cNvPr>
          <p:cNvSpPr/>
          <p:nvPr/>
        </p:nvSpPr>
        <p:spPr>
          <a:xfrm>
            <a:off x="4735373" y="2977853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2B91B90E-98E2-4788-96A1-A677EE71F34E}"/>
              </a:ext>
            </a:extLst>
          </p:cNvPr>
          <p:cNvSpPr/>
          <p:nvPr/>
        </p:nvSpPr>
        <p:spPr>
          <a:xfrm>
            <a:off x="4735373" y="3131949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67B1180-A2B5-43A5-8A9A-DFCD93A76A89}"/>
              </a:ext>
            </a:extLst>
          </p:cNvPr>
          <p:cNvSpPr/>
          <p:nvPr/>
        </p:nvSpPr>
        <p:spPr>
          <a:xfrm>
            <a:off x="5203665" y="2977853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20E821A0-9281-43A8-B7C9-B9A18C8E3354}"/>
              </a:ext>
            </a:extLst>
          </p:cNvPr>
          <p:cNvSpPr/>
          <p:nvPr/>
        </p:nvSpPr>
        <p:spPr>
          <a:xfrm>
            <a:off x="5203665" y="3131949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405664F3-0ED8-4382-93F1-9047DEBDCADE}"/>
              </a:ext>
            </a:extLst>
          </p:cNvPr>
          <p:cNvSpPr/>
          <p:nvPr/>
        </p:nvSpPr>
        <p:spPr>
          <a:xfrm>
            <a:off x="3611329" y="2996255"/>
            <a:ext cx="1404874" cy="1078671"/>
          </a:xfrm>
          <a:custGeom>
            <a:avLst/>
            <a:gdLst>
              <a:gd name="connsiteX0" fmla="*/ 566912 w 1404874"/>
              <a:gd name="connsiteY0" fmla="*/ 564059 h 1078671"/>
              <a:gd name="connsiteX1" fmla="*/ 516891 w 1404874"/>
              <a:gd name="connsiteY1" fmla="*/ 564059 h 1078671"/>
              <a:gd name="connsiteX2" fmla="*/ 508126 w 1404874"/>
              <a:gd name="connsiteY2" fmla="*/ 584184 h 1078671"/>
              <a:gd name="connsiteX3" fmla="*/ 504887 w 1404874"/>
              <a:gd name="connsiteY3" fmla="*/ 595287 h 1078671"/>
              <a:gd name="connsiteX4" fmla="*/ 507650 w 1404874"/>
              <a:gd name="connsiteY4" fmla="*/ 600457 h 1078671"/>
              <a:gd name="connsiteX5" fmla="*/ 519849 w 1404874"/>
              <a:gd name="connsiteY5" fmla="*/ 603277 h 1078671"/>
              <a:gd name="connsiteX6" fmla="*/ 519849 w 1404874"/>
              <a:gd name="connsiteY6" fmla="*/ 606759 h 1078671"/>
              <a:gd name="connsiteX7" fmla="*/ 479162 w 1404874"/>
              <a:gd name="connsiteY7" fmla="*/ 606759 h 1078671"/>
              <a:gd name="connsiteX8" fmla="*/ 479162 w 1404874"/>
              <a:gd name="connsiteY8" fmla="*/ 603277 h 1078671"/>
              <a:gd name="connsiteX9" fmla="*/ 489644 w 1404874"/>
              <a:gd name="connsiteY9" fmla="*/ 599609 h 1078671"/>
              <a:gd name="connsiteX10" fmla="*/ 500415 w 1404874"/>
              <a:gd name="connsiteY10" fmla="*/ 581272 h 1078671"/>
              <a:gd name="connsiteX11" fmla="*/ 545855 w 1404874"/>
              <a:gd name="connsiteY11" fmla="*/ 476309 h 1078671"/>
              <a:gd name="connsiteX12" fmla="*/ 549195 w 1404874"/>
              <a:gd name="connsiteY12" fmla="*/ 476309 h 1078671"/>
              <a:gd name="connsiteX13" fmla="*/ 594159 w 1404874"/>
              <a:gd name="connsiteY13" fmla="*/ 582397 h 1078671"/>
              <a:gd name="connsiteX14" fmla="*/ 603977 w 1404874"/>
              <a:gd name="connsiteY14" fmla="*/ 599047 h 1078671"/>
              <a:gd name="connsiteX15" fmla="*/ 616364 w 1404874"/>
              <a:gd name="connsiteY15" fmla="*/ 603277 h 1078671"/>
              <a:gd name="connsiteX16" fmla="*/ 616364 w 1404874"/>
              <a:gd name="connsiteY16" fmla="*/ 606759 h 1078671"/>
              <a:gd name="connsiteX17" fmla="*/ 565390 w 1404874"/>
              <a:gd name="connsiteY17" fmla="*/ 606759 h 1078671"/>
              <a:gd name="connsiteX18" fmla="*/ 565390 w 1404874"/>
              <a:gd name="connsiteY18" fmla="*/ 603277 h 1078671"/>
              <a:gd name="connsiteX19" fmla="*/ 575771 w 1404874"/>
              <a:gd name="connsiteY19" fmla="*/ 600742 h 1078671"/>
              <a:gd name="connsiteX20" fmla="*/ 578534 w 1404874"/>
              <a:gd name="connsiteY20" fmla="*/ 595472 h 1078671"/>
              <a:gd name="connsiteX21" fmla="*/ 574725 w 1404874"/>
              <a:gd name="connsiteY21" fmla="*/ 582397 h 1078671"/>
              <a:gd name="connsiteX22" fmla="*/ 566912 w 1404874"/>
              <a:gd name="connsiteY22" fmla="*/ 564059 h 1078671"/>
              <a:gd name="connsiteX23" fmla="*/ 564243 w 1404874"/>
              <a:gd name="connsiteY23" fmla="*/ 557102 h 1078671"/>
              <a:gd name="connsiteX24" fmla="*/ 542335 w 1404874"/>
              <a:gd name="connsiteY24" fmla="*/ 505557 h 1078671"/>
              <a:gd name="connsiteX25" fmla="*/ 519849 w 1404874"/>
              <a:gd name="connsiteY25" fmla="*/ 557102 h 1078671"/>
              <a:gd name="connsiteX26" fmla="*/ 564243 w 1404874"/>
              <a:gd name="connsiteY26" fmla="*/ 557102 h 1078671"/>
              <a:gd name="connsiteX27" fmla="*/ 631607 w 1404874"/>
              <a:gd name="connsiteY27" fmla="*/ 550892 h 1078671"/>
              <a:gd name="connsiteX28" fmla="*/ 651135 w 1404874"/>
              <a:gd name="connsiteY28" fmla="*/ 542709 h 1078671"/>
              <a:gd name="connsiteX29" fmla="*/ 654467 w 1404874"/>
              <a:gd name="connsiteY29" fmla="*/ 542709 h 1078671"/>
              <a:gd name="connsiteX30" fmla="*/ 654467 w 1404874"/>
              <a:gd name="connsiteY30" fmla="*/ 598484 h 1078671"/>
              <a:gd name="connsiteX31" fmla="*/ 655045 w 1404874"/>
              <a:gd name="connsiteY31" fmla="*/ 605442 h 1078671"/>
              <a:gd name="connsiteX32" fmla="*/ 656567 w 1404874"/>
              <a:gd name="connsiteY32" fmla="*/ 606759 h 1078671"/>
              <a:gd name="connsiteX33" fmla="*/ 664091 w 1404874"/>
              <a:gd name="connsiteY33" fmla="*/ 607514 h 1078671"/>
              <a:gd name="connsiteX34" fmla="*/ 664091 w 1404874"/>
              <a:gd name="connsiteY34" fmla="*/ 610519 h 1078671"/>
              <a:gd name="connsiteX35" fmla="*/ 633129 w 1404874"/>
              <a:gd name="connsiteY35" fmla="*/ 610519 h 1078671"/>
              <a:gd name="connsiteX36" fmla="*/ 633129 w 1404874"/>
              <a:gd name="connsiteY36" fmla="*/ 607514 h 1078671"/>
              <a:gd name="connsiteX37" fmla="*/ 640754 w 1404874"/>
              <a:gd name="connsiteY37" fmla="*/ 606852 h 1078671"/>
              <a:gd name="connsiteX38" fmla="*/ 642370 w 1404874"/>
              <a:gd name="connsiteY38" fmla="*/ 605349 h 1078671"/>
              <a:gd name="connsiteX39" fmla="*/ 642846 w 1404874"/>
              <a:gd name="connsiteY39" fmla="*/ 598484 h 1078671"/>
              <a:gd name="connsiteX40" fmla="*/ 642846 w 1404874"/>
              <a:gd name="connsiteY40" fmla="*/ 563212 h 1078671"/>
              <a:gd name="connsiteX41" fmla="*/ 642370 w 1404874"/>
              <a:gd name="connsiteY41" fmla="*/ 554374 h 1078671"/>
              <a:gd name="connsiteX42" fmla="*/ 641324 w 1404874"/>
              <a:gd name="connsiteY42" fmla="*/ 552302 h 1078671"/>
              <a:gd name="connsiteX43" fmla="*/ 639513 w 1404874"/>
              <a:gd name="connsiteY43" fmla="*/ 551647 h 1078671"/>
              <a:gd name="connsiteX44" fmla="*/ 633129 w 1404874"/>
              <a:gd name="connsiteY44" fmla="*/ 553527 h 1078671"/>
              <a:gd name="connsiteX45" fmla="*/ 631607 w 1404874"/>
              <a:gd name="connsiteY45" fmla="*/ 550892 h 1078671"/>
              <a:gd name="connsiteX46" fmla="*/ 737737 w 1404874"/>
              <a:gd name="connsiteY46" fmla="*/ 644474 h 1078671"/>
              <a:gd name="connsiteX47" fmla="*/ 737737 w 1404874"/>
              <a:gd name="connsiteY47" fmla="*/ 647957 h 1078671"/>
              <a:gd name="connsiteX48" fmla="*/ 713729 w 1404874"/>
              <a:gd name="connsiteY48" fmla="*/ 631214 h 1078671"/>
              <a:gd name="connsiteX49" fmla="*/ 692578 w 1404874"/>
              <a:gd name="connsiteY49" fmla="*/ 599047 h 1078671"/>
              <a:gd name="connsiteX50" fmla="*/ 685148 w 1404874"/>
              <a:gd name="connsiteY50" fmla="*/ 560577 h 1078671"/>
              <a:gd name="connsiteX51" fmla="*/ 699727 w 1404874"/>
              <a:gd name="connsiteY51" fmla="*/ 507437 h 1078671"/>
              <a:gd name="connsiteX52" fmla="*/ 737737 w 1404874"/>
              <a:gd name="connsiteY52" fmla="*/ 473019 h 1078671"/>
              <a:gd name="connsiteX53" fmla="*/ 737737 w 1404874"/>
              <a:gd name="connsiteY53" fmla="*/ 476964 h 1078671"/>
              <a:gd name="connsiteX54" fmla="*/ 718490 w 1404874"/>
              <a:gd name="connsiteY54" fmla="*/ 494462 h 1078671"/>
              <a:gd name="connsiteX55" fmla="*/ 707251 w 1404874"/>
              <a:gd name="connsiteY55" fmla="*/ 522584 h 1078671"/>
              <a:gd name="connsiteX56" fmla="*/ 703536 w 1404874"/>
              <a:gd name="connsiteY56" fmla="*/ 558134 h 1078671"/>
              <a:gd name="connsiteX57" fmla="*/ 706682 w 1404874"/>
              <a:gd name="connsiteY57" fmla="*/ 594724 h 1078671"/>
              <a:gd name="connsiteX58" fmla="*/ 712683 w 1404874"/>
              <a:gd name="connsiteY58" fmla="*/ 615504 h 1078671"/>
              <a:gd name="connsiteX59" fmla="*/ 722112 w 1404874"/>
              <a:gd name="connsiteY59" fmla="*/ 630652 h 1078671"/>
              <a:gd name="connsiteX60" fmla="*/ 737737 w 1404874"/>
              <a:gd name="connsiteY60" fmla="*/ 644474 h 1078671"/>
              <a:gd name="connsiteX61" fmla="*/ 769659 w 1404874"/>
              <a:gd name="connsiteY61" fmla="*/ 517977 h 1078671"/>
              <a:gd name="connsiteX62" fmla="*/ 777089 w 1404874"/>
              <a:gd name="connsiteY62" fmla="*/ 521074 h 1078671"/>
              <a:gd name="connsiteX63" fmla="*/ 780235 w 1404874"/>
              <a:gd name="connsiteY63" fmla="*/ 528417 h 1078671"/>
              <a:gd name="connsiteX64" fmla="*/ 777089 w 1404874"/>
              <a:gd name="connsiteY64" fmla="*/ 535844 h 1078671"/>
              <a:gd name="connsiteX65" fmla="*/ 769659 w 1404874"/>
              <a:gd name="connsiteY65" fmla="*/ 538857 h 1078671"/>
              <a:gd name="connsiteX66" fmla="*/ 762127 w 1404874"/>
              <a:gd name="connsiteY66" fmla="*/ 535844 h 1078671"/>
              <a:gd name="connsiteX67" fmla="*/ 759083 w 1404874"/>
              <a:gd name="connsiteY67" fmla="*/ 528417 h 1078671"/>
              <a:gd name="connsiteX68" fmla="*/ 762127 w 1404874"/>
              <a:gd name="connsiteY68" fmla="*/ 521074 h 1078671"/>
              <a:gd name="connsiteX69" fmla="*/ 769659 w 1404874"/>
              <a:gd name="connsiteY69" fmla="*/ 517977 h 1078671"/>
              <a:gd name="connsiteX70" fmla="*/ 769464 w 1404874"/>
              <a:gd name="connsiteY70" fmla="*/ 588422 h 1078671"/>
              <a:gd name="connsiteX71" fmla="*/ 776996 w 1404874"/>
              <a:gd name="connsiteY71" fmla="*/ 591527 h 1078671"/>
              <a:gd name="connsiteX72" fmla="*/ 780133 w 1404874"/>
              <a:gd name="connsiteY72" fmla="*/ 598954 h 1078671"/>
              <a:gd name="connsiteX73" fmla="*/ 776996 w 1404874"/>
              <a:gd name="connsiteY73" fmla="*/ 606382 h 1078671"/>
              <a:gd name="connsiteX74" fmla="*/ 769464 w 1404874"/>
              <a:gd name="connsiteY74" fmla="*/ 609394 h 1078671"/>
              <a:gd name="connsiteX75" fmla="*/ 761940 w 1404874"/>
              <a:gd name="connsiteY75" fmla="*/ 606382 h 1078671"/>
              <a:gd name="connsiteX76" fmla="*/ 758888 w 1404874"/>
              <a:gd name="connsiteY76" fmla="*/ 598954 h 1078671"/>
              <a:gd name="connsiteX77" fmla="*/ 761940 w 1404874"/>
              <a:gd name="connsiteY77" fmla="*/ 591527 h 1078671"/>
              <a:gd name="connsiteX78" fmla="*/ 769464 w 1404874"/>
              <a:gd name="connsiteY78" fmla="*/ 588422 h 1078671"/>
              <a:gd name="connsiteX79" fmla="*/ 806912 w 1404874"/>
              <a:gd name="connsiteY79" fmla="*/ 638834 h 1078671"/>
              <a:gd name="connsiteX80" fmla="*/ 806912 w 1404874"/>
              <a:gd name="connsiteY80" fmla="*/ 634697 h 1078671"/>
              <a:gd name="connsiteX81" fmla="*/ 822061 w 1404874"/>
              <a:gd name="connsiteY81" fmla="*/ 624727 h 1078671"/>
              <a:gd name="connsiteX82" fmla="*/ 827485 w 1404874"/>
              <a:gd name="connsiteY82" fmla="*/ 610519 h 1078671"/>
              <a:gd name="connsiteX83" fmla="*/ 826627 w 1404874"/>
              <a:gd name="connsiteY83" fmla="*/ 607514 h 1078671"/>
              <a:gd name="connsiteX84" fmla="*/ 825300 w 1404874"/>
              <a:gd name="connsiteY84" fmla="*/ 606667 h 1078671"/>
              <a:gd name="connsiteX85" fmla="*/ 820726 w 1404874"/>
              <a:gd name="connsiteY85" fmla="*/ 608547 h 1078671"/>
              <a:gd name="connsiteX86" fmla="*/ 817105 w 1404874"/>
              <a:gd name="connsiteY86" fmla="*/ 609394 h 1078671"/>
              <a:gd name="connsiteX87" fmla="*/ 809675 w 1404874"/>
              <a:gd name="connsiteY87" fmla="*/ 606667 h 1078671"/>
              <a:gd name="connsiteX88" fmla="*/ 806912 w 1404874"/>
              <a:gd name="connsiteY88" fmla="*/ 599139 h 1078671"/>
              <a:gd name="connsiteX89" fmla="*/ 810432 w 1404874"/>
              <a:gd name="connsiteY89" fmla="*/ 591242 h 1078671"/>
              <a:gd name="connsiteX90" fmla="*/ 819196 w 1404874"/>
              <a:gd name="connsiteY90" fmla="*/ 587952 h 1078671"/>
              <a:gd name="connsiteX91" fmla="*/ 830350 w 1404874"/>
              <a:gd name="connsiteY91" fmla="*/ 593407 h 1078671"/>
              <a:gd name="connsiteX92" fmla="*/ 835298 w 1404874"/>
              <a:gd name="connsiteY92" fmla="*/ 607699 h 1078671"/>
              <a:gd name="connsiteX93" fmla="*/ 828437 w 1404874"/>
              <a:gd name="connsiteY93" fmla="*/ 625667 h 1078671"/>
              <a:gd name="connsiteX94" fmla="*/ 806912 w 1404874"/>
              <a:gd name="connsiteY94" fmla="*/ 638834 h 1078671"/>
              <a:gd name="connsiteX95" fmla="*/ 934669 w 1404874"/>
              <a:gd name="connsiteY95" fmla="*/ 582212 h 1078671"/>
              <a:gd name="connsiteX96" fmla="*/ 925624 w 1404874"/>
              <a:gd name="connsiteY96" fmla="*/ 606759 h 1078671"/>
              <a:gd name="connsiteX97" fmla="*/ 849401 w 1404874"/>
              <a:gd name="connsiteY97" fmla="*/ 606759 h 1078671"/>
              <a:gd name="connsiteX98" fmla="*/ 849401 w 1404874"/>
              <a:gd name="connsiteY98" fmla="*/ 603277 h 1078671"/>
              <a:gd name="connsiteX99" fmla="*/ 896753 w 1404874"/>
              <a:gd name="connsiteY99" fmla="*/ 553804 h 1078671"/>
              <a:gd name="connsiteX100" fmla="*/ 910474 w 1404874"/>
              <a:gd name="connsiteY100" fmla="*/ 518724 h 1078671"/>
              <a:gd name="connsiteX101" fmla="*/ 902943 w 1404874"/>
              <a:gd name="connsiteY101" fmla="*/ 498784 h 1078671"/>
              <a:gd name="connsiteX102" fmla="*/ 884937 w 1404874"/>
              <a:gd name="connsiteY102" fmla="*/ 490979 h 1078671"/>
              <a:gd name="connsiteX103" fmla="*/ 867789 w 1404874"/>
              <a:gd name="connsiteY103" fmla="*/ 496527 h 1078671"/>
              <a:gd name="connsiteX104" fmla="*/ 856644 w 1404874"/>
              <a:gd name="connsiteY104" fmla="*/ 512614 h 1078671"/>
              <a:gd name="connsiteX105" fmla="*/ 853116 w 1404874"/>
              <a:gd name="connsiteY105" fmla="*/ 512614 h 1078671"/>
              <a:gd name="connsiteX106" fmla="*/ 865308 w 1404874"/>
              <a:gd name="connsiteY106" fmla="*/ 485902 h 1078671"/>
              <a:gd name="connsiteX107" fmla="*/ 889987 w 1404874"/>
              <a:gd name="connsiteY107" fmla="*/ 476594 h 1078671"/>
              <a:gd name="connsiteX108" fmla="*/ 916188 w 1404874"/>
              <a:gd name="connsiteY108" fmla="*/ 486557 h 1078671"/>
              <a:gd name="connsiteX109" fmla="*/ 926763 w 1404874"/>
              <a:gd name="connsiteY109" fmla="*/ 510072 h 1078671"/>
              <a:gd name="connsiteX110" fmla="*/ 922189 w 1404874"/>
              <a:gd name="connsiteY110" fmla="*/ 529449 h 1078671"/>
              <a:gd name="connsiteX111" fmla="*/ 899321 w 1404874"/>
              <a:gd name="connsiteY111" fmla="*/ 561709 h 1078671"/>
              <a:gd name="connsiteX112" fmla="*/ 869694 w 1404874"/>
              <a:gd name="connsiteY112" fmla="*/ 592559 h 1078671"/>
              <a:gd name="connsiteX113" fmla="*/ 903419 w 1404874"/>
              <a:gd name="connsiteY113" fmla="*/ 592559 h 1078671"/>
              <a:gd name="connsiteX114" fmla="*/ 917811 w 1404874"/>
              <a:gd name="connsiteY114" fmla="*/ 591804 h 1078671"/>
              <a:gd name="connsiteX115" fmla="*/ 925335 w 1404874"/>
              <a:gd name="connsiteY115" fmla="*/ 588799 h 1078671"/>
              <a:gd name="connsiteX116" fmla="*/ 931149 w 1404874"/>
              <a:gd name="connsiteY116" fmla="*/ 582212 h 1078671"/>
              <a:gd name="connsiteX117" fmla="*/ 934669 w 1404874"/>
              <a:gd name="connsiteY117" fmla="*/ 582212 h 1078671"/>
              <a:gd name="connsiteX118" fmla="*/ 947149 w 1404874"/>
              <a:gd name="connsiteY118" fmla="*/ 476964 h 1078671"/>
              <a:gd name="connsiteX119" fmla="*/ 947149 w 1404874"/>
              <a:gd name="connsiteY119" fmla="*/ 473019 h 1078671"/>
              <a:gd name="connsiteX120" fmla="*/ 971258 w 1404874"/>
              <a:gd name="connsiteY120" fmla="*/ 489662 h 1078671"/>
              <a:gd name="connsiteX121" fmla="*/ 992308 w 1404874"/>
              <a:gd name="connsiteY121" fmla="*/ 521922 h 1078671"/>
              <a:gd name="connsiteX122" fmla="*/ 999746 w 1404874"/>
              <a:gd name="connsiteY122" fmla="*/ 560392 h 1078671"/>
              <a:gd name="connsiteX123" fmla="*/ 985167 w 1404874"/>
              <a:gd name="connsiteY123" fmla="*/ 613532 h 1078671"/>
              <a:gd name="connsiteX124" fmla="*/ 947149 w 1404874"/>
              <a:gd name="connsiteY124" fmla="*/ 647957 h 1078671"/>
              <a:gd name="connsiteX125" fmla="*/ 947149 w 1404874"/>
              <a:gd name="connsiteY125" fmla="*/ 644474 h 1078671"/>
              <a:gd name="connsiteX126" fmla="*/ 966396 w 1404874"/>
              <a:gd name="connsiteY126" fmla="*/ 626884 h 1078671"/>
              <a:gd name="connsiteX127" fmla="*/ 977643 w 1404874"/>
              <a:gd name="connsiteY127" fmla="*/ 598862 h 1078671"/>
              <a:gd name="connsiteX128" fmla="*/ 981358 w 1404874"/>
              <a:gd name="connsiteY128" fmla="*/ 563212 h 1078671"/>
              <a:gd name="connsiteX129" fmla="*/ 978213 w 1404874"/>
              <a:gd name="connsiteY129" fmla="*/ 526629 h 1078671"/>
              <a:gd name="connsiteX130" fmla="*/ 972211 w 1404874"/>
              <a:gd name="connsiteY130" fmla="*/ 505842 h 1078671"/>
              <a:gd name="connsiteX131" fmla="*/ 962774 w 1404874"/>
              <a:gd name="connsiteY131" fmla="*/ 490794 h 1078671"/>
              <a:gd name="connsiteX132" fmla="*/ 947149 w 1404874"/>
              <a:gd name="connsiteY132" fmla="*/ 476964 h 107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404874" h="1078671">
                <a:moveTo>
                  <a:pt x="566912" y="564059"/>
                </a:moveTo>
                <a:lnTo>
                  <a:pt x="516891" y="564059"/>
                </a:lnTo>
                <a:lnTo>
                  <a:pt x="508126" y="584184"/>
                </a:lnTo>
                <a:cubicBezTo>
                  <a:pt x="505972" y="589138"/>
                  <a:pt x="504887" y="592837"/>
                  <a:pt x="504887" y="595287"/>
                </a:cubicBezTo>
                <a:cubicBezTo>
                  <a:pt x="504887" y="597228"/>
                  <a:pt x="505808" y="598954"/>
                  <a:pt x="507650" y="600457"/>
                </a:cubicBezTo>
                <a:cubicBezTo>
                  <a:pt x="509554" y="601897"/>
                  <a:pt x="513621" y="602837"/>
                  <a:pt x="519849" y="603277"/>
                </a:cubicBezTo>
                <a:lnTo>
                  <a:pt x="519849" y="606759"/>
                </a:lnTo>
                <a:lnTo>
                  <a:pt x="479162" y="606759"/>
                </a:lnTo>
                <a:lnTo>
                  <a:pt x="479162" y="603277"/>
                </a:lnTo>
                <a:cubicBezTo>
                  <a:pt x="484563" y="602337"/>
                  <a:pt x="488060" y="601119"/>
                  <a:pt x="489644" y="599609"/>
                </a:cubicBezTo>
                <a:cubicBezTo>
                  <a:pt x="492883" y="596604"/>
                  <a:pt x="496473" y="590487"/>
                  <a:pt x="500415" y="581272"/>
                </a:cubicBezTo>
                <a:lnTo>
                  <a:pt x="545855" y="476309"/>
                </a:lnTo>
                <a:lnTo>
                  <a:pt x="549195" y="476309"/>
                </a:lnTo>
                <a:lnTo>
                  <a:pt x="594159" y="582397"/>
                </a:lnTo>
                <a:cubicBezTo>
                  <a:pt x="597781" y="590926"/>
                  <a:pt x="601051" y="596473"/>
                  <a:pt x="603977" y="599047"/>
                </a:cubicBezTo>
                <a:cubicBezTo>
                  <a:pt x="606959" y="601558"/>
                  <a:pt x="611088" y="602968"/>
                  <a:pt x="616364" y="603277"/>
                </a:cubicBezTo>
                <a:lnTo>
                  <a:pt x="616364" y="606759"/>
                </a:lnTo>
                <a:lnTo>
                  <a:pt x="565390" y="606759"/>
                </a:lnTo>
                <a:lnTo>
                  <a:pt x="565390" y="603277"/>
                </a:lnTo>
                <a:cubicBezTo>
                  <a:pt x="570534" y="603030"/>
                  <a:pt x="573991" y="602183"/>
                  <a:pt x="575771" y="600742"/>
                </a:cubicBezTo>
                <a:cubicBezTo>
                  <a:pt x="577613" y="599301"/>
                  <a:pt x="578534" y="597544"/>
                  <a:pt x="578534" y="595472"/>
                </a:cubicBezTo>
                <a:cubicBezTo>
                  <a:pt x="578534" y="592713"/>
                  <a:pt x="577269" y="588360"/>
                  <a:pt x="574725" y="582397"/>
                </a:cubicBezTo>
                <a:lnTo>
                  <a:pt x="566912" y="564059"/>
                </a:lnTo>
                <a:close/>
                <a:moveTo>
                  <a:pt x="564243" y="557102"/>
                </a:moveTo>
                <a:lnTo>
                  <a:pt x="542335" y="505557"/>
                </a:lnTo>
                <a:lnTo>
                  <a:pt x="519849" y="557102"/>
                </a:lnTo>
                <a:lnTo>
                  <a:pt x="564243" y="557102"/>
                </a:lnTo>
                <a:close/>
                <a:moveTo>
                  <a:pt x="631607" y="550892"/>
                </a:moveTo>
                <a:lnTo>
                  <a:pt x="651135" y="542709"/>
                </a:lnTo>
                <a:lnTo>
                  <a:pt x="654467" y="542709"/>
                </a:lnTo>
                <a:lnTo>
                  <a:pt x="654467" y="598484"/>
                </a:lnTo>
                <a:cubicBezTo>
                  <a:pt x="654467" y="602244"/>
                  <a:pt x="654662" y="604563"/>
                  <a:pt x="655045" y="605442"/>
                </a:cubicBezTo>
                <a:cubicBezTo>
                  <a:pt x="655357" y="606004"/>
                  <a:pt x="655864" y="606443"/>
                  <a:pt x="656567" y="606759"/>
                </a:cubicBezTo>
                <a:cubicBezTo>
                  <a:pt x="657581" y="607260"/>
                  <a:pt x="660095" y="607514"/>
                  <a:pt x="664091" y="607514"/>
                </a:cubicBezTo>
                <a:lnTo>
                  <a:pt x="664091" y="610519"/>
                </a:lnTo>
                <a:lnTo>
                  <a:pt x="633129" y="610519"/>
                </a:lnTo>
                <a:lnTo>
                  <a:pt x="633129" y="607514"/>
                </a:lnTo>
                <a:cubicBezTo>
                  <a:pt x="637195" y="607514"/>
                  <a:pt x="639731" y="607291"/>
                  <a:pt x="640754" y="606852"/>
                </a:cubicBezTo>
                <a:cubicBezTo>
                  <a:pt x="641511" y="606543"/>
                  <a:pt x="642050" y="606035"/>
                  <a:pt x="642370" y="605349"/>
                </a:cubicBezTo>
                <a:cubicBezTo>
                  <a:pt x="642690" y="604656"/>
                  <a:pt x="642846" y="602367"/>
                  <a:pt x="642846" y="598484"/>
                </a:cubicBezTo>
                <a:lnTo>
                  <a:pt x="642846" y="563212"/>
                </a:lnTo>
                <a:cubicBezTo>
                  <a:pt x="642846" y="558758"/>
                  <a:pt x="642690" y="555815"/>
                  <a:pt x="642370" y="554374"/>
                </a:cubicBezTo>
                <a:cubicBezTo>
                  <a:pt x="642182" y="553373"/>
                  <a:pt x="641831" y="552679"/>
                  <a:pt x="641324" y="552302"/>
                </a:cubicBezTo>
                <a:cubicBezTo>
                  <a:pt x="640879" y="551862"/>
                  <a:pt x="640270" y="551647"/>
                  <a:pt x="639513" y="551647"/>
                </a:cubicBezTo>
                <a:cubicBezTo>
                  <a:pt x="638241" y="551647"/>
                  <a:pt x="636110" y="552271"/>
                  <a:pt x="633129" y="553527"/>
                </a:cubicBezTo>
                <a:lnTo>
                  <a:pt x="631607" y="550892"/>
                </a:lnTo>
                <a:close/>
                <a:moveTo>
                  <a:pt x="737737" y="644474"/>
                </a:moveTo>
                <a:lnTo>
                  <a:pt x="737737" y="647957"/>
                </a:lnTo>
                <a:cubicBezTo>
                  <a:pt x="728145" y="643187"/>
                  <a:pt x="720145" y="637609"/>
                  <a:pt x="713729" y="631214"/>
                </a:cubicBezTo>
                <a:cubicBezTo>
                  <a:pt x="704582" y="622122"/>
                  <a:pt x="697534" y="611397"/>
                  <a:pt x="692578" y="599047"/>
                </a:cubicBezTo>
                <a:cubicBezTo>
                  <a:pt x="687622" y="586696"/>
                  <a:pt x="685148" y="573875"/>
                  <a:pt x="685148" y="560577"/>
                </a:cubicBezTo>
                <a:cubicBezTo>
                  <a:pt x="685148" y="541145"/>
                  <a:pt x="690011" y="523432"/>
                  <a:pt x="699727" y="507437"/>
                </a:cubicBezTo>
                <a:cubicBezTo>
                  <a:pt x="709444" y="491388"/>
                  <a:pt x="722112" y="479915"/>
                  <a:pt x="737737" y="473019"/>
                </a:cubicBezTo>
                <a:lnTo>
                  <a:pt x="737737" y="476964"/>
                </a:lnTo>
                <a:cubicBezTo>
                  <a:pt x="729925" y="481233"/>
                  <a:pt x="723509" y="487065"/>
                  <a:pt x="718490" y="494462"/>
                </a:cubicBezTo>
                <a:cubicBezTo>
                  <a:pt x="713480" y="501858"/>
                  <a:pt x="709726" y="511235"/>
                  <a:pt x="707251" y="522584"/>
                </a:cubicBezTo>
                <a:cubicBezTo>
                  <a:pt x="704777" y="533933"/>
                  <a:pt x="703536" y="545783"/>
                  <a:pt x="703536" y="558134"/>
                </a:cubicBezTo>
                <a:cubicBezTo>
                  <a:pt x="703536" y="571556"/>
                  <a:pt x="704582" y="583745"/>
                  <a:pt x="706682" y="594724"/>
                </a:cubicBezTo>
                <a:cubicBezTo>
                  <a:pt x="708329" y="603377"/>
                  <a:pt x="710334" y="610303"/>
                  <a:pt x="712683" y="615504"/>
                </a:cubicBezTo>
                <a:cubicBezTo>
                  <a:pt x="715033" y="620774"/>
                  <a:pt x="718178" y="625821"/>
                  <a:pt x="722112" y="630652"/>
                </a:cubicBezTo>
                <a:cubicBezTo>
                  <a:pt x="726116" y="635475"/>
                  <a:pt x="731321" y="640082"/>
                  <a:pt x="737737" y="644474"/>
                </a:cubicBezTo>
                <a:close/>
                <a:moveTo>
                  <a:pt x="769659" y="517977"/>
                </a:moveTo>
                <a:cubicBezTo>
                  <a:pt x="772578" y="517977"/>
                  <a:pt x="775052" y="519009"/>
                  <a:pt x="777089" y="521074"/>
                </a:cubicBezTo>
                <a:cubicBezTo>
                  <a:pt x="779181" y="523085"/>
                  <a:pt x="780235" y="525527"/>
                  <a:pt x="780235" y="528417"/>
                </a:cubicBezTo>
                <a:cubicBezTo>
                  <a:pt x="780235" y="531298"/>
                  <a:pt x="779181" y="533772"/>
                  <a:pt x="777089" y="535844"/>
                </a:cubicBezTo>
                <a:cubicBezTo>
                  <a:pt x="775052" y="537847"/>
                  <a:pt x="772578" y="538857"/>
                  <a:pt x="769659" y="538857"/>
                </a:cubicBezTo>
                <a:cubicBezTo>
                  <a:pt x="766732" y="538857"/>
                  <a:pt x="764227" y="537847"/>
                  <a:pt x="762127" y="535844"/>
                </a:cubicBezTo>
                <a:cubicBezTo>
                  <a:pt x="760098" y="533772"/>
                  <a:pt x="759083" y="531298"/>
                  <a:pt x="759083" y="528417"/>
                </a:cubicBezTo>
                <a:cubicBezTo>
                  <a:pt x="759083" y="525527"/>
                  <a:pt x="760098" y="523085"/>
                  <a:pt x="762127" y="521074"/>
                </a:cubicBezTo>
                <a:cubicBezTo>
                  <a:pt x="764227" y="519009"/>
                  <a:pt x="766732" y="517977"/>
                  <a:pt x="769659" y="517977"/>
                </a:cubicBezTo>
                <a:close/>
                <a:moveTo>
                  <a:pt x="769464" y="588422"/>
                </a:moveTo>
                <a:cubicBezTo>
                  <a:pt x="772453" y="588422"/>
                  <a:pt x="774959" y="589454"/>
                  <a:pt x="776996" y="591527"/>
                </a:cubicBezTo>
                <a:cubicBezTo>
                  <a:pt x="779087" y="593592"/>
                  <a:pt x="780133" y="596073"/>
                  <a:pt x="780133" y="598954"/>
                </a:cubicBezTo>
                <a:cubicBezTo>
                  <a:pt x="780133" y="601836"/>
                  <a:pt x="779087" y="604317"/>
                  <a:pt x="776996" y="606382"/>
                </a:cubicBezTo>
                <a:cubicBezTo>
                  <a:pt x="774896" y="608393"/>
                  <a:pt x="772391" y="609394"/>
                  <a:pt x="769464" y="609394"/>
                </a:cubicBezTo>
                <a:cubicBezTo>
                  <a:pt x="766545" y="609394"/>
                  <a:pt x="764032" y="608393"/>
                  <a:pt x="761940" y="606382"/>
                </a:cubicBezTo>
                <a:cubicBezTo>
                  <a:pt x="759903" y="604317"/>
                  <a:pt x="758888" y="601836"/>
                  <a:pt x="758888" y="598954"/>
                </a:cubicBezTo>
                <a:cubicBezTo>
                  <a:pt x="758888" y="596073"/>
                  <a:pt x="759903" y="593592"/>
                  <a:pt x="761940" y="591527"/>
                </a:cubicBezTo>
                <a:cubicBezTo>
                  <a:pt x="764032" y="589454"/>
                  <a:pt x="766545" y="588422"/>
                  <a:pt x="769464" y="588422"/>
                </a:cubicBezTo>
                <a:close/>
                <a:moveTo>
                  <a:pt x="806912" y="638834"/>
                </a:moveTo>
                <a:lnTo>
                  <a:pt x="806912" y="634697"/>
                </a:lnTo>
                <a:cubicBezTo>
                  <a:pt x="813452" y="632562"/>
                  <a:pt x="818502" y="629242"/>
                  <a:pt x="822061" y="624727"/>
                </a:cubicBezTo>
                <a:cubicBezTo>
                  <a:pt x="825674" y="620273"/>
                  <a:pt x="827485" y="615535"/>
                  <a:pt x="827485" y="610519"/>
                </a:cubicBezTo>
                <a:cubicBezTo>
                  <a:pt x="827485" y="609333"/>
                  <a:pt x="827204" y="608323"/>
                  <a:pt x="826627" y="607514"/>
                </a:cubicBezTo>
                <a:cubicBezTo>
                  <a:pt x="826182" y="606944"/>
                  <a:pt x="825745" y="606667"/>
                  <a:pt x="825300" y="606667"/>
                </a:cubicBezTo>
                <a:cubicBezTo>
                  <a:pt x="824598" y="606667"/>
                  <a:pt x="823076" y="607291"/>
                  <a:pt x="820726" y="608547"/>
                </a:cubicBezTo>
                <a:cubicBezTo>
                  <a:pt x="819579" y="609109"/>
                  <a:pt x="818369" y="609394"/>
                  <a:pt x="817105" y="609394"/>
                </a:cubicBezTo>
                <a:cubicBezTo>
                  <a:pt x="813991" y="609394"/>
                  <a:pt x="811516" y="608485"/>
                  <a:pt x="809675" y="606667"/>
                </a:cubicBezTo>
                <a:cubicBezTo>
                  <a:pt x="807833" y="604848"/>
                  <a:pt x="806912" y="602337"/>
                  <a:pt x="806912" y="599139"/>
                </a:cubicBezTo>
                <a:cubicBezTo>
                  <a:pt x="806912" y="596073"/>
                  <a:pt x="808082" y="593438"/>
                  <a:pt x="810432" y="591242"/>
                </a:cubicBezTo>
                <a:cubicBezTo>
                  <a:pt x="812843" y="589046"/>
                  <a:pt x="815770" y="587952"/>
                  <a:pt x="819196" y="587952"/>
                </a:cubicBezTo>
                <a:cubicBezTo>
                  <a:pt x="823388" y="587952"/>
                  <a:pt x="827103" y="589770"/>
                  <a:pt x="830350" y="593407"/>
                </a:cubicBezTo>
                <a:cubicBezTo>
                  <a:pt x="833651" y="596982"/>
                  <a:pt x="835298" y="601743"/>
                  <a:pt x="835298" y="607699"/>
                </a:cubicBezTo>
                <a:cubicBezTo>
                  <a:pt x="835298" y="614156"/>
                  <a:pt x="833011" y="620150"/>
                  <a:pt x="828437" y="625667"/>
                </a:cubicBezTo>
                <a:cubicBezTo>
                  <a:pt x="823934" y="631245"/>
                  <a:pt x="816753" y="635637"/>
                  <a:pt x="806912" y="638834"/>
                </a:cubicBezTo>
                <a:close/>
                <a:moveTo>
                  <a:pt x="934669" y="582212"/>
                </a:moveTo>
                <a:lnTo>
                  <a:pt x="925624" y="606759"/>
                </a:lnTo>
                <a:lnTo>
                  <a:pt x="849401" y="606759"/>
                </a:lnTo>
                <a:lnTo>
                  <a:pt x="849401" y="603277"/>
                </a:lnTo>
                <a:cubicBezTo>
                  <a:pt x="871825" y="583090"/>
                  <a:pt x="887606" y="566602"/>
                  <a:pt x="896753" y="553804"/>
                </a:cubicBezTo>
                <a:cubicBezTo>
                  <a:pt x="905901" y="541014"/>
                  <a:pt x="910474" y="529326"/>
                  <a:pt x="910474" y="518724"/>
                </a:cubicBezTo>
                <a:cubicBezTo>
                  <a:pt x="910474" y="510634"/>
                  <a:pt x="907961" y="503993"/>
                  <a:pt x="902943" y="498784"/>
                </a:cubicBezTo>
                <a:cubicBezTo>
                  <a:pt x="897924" y="493583"/>
                  <a:pt x="891922" y="490979"/>
                  <a:pt x="884937" y="490979"/>
                </a:cubicBezTo>
                <a:cubicBezTo>
                  <a:pt x="878584" y="490979"/>
                  <a:pt x="872871" y="492828"/>
                  <a:pt x="867789" y="496527"/>
                </a:cubicBezTo>
                <a:cubicBezTo>
                  <a:pt x="862771" y="500163"/>
                  <a:pt x="859056" y="505526"/>
                  <a:pt x="856644" y="512614"/>
                </a:cubicBezTo>
                <a:lnTo>
                  <a:pt x="853116" y="512614"/>
                </a:lnTo>
                <a:cubicBezTo>
                  <a:pt x="854701" y="501011"/>
                  <a:pt x="858767" y="492112"/>
                  <a:pt x="865308" y="485902"/>
                </a:cubicBezTo>
                <a:cubicBezTo>
                  <a:pt x="871918" y="479692"/>
                  <a:pt x="880145" y="476594"/>
                  <a:pt x="889987" y="476594"/>
                </a:cubicBezTo>
                <a:cubicBezTo>
                  <a:pt x="900468" y="476594"/>
                  <a:pt x="909202" y="479915"/>
                  <a:pt x="916188" y="486557"/>
                </a:cubicBezTo>
                <a:cubicBezTo>
                  <a:pt x="923235" y="493206"/>
                  <a:pt x="926763" y="501042"/>
                  <a:pt x="926763" y="510072"/>
                </a:cubicBezTo>
                <a:cubicBezTo>
                  <a:pt x="926763" y="516528"/>
                  <a:pt x="925241" y="522993"/>
                  <a:pt x="922189" y="529449"/>
                </a:cubicBezTo>
                <a:cubicBezTo>
                  <a:pt x="917491" y="539604"/>
                  <a:pt x="909865" y="550360"/>
                  <a:pt x="899321" y="561709"/>
                </a:cubicBezTo>
                <a:cubicBezTo>
                  <a:pt x="883508" y="578760"/>
                  <a:pt x="873635" y="589046"/>
                  <a:pt x="869694" y="592559"/>
                </a:cubicBezTo>
                <a:lnTo>
                  <a:pt x="903419" y="592559"/>
                </a:lnTo>
                <a:cubicBezTo>
                  <a:pt x="910279" y="592559"/>
                  <a:pt x="915079" y="592305"/>
                  <a:pt x="917811" y="591804"/>
                </a:cubicBezTo>
                <a:cubicBezTo>
                  <a:pt x="920605" y="591303"/>
                  <a:pt x="923110" y="590302"/>
                  <a:pt x="925335" y="588799"/>
                </a:cubicBezTo>
                <a:cubicBezTo>
                  <a:pt x="927559" y="587227"/>
                  <a:pt x="929495" y="585032"/>
                  <a:pt x="931149" y="582212"/>
                </a:cubicBezTo>
                <a:lnTo>
                  <a:pt x="934669" y="582212"/>
                </a:lnTo>
                <a:close/>
                <a:moveTo>
                  <a:pt x="947149" y="476964"/>
                </a:moveTo>
                <a:lnTo>
                  <a:pt x="947149" y="473019"/>
                </a:lnTo>
                <a:cubicBezTo>
                  <a:pt x="956804" y="477719"/>
                  <a:pt x="964843" y="483267"/>
                  <a:pt x="971258" y="489662"/>
                </a:cubicBezTo>
                <a:cubicBezTo>
                  <a:pt x="980336" y="498815"/>
                  <a:pt x="987360" y="509571"/>
                  <a:pt x="992308" y="521922"/>
                </a:cubicBezTo>
                <a:cubicBezTo>
                  <a:pt x="997264" y="534211"/>
                  <a:pt x="999746" y="547039"/>
                  <a:pt x="999746" y="560392"/>
                </a:cubicBezTo>
                <a:cubicBezTo>
                  <a:pt x="999746" y="579831"/>
                  <a:pt x="994884" y="597544"/>
                  <a:pt x="985167" y="613532"/>
                </a:cubicBezTo>
                <a:cubicBezTo>
                  <a:pt x="975512" y="629581"/>
                  <a:pt x="962837" y="641061"/>
                  <a:pt x="947149" y="647957"/>
                </a:cubicBezTo>
                <a:lnTo>
                  <a:pt x="947149" y="644474"/>
                </a:lnTo>
                <a:cubicBezTo>
                  <a:pt x="954962" y="640152"/>
                  <a:pt x="961378" y="634288"/>
                  <a:pt x="966396" y="626884"/>
                </a:cubicBezTo>
                <a:cubicBezTo>
                  <a:pt x="971477" y="619549"/>
                  <a:pt x="975223" y="610211"/>
                  <a:pt x="977643" y="598862"/>
                </a:cubicBezTo>
                <a:cubicBezTo>
                  <a:pt x="980117" y="587451"/>
                  <a:pt x="981358" y="575562"/>
                  <a:pt x="981358" y="563212"/>
                </a:cubicBezTo>
                <a:cubicBezTo>
                  <a:pt x="981358" y="549859"/>
                  <a:pt x="980304" y="537663"/>
                  <a:pt x="978213" y="526629"/>
                </a:cubicBezTo>
                <a:cubicBezTo>
                  <a:pt x="976620" y="517977"/>
                  <a:pt x="974622" y="511042"/>
                  <a:pt x="972211" y="505842"/>
                </a:cubicBezTo>
                <a:cubicBezTo>
                  <a:pt x="969861" y="500633"/>
                  <a:pt x="966716" y="495617"/>
                  <a:pt x="962774" y="490794"/>
                </a:cubicBezTo>
                <a:cubicBezTo>
                  <a:pt x="958841" y="485963"/>
                  <a:pt x="953627" y="481356"/>
                  <a:pt x="947149" y="476964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B5FD01-A8D1-4D65-847A-9892A9E7262F}"/>
              </a:ext>
            </a:extLst>
          </p:cNvPr>
          <p:cNvSpPr/>
          <p:nvPr/>
        </p:nvSpPr>
        <p:spPr>
          <a:xfrm>
            <a:off x="4267082" y="270818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228EEAE9-EBD8-4CF0-B1EA-E3A444896F39}"/>
              </a:ext>
            </a:extLst>
          </p:cNvPr>
          <p:cNvSpPr/>
          <p:nvPr/>
        </p:nvSpPr>
        <p:spPr>
          <a:xfrm>
            <a:off x="4267082" y="286228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288FC2C-B179-4256-A083-4C00F56DCF68}"/>
              </a:ext>
            </a:extLst>
          </p:cNvPr>
          <p:cNvSpPr/>
          <p:nvPr/>
        </p:nvSpPr>
        <p:spPr>
          <a:xfrm>
            <a:off x="4267082" y="3016377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C7BF8B3-3040-4421-91D8-60869E2B0389}"/>
              </a:ext>
            </a:extLst>
          </p:cNvPr>
          <p:cNvSpPr/>
          <p:nvPr/>
        </p:nvSpPr>
        <p:spPr>
          <a:xfrm>
            <a:off x="4267082" y="3170473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E6BD89-9AC5-48FB-B8B6-CE169C22B1C4}"/>
              </a:ext>
            </a:extLst>
          </p:cNvPr>
          <p:cNvSpPr/>
          <p:nvPr/>
        </p:nvSpPr>
        <p:spPr>
          <a:xfrm>
            <a:off x="3174402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0B8FCDE-CCC5-4E50-8BC5-14CE27C226CF}"/>
              </a:ext>
            </a:extLst>
          </p:cNvPr>
          <p:cNvSpPr/>
          <p:nvPr/>
        </p:nvSpPr>
        <p:spPr>
          <a:xfrm>
            <a:off x="3330499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5739D0A-1054-47F8-807A-9A62695B255B}"/>
              </a:ext>
            </a:extLst>
          </p:cNvPr>
          <p:cNvSpPr/>
          <p:nvPr/>
        </p:nvSpPr>
        <p:spPr>
          <a:xfrm>
            <a:off x="3174402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39D1CBC-2CE0-49CF-9750-7286370BB8EA}"/>
              </a:ext>
            </a:extLst>
          </p:cNvPr>
          <p:cNvSpPr/>
          <p:nvPr/>
        </p:nvSpPr>
        <p:spPr>
          <a:xfrm>
            <a:off x="3330499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790F9AC5-E26C-4686-A4F3-CB0B10D97DE7}"/>
              </a:ext>
            </a:extLst>
          </p:cNvPr>
          <p:cNvSpPr/>
          <p:nvPr/>
        </p:nvSpPr>
        <p:spPr>
          <a:xfrm>
            <a:off x="2784159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53DDB64-90C2-4105-907A-078F6730AF55}"/>
              </a:ext>
            </a:extLst>
          </p:cNvPr>
          <p:cNvSpPr/>
          <p:nvPr/>
        </p:nvSpPr>
        <p:spPr>
          <a:xfrm>
            <a:off x="2940256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36FA0FD3-C70E-405A-97C7-BC7C663C9F0F}"/>
              </a:ext>
            </a:extLst>
          </p:cNvPr>
          <p:cNvSpPr/>
          <p:nvPr/>
        </p:nvSpPr>
        <p:spPr>
          <a:xfrm>
            <a:off x="2784159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1473BEBA-0991-4B31-9CC7-3A4CE4C1A90C}"/>
              </a:ext>
            </a:extLst>
          </p:cNvPr>
          <p:cNvSpPr/>
          <p:nvPr/>
        </p:nvSpPr>
        <p:spPr>
          <a:xfrm>
            <a:off x="2940256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C864091A-E18E-4085-87A6-79921AE278D3}"/>
              </a:ext>
            </a:extLst>
          </p:cNvPr>
          <p:cNvSpPr/>
          <p:nvPr/>
        </p:nvSpPr>
        <p:spPr>
          <a:xfrm>
            <a:off x="960542" y="2406617"/>
            <a:ext cx="1404874" cy="1309815"/>
          </a:xfrm>
          <a:custGeom>
            <a:avLst/>
            <a:gdLst>
              <a:gd name="connsiteX0" fmla="*/ 503553 w 1404874"/>
              <a:gd name="connsiteY0" fmla="*/ 522980 h 1309814"/>
              <a:gd name="connsiteX1" fmla="*/ 525422 w 1404874"/>
              <a:gd name="connsiteY1" fmla="*/ 509061 h 1309814"/>
              <a:gd name="connsiteX2" fmla="*/ 544177 w 1404874"/>
              <a:gd name="connsiteY2" fmla="*/ 518165 h 1309814"/>
              <a:gd name="connsiteX3" fmla="*/ 552177 w 1404874"/>
              <a:gd name="connsiteY3" fmla="*/ 542920 h 1309814"/>
              <a:gd name="connsiteX4" fmla="*/ 539830 w 1404874"/>
              <a:gd name="connsiteY4" fmla="*/ 572490 h 1309814"/>
              <a:gd name="connsiteX5" fmla="*/ 516204 w 1404874"/>
              <a:gd name="connsiteY5" fmla="*/ 582121 h 1309814"/>
              <a:gd name="connsiteX6" fmla="*/ 503779 w 1404874"/>
              <a:gd name="connsiteY6" fmla="*/ 579939 h 1309814"/>
              <a:gd name="connsiteX7" fmla="*/ 490971 w 1404874"/>
              <a:gd name="connsiteY7" fmla="*/ 573393 h 1309814"/>
              <a:gd name="connsiteX8" fmla="*/ 490971 w 1404874"/>
              <a:gd name="connsiteY8" fmla="*/ 501988 h 1309814"/>
              <a:gd name="connsiteX9" fmla="*/ 490362 w 1404874"/>
              <a:gd name="connsiteY9" fmla="*/ 487541 h 1309814"/>
              <a:gd name="connsiteX10" fmla="*/ 488614 w 1404874"/>
              <a:gd name="connsiteY10" fmla="*/ 483855 h 1309814"/>
              <a:gd name="connsiteX11" fmla="*/ 485562 w 1404874"/>
              <a:gd name="connsiteY11" fmla="*/ 482876 h 1309814"/>
              <a:gd name="connsiteX12" fmla="*/ 480224 w 1404874"/>
              <a:gd name="connsiteY12" fmla="*/ 484080 h 1309814"/>
              <a:gd name="connsiteX13" fmla="*/ 479162 w 1404874"/>
              <a:gd name="connsiteY13" fmla="*/ 481447 h 1309814"/>
              <a:gd name="connsiteX14" fmla="*/ 500118 w 1404874"/>
              <a:gd name="connsiteY14" fmla="*/ 473019 h 1309814"/>
              <a:gd name="connsiteX15" fmla="*/ 503553 w 1404874"/>
              <a:gd name="connsiteY15" fmla="*/ 473019 h 1309814"/>
              <a:gd name="connsiteX16" fmla="*/ 503553 w 1404874"/>
              <a:gd name="connsiteY16" fmla="*/ 522980 h 1309814"/>
              <a:gd name="connsiteX17" fmla="*/ 503553 w 1404874"/>
              <a:gd name="connsiteY17" fmla="*/ 527796 h 1309814"/>
              <a:gd name="connsiteX18" fmla="*/ 503553 w 1404874"/>
              <a:gd name="connsiteY18" fmla="*/ 569029 h 1309814"/>
              <a:gd name="connsiteX19" fmla="*/ 511553 w 1404874"/>
              <a:gd name="connsiteY19" fmla="*/ 574747 h 1309814"/>
              <a:gd name="connsiteX20" fmla="*/ 520091 w 1404874"/>
              <a:gd name="connsiteY20" fmla="*/ 576628 h 1309814"/>
              <a:gd name="connsiteX21" fmla="*/ 532969 w 1404874"/>
              <a:gd name="connsiteY21" fmla="*/ 569103 h 1309814"/>
              <a:gd name="connsiteX22" fmla="*/ 538994 w 1404874"/>
              <a:gd name="connsiteY22" fmla="*/ 547208 h 1309814"/>
              <a:gd name="connsiteX23" fmla="*/ 532969 w 1404874"/>
              <a:gd name="connsiteY23" fmla="*/ 526893 h 1309814"/>
              <a:gd name="connsiteX24" fmla="*/ 519404 w 1404874"/>
              <a:gd name="connsiteY24" fmla="*/ 519745 h 1309814"/>
              <a:gd name="connsiteX25" fmla="*/ 511326 w 1404874"/>
              <a:gd name="connsiteY25" fmla="*/ 521777 h 1309814"/>
              <a:gd name="connsiteX26" fmla="*/ 503553 w 1404874"/>
              <a:gd name="connsiteY26" fmla="*/ 527796 h 1309814"/>
              <a:gd name="connsiteX27" fmla="*/ 580228 w 1404874"/>
              <a:gd name="connsiteY27" fmla="*/ 473019 h 1309814"/>
              <a:gd name="connsiteX28" fmla="*/ 585636 w 1404874"/>
              <a:gd name="connsiteY28" fmla="*/ 475277 h 1309814"/>
              <a:gd name="connsiteX29" fmla="*/ 587923 w 1404874"/>
              <a:gd name="connsiteY29" fmla="*/ 480619 h 1309814"/>
              <a:gd name="connsiteX30" fmla="*/ 585636 w 1404874"/>
              <a:gd name="connsiteY30" fmla="*/ 486037 h 1309814"/>
              <a:gd name="connsiteX31" fmla="*/ 580228 w 1404874"/>
              <a:gd name="connsiteY31" fmla="*/ 488294 h 1309814"/>
              <a:gd name="connsiteX32" fmla="*/ 574741 w 1404874"/>
              <a:gd name="connsiteY32" fmla="*/ 486037 h 1309814"/>
              <a:gd name="connsiteX33" fmla="*/ 572454 w 1404874"/>
              <a:gd name="connsiteY33" fmla="*/ 480619 h 1309814"/>
              <a:gd name="connsiteX34" fmla="*/ 574663 w 1404874"/>
              <a:gd name="connsiteY34" fmla="*/ 475277 h 1309814"/>
              <a:gd name="connsiteX35" fmla="*/ 580228 w 1404874"/>
              <a:gd name="connsiteY35" fmla="*/ 473019 h 1309814"/>
              <a:gd name="connsiteX36" fmla="*/ 586549 w 1404874"/>
              <a:gd name="connsiteY36" fmla="*/ 509061 h 1309814"/>
              <a:gd name="connsiteX37" fmla="*/ 586549 w 1404874"/>
              <a:gd name="connsiteY37" fmla="*/ 564439 h 1309814"/>
              <a:gd name="connsiteX38" fmla="*/ 587470 w 1404874"/>
              <a:gd name="connsiteY38" fmla="*/ 573092 h 1309814"/>
              <a:gd name="connsiteX39" fmla="*/ 590288 w 1404874"/>
              <a:gd name="connsiteY39" fmla="*/ 576252 h 1309814"/>
              <a:gd name="connsiteX40" fmla="*/ 597148 w 1404874"/>
              <a:gd name="connsiteY40" fmla="*/ 577305 h 1309814"/>
              <a:gd name="connsiteX41" fmla="*/ 597148 w 1404874"/>
              <a:gd name="connsiteY41" fmla="*/ 580013 h 1309814"/>
              <a:gd name="connsiteX42" fmla="*/ 563229 w 1404874"/>
              <a:gd name="connsiteY42" fmla="*/ 580013 h 1309814"/>
              <a:gd name="connsiteX43" fmla="*/ 563229 w 1404874"/>
              <a:gd name="connsiteY43" fmla="*/ 577305 h 1309814"/>
              <a:gd name="connsiteX44" fmla="*/ 570089 w 1404874"/>
              <a:gd name="connsiteY44" fmla="*/ 576327 h 1309814"/>
              <a:gd name="connsiteX45" fmla="*/ 572836 w 1404874"/>
              <a:gd name="connsiteY45" fmla="*/ 573092 h 1309814"/>
              <a:gd name="connsiteX46" fmla="*/ 573898 w 1404874"/>
              <a:gd name="connsiteY46" fmla="*/ 564439 h 1309814"/>
              <a:gd name="connsiteX47" fmla="*/ 573898 w 1404874"/>
              <a:gd name="connsiteY47" fmla="*/ 537878 h 1309814"/>
              <a:gd name="connsiteX48" fmla="*/ 573211 w 1404874"/>
              <a:gd name="connsiteY48" fmla="*/ 523356 h 1309814"/>
              <a:gd name="connsiteX49" fmla="*/ 571541 w 1404874"/>
              <a:gd name="connsiteY49" fmla="*/ 520046 h 1309814"/>
              <a:gd name="connsiteX50" fmla="*/ 568411 w 1404874"/>
              <a:gd name="connsiteY50" fmla="*/ 519068 h 1309814"/>
              <a:gd name="connsiteX51" fmla="*/ 563229 w 1404874"/>
              <a:gd name="connsiteY51" fmla="*/ 520197 h 1309814"/>
              <a:gd name="connsiteX52" fmla="*/ 562159 w 1404874"/>
              <a:gd name="connsiteY52" fmla="*/ 517488 h 1309814"/>
              <a:gd name="connsiteX53" fmla="*/ 583201 w 1404874"/>
              <a:gd name="connsiteY53" fmla="*/ 509061 h 1309814"/>
              <a:gd name="connsiteX54" fmla="*/ 586549 w 1404874"/>
              <a:gd name="connsiteY54" fmla="*/ 509061 h 1309814"/>
              <a:gd name="connsiteX55" fmla="*/ 626190 w 1404874"/>
              <a:gd name="connsiteY55" fmla="*/ 488444 h 1309814"/>
              <a:gd name="connsiteX56" fmla="*/ 626190 w 1404874"/>
              <a:gd name="connsiteY56" fmla="*/ 511092 h 1309814"/>
              <a:gd name="connsiteX57" fmla="*/ 642495 w 1404874"/>
              <a:gd name="connsiteY57" fmla="*/ 511092 h 1309814"/>
              <a:gd name="connsiteX58" fmla="*/ 642495 w 1404874"/>
              <a:gd name="connsiteY58" fmla="*/ 516359 h 1309814"/>
              <a:gd name="connsiteX59" fmla="*/ 626190 w 1404874"/>
              <a:gd name="connsiteY59" fmla="*/ 516359 h 1309814"/>
              <a:gd name="connsiteX60" fmla="*/ 626190 w 1404874"/>
              <a:gd name="connsiteY60" fmla="*/ 561053 h 1309814"/>
              <a:gd name="connsiteX61" fmla="*/ 628095 w 1404874"/>
              <a:gd name="connsiteY61" fmla="*/ 570082 h 1309814"/>
              <a:gd name="connsiteX62" fmla="*/ 633121 w 1404874"/>
              <a:gd name="connsiteY62" fmla="*/ 572414 h 1309814"/>
              <a:gd name="connsiteX63" fmla="*/ 637999 w 1404874"/>
              <a:gd name="connsiteY63" fmla="*/ 570910 h 1309814"/>
              <a:gd name="connsiteX64" fmla="*/ 641660 w 1404874"/>
              <a:gd name="connsiteY64" fmla="*/ 566320 h 1309814"/>
              <a:gd name="connsiteX65" fmla="*/ 644633 w 1404874"/>
              <a:gd name="connsiteY65" fmla="*/ 566320 h 1309814"/>
              <a:gd name="connsiteX66" fmla="*/ 637086 w 1404874"/>
              <a:gd name="connsiteY66" fmla="*/ 577456 h 1309814"/>
              <a:gd name="connsiteX67" fmla="*/ 627025 w 1404874"/>
              <a:gd name="connsiteY67" fmla="*/ 581142 h 1309814"/>
              <a:gd name="connsiteX68" fmla="*/ 620165 w 1404874"/>
              <a:gd name="connsiteY68" fmla="*/ 579262 h 1309814"/>
              <a:gd name="connsiteX69" fmla="*/ 615209 w 1404874"/>
              <a:gd name="connsiteY69" fmla="*/ 573769 h 1309814"/>
              <a:gd name="connsiteX70" fmla="*/ 613609 w 1404874"/>
              <a:gd name="connsiteY70" fmla="*/ 562709 h 1309814"/>
              <a:gd name="connsiteX71" fmla="*/ 613609 w 1404874"/>
              <a:gd name="connsiteY71" fmla="*/ 516359 h 1309814"/>
              <a:gd name="connsiteX72" fmla="*/ 602557 w 1404874"/>
              <a:gd name="connsiteY72" fmla="*/ 516359 h 1309814"/>
              <a:gd name="connsiteX73" fmla="*/ 602557 w 1404874"/>
              <a:gd name="connsiteY73" fmla="*/ 513876 h 1309814"/>
              <a:gd name="connsiteX74" fmla="*/ 611096 w 1404874"/>
              <a:gd name="connsiteY74" fmla="*/ 508308 h 1309814"/>
              <a:gd name="connsiteX75" fmla="*/ 618947 w 1404874"/>
              <a:gd name="connsiteY75" fmla="*/ 498903 h 1309814"/>
              <a:gd name="connsiteX76" fmla="*/ 623825 w 1404874"/>
              <a:gd name="connsiteY76" fmla="*/ 488444 h 1309814"/>
              <a:gd name="connsiteX77" fmla="*/ 626190 w 1404874"/>
              <a:gd name="connsiteY77" fmla="*/ 488444 h 1309814"/>
              <a:gd name="connsiteX78" fmla="*/ 650807 w 1404874"/>
              <a:gd name="connsiteY78" fmla="*/ 539759 h 1309814"/>
              <a:gd name="connsiteX79" fmla="*/ 690214 w 1404874"/>
              <a:gd name="connsiteY79" fmla="*/ 539759 h 1309814"/>
              <a:gd name="connsiteX80" fmla="*/ 690214 w 1404874"/>
              <a:gd name="connsiteY80" fmla="*/ 551121 h 1309814"/>
              <a:gd name="connsiteX81" fmla="*/ 650807 w 1404874"/>
              <a:gd name="connsiteY81" fmla="*/ 551121 h 1309814"/>
              <a:gd name="connsiteX82" fmla="*/ 650807 w 1404874"/>
              <a:gd name="connsiteY82" fmla="*/ 539759 h 1309814"/>
              <a:gd name="connsiteX83" fmla="*/ 725351 w 1404874"/>
              <a:gd name="connsiteY83" fmla="*/ 473019 h 1309814"/>
              <a:gd name="connsiteX84" fmla="*/ 725351 w 1404874"/>
              <a:gd name="connsiteY84" fmla="*/ 564439 h 1309814"/>
              <a:gd name="connsiteX85" fmla="*/ 726264 w 1404874"/>
              <a:gd name="connsiteY85" fmla="*/ 573016 h 1309814"/>
              <a:gd name="connsiteX86" fmla="*/ 729238 w 1404874"/>
              <a:gd name="connsiteY86" fmla="*/ 576252 h 1309814"/>
              <a:gd name="connsiteX87" fmla="*/ 736629 w 1404874"/>
              <a:gd name="connsiteY87" fmla="*/ 577305 h 1309814"/>
              <a:gd name="connsiteX88" fmla="*/ 736629 w 1404874"/>
              <a:gd name="connsiteY88" fmla="*/ 580013 h 1309814"/>
              <a:gd name="connsiteX89" fmla="*/ 702405 w 1404874"/>
              <a:gd name="connsiteY89" fmla="*/ 580013 h 1309814"/>
              <a:gd name="connsiteX90" fmla="*/ 702405 w 1404874"/>
              <a:gd name="connsiteY90" fmla="*/ 577305 h 1309814"/>
              <a:gd name="connsiteX91" fmla="*/ 708961 w 1404874"/>
              <a:gd name="connsiteY91" fmla="*/ 576327 h 1309814"/>
              <a:gd name="connsiteX92" fmla="*/ 711708 w 1404874"/>
              <a:gd name="connsiteY92" fmla="*/ 573092 h 1309814"/>
              <a:gd name="connsiteX93" fmla="*/ 712692 w 1404874"/>
              <a:gd name="connsiteY93" fmla="*/ 564439 h 1309814"/>
              <a:gd name="connsiteX94" fmla="*/ 712692 w 1404874"/>
              <a:gd name="connsiteY94" fmla="*/ 501838 h 1309814"/>
              <a:gd name="connsiteX95" fmla="*/ 712161 w 1404874"/>
              <a:gd name="connsiteY95" fmla="*/ 487541 h 1309814"/>
              <a:gd name="connsiteX96" fmla="*/ 710413 w 1404874"/>
              <a:gd name="connsiteY96" fmla="*/ 483855 h 1309814"/>
              <a:gd name="connsiteX97" fmla="*/ 707439 w 1404874"/>
              <a:gd name="connsiteY97" fmla="*/ 482876 h 1309814"/>
              <a:gd name="connsiteX98" fmla="*/ 702405 w 1404874"/>
              <a:gd name="connsiteY98" fmla="*/ 484080 h 1309814"/>
              <a:gd name="connsiteX99" fmla="*/ 701109 w 1404874"/>
              <a:gd name="connsiteY99" fmla="*/ 481447 h 1309814"/>
              <a:gd name="connsiteX100" fmla="*/ 721917 w 1404874"/>
              <a:gd name="connsiteY100" fmla="*/ 473019 h 1309814"/>
              <a:gd name="connsiteX101" fmla="*/ 725351 w 1404874"/>
              <a:gd name="connsiteY101" fmla="*/ 473019 h 1309814"/>
              <a:gd name="connsiteX102" fmla="*/ 756524 w 1404874"/>
              <a:gd name="connsiteY102" fmla="*/ 537051 h 1309814"/>
              <a:gd name="connsiteX103" fmla="*/ 764071 w 1404874"/>
              <a:gd name="connsiteY103" fmla="*/ 561128 h 1309814"/>
              <a:gd name="connsiteX104" fmla="*/ 781975 w 1404874"/>
              <a:gd name="connsiteY104" fmla="*/ 569856 h 1309814"/>
              <a:gd name="connsiteX105" fmla="*/ 793870 w 1404874"/>
              <a:gd name="connsiteY105" fmla="*/ 566170 h 1309814"/>
              <a:gd name="connsiteX106" fmla="*/ 802408 w 1404874"/>
              <a:gd name="connsiteY106" fmla="*/ 553378 h 1309814"/>
              <a:gd name="connsiteX107" fmla="*/ 804765 w 1404874"/>
              <a:gd name="connsiteY107" fmla="*/ 554883 h 1309814"/>
              <a:gd name="connsiteX108" fmla="*/ 795470 w 1404874"/>
              <a:gd name="connsiteY108" fmla="*/ 573693 h 1309814"/>
              <a:gd name="connsiteX109" fmla="*/ 776184 w 1404874"/>
              <a:gd name="connsiteY109" fmla="*/ 582121 h 1309814"/>
              <a:gd name="connsiteX110" fmla="*/ 754619 w 1404874"/>
              <a:gd name="connsiteY110" fmla="*/ 572490 h 1309814"/>
              <a:gd name="connsiteX111" fmla="*/ 745698 w 1404874"/>
              <a:gd name="connsiteY111" fmla="*/ 546456 h 1309814"/>
              <a:gd name="connsiteX112" fmla="*/ 754846 w 1404874"/>
              <a:gd name="connsiteY112" fmla="*/ 518918 h 1309814"/>
              <a:gd name="connsiteX113" fmla="*/ 777940 w 1404874"/>
              <a:gd name="connsiteY113" fmla="*/ 508985 h 1309814"/>
              <a:gd name="connsiteX114" fmla="*/ 797226 w 1404874"/>
              <a:gd name="connsiteY114" fmla="*/ 516660 h 1309814"/>
              <a:gd name="connsiteX115" fmla="*/ 804765 w 1404874"/>
              <a:gd name="connsiteY115" fmla="*/ 537051 h 1309814"/>
              <a:gd name="connsiteX116" fmla="*/ 756524 w 1404874"/>
              <a:gd name="connsiteY116" fmla="*/ 537051 h 1309814"/>
              <a:gd name="connsiteX117" fmla="*/ 756524 w 1404874"/>
              <a:gd name="connsiteY117" fmla="*/ 532687 h 1309814"/>
              <a:gd name="connsiteX118" fmla="*/ 788836 w 1404874"/>
              <a:gd name="connsiteY118" fmla="*/ 532687 h 1309814"/>
              <a:gd name="connsiteX119" fmla="*/ 787236 w 1404874"/>
              <a:gd name="connsiteY119" fmla="*/ 523356 h 1309814"/>
              <a:gd name="connsiteX120" fmla="*/ 781523 w 1404874"/>
              <a:gd name="connsiteY120" fmla="*/ 516736 h 1309814"/>
              <a:gd name="connsiteX121" fmla="*/ 773671 w 1404874"/>
              <a:gd name="connsiteY121" fmla="*/ 514328 h 1309814"/>
              <a:gd name="connsiteX122" fmla="*/ 762315 w 1404874"/>
              <a:gd name="connsiteY122" fmla="*/ 519218 h 1309814"/>
              <a:gd name="connsiteX123" fmla="*/ 756524 w 1404874"/>
              <a:gd name="connsiteY123" fmla="*/ 532687 h 1309814"/>
              <a:gd name="connsiteX124" fmla="*/ 810564 w 1404874"/>
              <a:gd name="connsiteY124" fmla="*/ 511092 h 1309814"/>
              <a:gd name="connsiteX125" fmla="*/ 843415 w 1404874"/>
              <a:gd name="connsiteY125" fmla="*/ 511092 h 1309814"/>
              <a:gd name="connsiteX126" fmla="*/ 843415 w 1404874"/>
              <a:gd name="connsiteY126" fmla="*/ 513876 h 1309814"/>
              <a:gd name="connsiteX127" fmla="*/ 841277 w 1404874"/>
              <a:gd name="connsiteY127" fmla="*/ 513876 h 1309814"/>
              <a:gd name="connsiteX128" fmla="*/ 836703 w 1404874"/>
              <a:gd name="connsiteY128" fmla="*/ 515306 h 1309814"/>
              <a:gd name="connsiteX129" fmla="*/ 835181 w 1404874"/>
              <a:gd name="connsiteY129" fmla="*/ 519143 h 1309814"/>
              <a:gd name="connsiteX130" fmla="*/ 836781 w 1404874"/>
              <a:gd name="connsiteY130" fmla="*/ 525388 h 1309814"/>
              <a:gd name="connsiteX131" fmla="*/ 853015 w 1404874"/>
              <a:gd name="connsiteY131" fmla="*/ 563461 h 1309814"/>
              <a:gd name="connsiteX132" fmla="*/ 869327 w 1404874"/>
              <a:gd name="connsiteY132" fmla="*/ 523959 h 1309814"/>
              <a:gd name="connsiteX133" fmla="*/ 871075 w 1404874"/>
              <a:gd name="connsiteY133" fmla="*/ 517563 h 1309814"/>
              <a:gd name="connsiteX134" fmla="*/ 870467 w 1404874"/>
              <a:gd name="connsiteY134" fmla="*/ 515833 h 1309814"/>
              <a:gd name="connsiteX135" fmla="*/ 868336 w 1404874"/>
              <a:gd name="connsiteY135" fmla="*/ 514328 h 1309814"/>
              <a:gd name="connsiteX136" fmla="*/ 863076 w 1404874"/>
              <a:gd name="connsiteY136" fmla="*/ 513876 h 1309814"/>
              <a:gd name="connsiteX137" fmla="*/ 863076 w 1404874"/>
              <a:gd name="connsiteY137" fmla="*/ 511092 h 1309814"/>
              <a:gd name="connsiteX138" fmla="*/ 885866 w 1404874"/>
              <a:gd name="connsiteY138" fmla="*/ 511092 h 1309814"/>
              <a:gd name="connsiteX139" fmla="*/ 885866 w 1404874"/>
              <a:gd name="connsiteY139" fmla="*/ 513876 h 1309814"/>
              <a:gd name="connsiteX140" fmla="*/ 880379 w 1404874"/>
              <a:gd name="connsiteY140" fmla="*/ 515456 h 1309814"/>
              <a:gd name="connsiteX141" fmla="*/ 875579 w 1404874"/>
              <a:gd name="connsiteY141" fmla="*/ 522980 h 1309814"/>
              <a:gd name="connsiteX142" fmla="*/ 850806 w 1404874"/>
              <a:gd name="connsiteY142" fmla="*/ 582121 h 1309814"/>
              <a:gd name="connsiteX143" fmla="*/ 847677 w 1404874"/>
              <a:gd name="connsiteY143" fmla="*/ 582121 h 1309814"/>
              <a:gd name="connsiteX144" fmla="*/ 822756 w 1404874"/>
              <a:gd name="connsiteY144" fmla="*/ 523959 h 1309814"/>
              <a:gd name="connsiteX145" fmla="*/ 819556 w 1404874"/>
              <a:gd name="connsiteY145" fmla="*/ 518165 h 1309814"/>
              <a:gd name="connsiteX146" fmla="*/ 815669 w 1404874"/>
              <a:gd name="connsiteY146" fmla="*/ 515155 h 1309814"/>
              <a:gd name="connsiteX147" fmla="*/ 810564 w 1404874"/>
              <a:gd name="connsiteY147" fmla="*/ 513876 h 1309814"/>
              <a:gd name="connsiteX148" fmla="*/ 810564 w 1404874"/>
              <a:gd name="connsiteY148" fmla="*/ 511092 h 1309814"/>
              <a:gd name="connsiteX149" fmla="*/ 903926 w 1404874"/>
              <a:gd name="connsiteY149" fmla="*/ 537051 h 1309814"/>
              <a:gd name="connsiteX150" fmla="*/ 911473 w 1404874"/>
              <a:gd name="connsiteY150" fmla="*/ 561128 h 1309814"/>
              <a:gd name="connsiteX151" fmla="*/ 929386 w 1404874"/>
              <a:gd name="connsiteY151" fmla="*/ 569856 h 1309814"/>
              <a:gd name="connsiteX152" fmla="*/ 941280 w 1404874"/>
              <a:gd name="connsiteY152" fmla="*/ 566170 h 1309814"/>
              <a:gd name="connsiteX153" fmla="*/ 949811 w 1404874"/>
              <a:gd name="connsiteY153" fmla="*/ 553378 h 1309814"/>
              <a:gd name="connsiteX154" fmla="*/ 952176 w 1404874"/>
              <a:gd name="connsiteY154" fmla="*/ 554883 h 1309814"/>
              <a:gd name="connsiteX155" fmla="*/ 942880 w 1404874"/>
              <a:gd name="connsiteY155" fmla="*/ 573693 h 1309814"/>
              <a:gd name="connsiteX156" fmla="*/ 923594 w 1404874"/>
              <a:gd name="connsiteY156" fmla="*/ 582121 h 1309814"/>
              <a:gd name="connsiteX157" fmla="*/ 902022 w 1404874"/>
              <a:gd name="connsiteY157" fmla="*/ 572490 h 1309814"/>
              <a:gd name="connsiteX158" fmla="*/ 893109 w 1404874"/>
              <a:gd name="connsiteY158" fmla="*/ 546456 h 1309814"/>
              <a:gd name="connsiteX159" fmla="*/ 902256 w 1404874"/>
              <a:gd name="connsiteY159" fmla="*/ 518918 h 1309814"/>
              <a:gd name="connsiteX160" fmla="*/ 925350 w 1404874"/>
              <a:gd name="connsiteY160" fmla="*/ 508985 h 1309814"/>
              <a:gd name="connsiteX161" fmla="*/ 944628 w 1404874"/>
              <a:gd name="connsiteY161" fmla="*/ 516660 h 1309814"/>
              <a:gd name="connsiteX162" fmla="*/ 952176 w 1404874"/>
              <a:gd name="connsiteY162" fmla="*/ 537051 h 1309814"/>
              <a:gd name="connsiteX163" fmla="*/ 903926 w 1404874"/>
              <a:gd name="connsiteY163" fmla="*/ 537051 h 1309814"/>
              <a:gd name="connsiteX164" fmla="*/ 903926 w 1404874"/>
              <a:gd name="connsiteY164" fmla="*/ 532687 h 1309814"/>
              <a:gd name="connsiteX165" fmla="*/ 936246 w 1404874"/>
              <a:gd name="connsiteY165" fmla="*/ 532687 h 1309814"/>
              <a:gd name="connsiteX166" fmla="*/ 934646 w 1404874"/>
              <a:gd name="connsiteY166" fmla="*/ 523356 h 1309814"/>
              <a:gd name="connsiteX167" fmla="*/ 928933 w 1404874"/>
              <a:gd name="connsiteY167" fmla="*/ 516736 h 1309814"/>
              <a:gd name="connsiteX168" fmla="*/ 921081 w 1404874"/>
              <a:gd name="connsiteY168" fmla="*/ 514328 h 1309814"/>
              <a:gd name="connsiteX169" fmla="*/ 909725 w 1404874"/>
              <a:gd name="connsiteY169" fmla="*/ 519218 h 1309814"/>
              <a:gd name="connsiteX170" fmla="*/ 903926 w 1404874"/>
              <a:gd name="connsiteY170" fmla="*/ 532687 h 1309814"/>
              <a:gd name="connsiteX171" fmla="*/ 985557 w 1404874"/>
              <a:gd name="connsiteY171" fmla="*/ 473019 h 1309814"/>
              <a:gd name="connsiteX172" fmla="*/ 985557 w 1404874"/>
              <a:gd name="connsiteY172" fmla="*/ 564439 h 1309814"/>
              <a:gd name="connsiteX173" fmla="*/ 986478 w 1404874"/>
              <a:gd name="connsiteY173" fmla="*/ 573016 h 1309814"/>
              <a:gd name="connsiteX174" fmla="*/ 989444 w 1404874"/>
              <a:gd name="connsiteY174" fmla="*/ 576252 h 1309814"/>
              <a:gd name="connsiteX175" fmla="*/ 996843 w 1404874"/>
              <a:gd name="connsiteY175" fmla="*/ 577305 h 1309814"/>
              <a:gd name="connsiteX176" fmla="*/ 996843 w 1404874"/>
              <a:gd name="connsiteY176" fmla="*/ 580013 h 1309814"/>
              <a:gd name="connsiteX177" fmla="*/ 962619 w 1404874"/>
              <a:gd name="connsiteY177" fmla="*/ 580013 h 1309814"/>
              <a:gd name="connsiteX178" fmla="*/ 962619 w 1404874"/>
              <a:gd name="connsiteY178" fmla="*/ 577305 h 1309814"/>
              <a:gd name="connsiteX179" fmla="*/ 969175 w 1404874"/>
              <a:gd name="connsiteY179" fmla="*/ 576327 h 1309814"/>
              <a:gd name="connsiteX180" fmla="*/ 971914 w 1404874"/>
              <a:gd name="connsiteY180" fmla="*/ 573092 h 1309814"/>
              <a:gd name="connsiteX181" fmla="*/ 972905 w 1404874"/>
              <a:gd name="connsiteY181" fmla="*/ 564439 h 1309814"/>
              <a:gd name="connsiteX182" fmla="*/ 972905 w 1404874"/>
              <a:gd name="connsiteY182" fmla="*/ 501838 h 1309814"/>
              <a:gd name="connsiteX183" fmla="*/ 972375 w 1404874"/>
              <a:gd name="connsiteY183" fmla="*/ 487541 h 1309814"/>
              <a:gd name="connsiteX184" fmla="*/ 970619 w 1404874"/>
              <a:gd name="connsiteY184" fmla="*/ 483855 h 1309814"/>
              <a:gd name="connsiteX185" fmla="*/ 967653 w 1404874"/>
              <a:gd name="connsiteY185" fmla="*/ 482876 h 1309814"/>
              <a:gd name="connsiteX186" fmla="*/ 962619 w 1404874"/>
              <a:gd name="connsiteY186" fmla="*/ 484080 h 1309814"/>
              <a:gd name="connsiteX187" fmla="*/ 961323 w 1404874"/>
              <a:gd name="connsiteY187" fmla="*/ 481447 h 1309814"/>
              <a:gd name="connsiteX188" fmla="*/ 982131 w 1404874"/>
              <a:gd name="connsiteY188" fmla="*/ 473019 h 1309814"/>
              <a:gd name="connsiteX189" fmla="*/ 985557 w 1404874"/>
              <a:gd name="connsiteY189" fmla="*/ 473019 h 1309814"/>
              <a:gd name="connsiteX190" fmla="*/ 546838 w 1404874"/>
              <a:gd name="connsiteY190" fmla="*/ 740205 h 1309814"/>
              <a:gd name="connsiteX191" fmla="*/ 546838 w 1404874"/>
              <a:gd name="connsiteY191" fmla="*/ 763680 h 1309814"/>
              <a:gd name="connsiteX192" fmla="*/ 544325 w 1404874"/>
              <a:gd name="connsiteY192" fmla="*/ 763680 h 1309814"/>
              <a:gd name="connsiteX193" fmla="*/ 536856 w 1404874"/>
              <a:gd name="connsiteY193" fmla="*/ 748631 h 1309814"/>
              <a:gd name="connsiteX194" fmla="*/ 525352 w 1404874"/>
              <a:gd name="connsiteY194" fmla="*/ 744643 h 1309814"/>
              <a:gd name="connsiteX195" fmla="*/ 516735 w 1404874"/>
              <a:gd name="connsiteY195" fmla="*/ 747428 h 1309814"/>
              <a:gd name="connsiteX196" fmla="*/ 513457 w 1404874"/>
              <a:gd name="connsiteY196" fmla="*/ 753597 h 1309814"/>
              <a:gd name="connsiteX197" fmla="*/ 515900 w 1404874"/>
              <a:gd name="connsiteY197" fmla="*/ 760820 h 1309814"/>
              <a:gd name="connsiteX198" fmla="*/ 525500 w 1404874"/>
              <a:gd name="connsiteY198" fmla="*/ 767367 h 1309814"/>
              <a:gd name="connsiteX199" fmla="*/ 536630 w 1404874"/>
              <a:gd name="connsiteY199" fmla="*/ 772709 h 1309814"/>
              <a:gd name="connsiteX200" fmla="*/ 552099 w 1404874"/>
              <a:gd name="connsiteY200" fmla="*/ 792347 h 1309814"/>
              <a:gd name="connsiteX201" fmla="*/ 544864 w 1404874"/>
              <a:gd name="connsiteY201" fmla="*/ 807546 h 1309814"/>
              <a:gd name="connsiteX202" fmla="*/ 528778 w 1404874"/>
              <a:gd name="connsiteY202" fmla="*/ 813265 h 1309814"/>
              <a:gd name="connsiteX203" fmla="*/ 514144 w 1404874"/>
              <a:gd name="connsiteY203" fmla="*/ 811007 h 1309814"/>
              <a:gd name="connsiteX204" fmla="*/ 510031 w 1404874"/>
              <a:gd name="connsiteY204" fmla="*/ 810255 h 1309814"/>
              <a:gd name="connsiteX205" fmla="*/ 507283 w 1404874"/>
              <a:gd name="connsiteY205" fmla="*/ 812211 h 1309814"/>
              <a:gd name="connsiteX206" fmla="*/ 504770 w 1404874"/>
              <a:gd name="connsiteY206" fmla="*/ 812211 h 1309814"/>
              <a:gd name="connsiteX207" fmla="*/ 504770 w 1404874"/>
              <a:gd name="connsiteY207" fmla="*/ 787607 h 1309814"/>
              <a:gd name="connsiteX208" fmla="*/ 507283 w 1404874"/>
              <a:gd name="connsiteY208" fmla="*/ 787607 h 1309814"/>
              <a:gd name="connsiteX209" fmla="*/ 515439 w 1404874"/>
              <a:gd name="connsiteY209" fmla="*/ 803483 h 1309814"/>
              <a:gd name="connsiteX210" fmla="*/ 528934 w 1404874"/>
              <a:gd name="connsiteY210" fmla="*/ 808825 h 1309814"/>
              <a:gd name="connsiteX211" fmla="*/ 537465 w 1404874"/>
              <a:gd name="connsiteY211" fmla="*/ 805816 h 1309814"/>
              <a:gd name="connsiteX212" fmla="*/ 540821 w 1404874"/>
              <a:gd name="connsiteY212" fmla="*/ 798442 h 1309814"/>
              <a:gd name="connsiteX213" fmla="*/ 537082 w 1404874"/>
              <a:gd name="connsiteY213" fmla="*/ 789713 h 1309814"/>
              <a:gd name="connsiteX214" fmla="*/ 522378 w 1404874"/>
              <a:gd name="connsiteY214" fmla="*/ 780760 h 1309814"/>
              <a:gd name="connsiteX215" fmla="*/ 507892 w 1404874"/>
              <a:gd name="connsiteY215" fmla="*/ 770978 h 1309814"/>
              <a:gd name="connsiteX216" fmla="*/ 504466 w 1404874"/>
              <a:gd name="connsiteY216" fmla="*/ 760144 h 1309814"/>
              <a:gd name="connsiteX217" fmla="*/ 510335 w 1404874"/>
              <a:gd name="connsiteY217" fmla="*/ 745922 h 1309814"/>
              <a:gd name="connsiteX218" fmla="*/ 525656 w 1404874"/>
              <a:gd name="connsiteY218" fmla="*/ 740205 h 1309814"/>
              <a:gd name="connsiteX219" fmla="*/ 535638 w 1404874"/>
              <a:gd name="connsiteY219" fmla="*/ 741935 h 1309814"/>
              <a:gd name="connsiteX220" fmla="*/ 540821 w 1404874"/>
              <a:gd name="connsiteY220" fmla="*/ 743064 h 1309814"/>
              <a:gd name="connsiteX221" fmla="*/ 542725 w 1404874"/>
              <a:gd name="connsiteY221" fmla="*/ 742537 h 1309814"/>
              <a:gd name="connsiteX222" fmla="*/ 544325 w 1404874"/>
              <a:gd name="connsiteY222" fmla="*/ 740205 h 1309814"/>
              <a:gd name="connsiteX223" fmla="*/ 546838 w 1404874"/>
              <a:gd name="connsiteY223" fmla="*/ 740205 h 1309814"/>
              <a:gd name="connsiteX224" fmla="*/ 557515 w 1404874"/>
              <a:gd name="connsiteY224" fmla="*/ 749083 h 1309814"/>
              <a:gd name="connsiteX225" fmla="*/ 579010 w 1404874"/>
              <a:gd name="connsiteY225" fmla="*/ 740505 h 1309814"/>
              <a:gd name="connsiteX226" fmla="*/ 581906 w 1404874"/>
              <a:gd name="connsiteY226" fmla="*/ 740505 h 1309814"/>
              <a:gd name="connsiteX227" fmla="*/ 581906 w 1404874"/>
              <a:gd name="connsiteY227" fmla="*/ 756607 h 1309814"/>
              <a:gd name="connsiteX228" fmla="*/ 592723 w 1404874"/>
              <a:gd name="connsiteY228" fmla="*/ 743891 h 1309814"/>
              <a:gd name="connsiteX229" fmla="*/ 604235 w 1404874"/>
              <a:gd name="connsiteY229" fmla="*/ 740205 h 1309814"/>
              <a:gd name="connsiteX230" fmla="*/ 621765 w 1404874"/>
              <a:gd name="connsiteY230" fmla="*/ 748331 h 1309814"/>
              <a:gd name="connsiteX231" fmla="*/ 630382 w 1404874"/>
              <a:gd name="connsiteY231" fmla="*/ 774214 h 1309814"/>
              <a:gd name="connsiteX232" fmla="*/ 620009 w 1404874"/>
              <a:gd name="connsiteY232" fmla="*/ 803708 h 1309814"/>
              <a:gd name="connsiteX233" fmla="*/ 598522 w 1404874"/>
              <a:gd name="connsiteY233" fmla="*/ 813265 h 1309814"/>
              <a:gd name="connsiteX234" fmla="*/ 588766 w 1404874"/>
              <a:gd name="connsiteY234" fmla="*/ 811684 h 1309814"/>
              <a:gd name="connsiteX235" fmla="*/ 581906 w 1404874"/>
              <a:gd name="connsiteY235" fmla="*/ 807170 h 1309814"/>
              <a:gd name="connsiteX236" fmla="*/ 581906 w 1404874"/>
              <a:gd name="connsiteY236" fmla="*/ 828163 h 1309814"/>
              <a:gd name="connsiteX237" fmla="*/ 582741 w 1404874"/>
              <a:gd name="connsiteY237" fmla="*/ 837116 h 1309814"/>
              <a:gd name="connsiteX238" fmla="*/ 585792 w 1404874"/>
              <a:gd name="connsiteY238" fmla="*/ 840201 h 1309814"/>
              <a:gd name="connsiteX239" fmla="*/ 593714 w 1404874"/>
              <a:gd name="connsiteY239" fmla="*/ 841330 h 1309814"/>
              <a:gd name="connsiteX240" fmla="*/ 593714 w 1404874"/>
              <a:gd name="connsiteY240" fmla="*/ 844114 h 1309814"/>
              <a:gd name="connsiteX241" fmla="*/ 557133 w 1404874"/>
              <a:gd name="connsiteY241" fmla="*/ 844114 h 1309814"/>
              <a:gd name="connsiteX242" fmla="*/ 557133 w 1404874"/>
              <a:gd name="connsiteY242" fmla="*/ 841330 h 1309814"/>
              <a:gd name="connsiteX243" fmla="*/ 559037 w 1404874"/>
              <a:gd name="connsiteY243" fmla="*/ 841330 h 1309814"/>
              <a:gd name="connsiteX244" fmla="*/ 566202 w 1404874"/>
              <a:gd name="connsiteY244" fmla="*/ 839750 h 1309814"/>
              <a:gd name="connsiteX245" fmla="*/ 568411 w 1404874"/>
              <a:gd name="connsiteY245" fmla="*/ 837041 h 1309814"/>
              <a:gd name="connsiteX246" fmla="*/ 569254 w 1404874"/>
              <a:gd name="connsiteY246" fmla="*/ 827711 h 1309814"/>
              <a:gd name="connsiteX247" fmla="*/ 569254 w 1404874"/>
              <a:gd name="connsiteY247" fmla="*/ 762552 h 1309814"/>
              <a:gd name="connsiteX248" fmla="*/ 568637 w 1404874"/>
              <a:gd name="connsiteY248" fmla="*/ 754049 h 1309814"/>
              <a:gd name="connsiteX249" fmla="*/ 566663 w 1404874"/>
              <a:gd name="connsiteY249" fmla="*/ 751340 h 1309814"/>
              <a:gd name="connsiteX250" fmla="*/ 563080 w 1404874"/>
              <a:gd name="connsiteY250" fmla="*/ 750437 h 1309814"/>
              <a:gd name="connsiteX251" fmla="*/ 558429 w 1404874"/>
              <a:gd name="connsiteY251" fmla="*/ 751491 h 1309814"/>
              <a:gd name="connsiteX252" fmla="*/ 557515 w 1404874"/>
              <a:gd name="connsiteY252" fmla="*/ 749083 h 1309814"/>
              <a:gd name="connsiteX253" fmla="*/ 581906 w 1404874"/>
              <a:gd name="connsiteY253" fmla="*/ 761046 h 1309814"/>
              <a:gd name="connsiteX254" fmla="*/ 581906 w 1404874"/>
              <a:gd name="connsiteY254" fmla="*/ 786779 h 1309814"/>
              <a:gd name="connsiteX255" fmla="*/ 582592 w 1404874"/>
              <a:gd name="connsiteY255" fmla="*/ 797765 h 1309814"/>
              <a:gd name="connsiteX256" fmla="*/ 587775 w 1404874"/>
              <a:gd name="connsiteY256" fmla="*/ 805440 h 1309814"/>
              <a:gd name="connsiteX257" fmla="*/ 598288 w 1404874"/>
              <a:gd name="connsiteY257" fmla="*/ 808750 h 1309814"/>
              <a:gd name="connsiteX258" fmla="*/ 610635 w 1404874"/>
              <a:gd name="connsiteY258" fmla="*/ 802881 h 1309814"/>
              <a:gd name="connsiteX259" fmla="*/ 616809 w 1404874"/>
              <a:gd name="connsiteY259" fmla="*/ 781287 h 1309814"/>
              <a:gd name="connsiteX260" fmla="*/ 609800 w 1404874"/>
              <a:gd name="connsiteY260" fmla="*/ 756983 h 1309814"/>
              <a:gd name="connsiteX261" fmla="*/ 598218 w 1404874"/>
              <a:gd name="connsiteY261" fmla="*/ 751115 h 1309814"/>
              <a:gd name="connsiteX262" fmla="*/ 590975 w 1404874"/>
              <a:gd name="connsiteY262" fmla="*/ 752921 h 1309814"/>
              <a:gd name="connsiteX263" fmla="*/ 581906 w 1404874"/>
              <a:gd name="connsiteY263" fmla="*/ 761046 h 1309814"/>
              <a:gd name="connsiteX264" fmla="*/ 680153 w 1404874"/>
              <a:gd name="connsiteY264" fmla="*/ 801226 h 1309814"/>
              <a:gd name="connsiteX265" fmla="*/ 666658 w 1404874"/>
              <a:gd name="connsiteY265" fmla="*/ 810707 h 1309814"/>
              <a:gd name="connsiteX266" fmla="*/ 657894 w 1404874"/>
              <a:gd name="connsiteY266" fmla="*/ 812587 h 1309814"/>
              <a:gd name="connsiteX267" fmla="*/ 645929 w 1404874"/>
              <a:gd name="connsiteY267" fmla="*/ 807696 h 1309814"/>
              <a:gd name="connsiteX268" fmla="*/ 641277 w 1404874"/>
              <a:gd name="connsiteY268" fmla="*/ 794830 h 1309814"/>
              <a:gd name="connsiteX269" fmla="*/ 643564 w 1404874"/>
              <a:gd name="connsiteY269" fmla="*/ 786102 h 1309814"/>
              <a:gd name="connsiteX270" fmla="*/ 654389 w 1404874"/>
              <a:gd name="connsiteY270" fmla="*/ 776471 h 1309814"/>
              <a:gd name="connsiteX271" fmla="*/ 680153 w 1404874"/>
              <a:gd name="connsiteY271" fmla="*/ 765486 h 1309814"/>
              <a:gd name="connsiteX272" fmla="*/ 680153 w 1404874"/>
              <a:gd name="connsiteY272" fmla="*/ 762777 h 1309814"/>
              <a:gd name="connsiteX273" fmla="*/ 676797 w 1404874"/>
              <a:gd name="connsiteY273" fmla="*/ 748631 h 1309814"/>
              <a:gd name="connsiteX274" fmla="*/ 667189 w 1404874"/>
              <a:gd name="connsiteY274" fmla="*/ 744794 h 1309814"/>
              <a:gd name="connsiteX275" fmla="*/ 659572 w 1404874"/>
              <a:gd name="connsiteY275" fmla="*/ 747352 h 1309814"/>
              <a:gd name="connsiteX276" fmla="*/ 656676 w 1404874"/>
              <a:gd name="connsiteY276" fmla="*/ 753221 h 1309814"/>
              <a:gd name="connsiteX277" fmla="*/ 656824 w 1404874"/>
              <a:gd name="connsiteY277" fmla="*/ 757585 h 1309814"/>
              <a:gd name="connsiteX278" fmla="*/ 654998 w 1404874"/>
              <a:gd name="connsiteY278" fmla="*/ 762928 h 1309814"/>
              <a:gd name="connsiteX279" fmla="*/ 650346 w 1404874"/>
              <a:gd name="connsiteY279" fmla="*/ 764808 h 1309814"/>
              <a:gd name="connsiteX280" fmla="*/ 645702 w 1404874"/>
              <a:gd name="connsiteY280" fmla="*/ 762852 h 1309814"/>
              <a:gd name="connsiteX281" fmla="*/ 643946 w 1404874"/>
              <a:gd name="connsiteY281" fmla="*/ 757510 h 1309814"/>
              <a:gd name="connsiteX282" fmla="*/ 650651 w 1404874"/>
              <a:gd name="connsiteY282" fmla="*/ 745622 h 1309814"/>
              <a:gd name="connsiteX283" fmla="*/ 669476 w 1404874"/>
              <a:gd name="connsiteY283" fmla="*/ 740205 h 1309814"/>
              <a:gd name="connsiteX284" fmla="*/ 684727 w 1404874"/>
              <a:gd name="connsiteY284" fmla="*/ 743290 h 1309814"/>
              <a:gd name="connsiteX285" fmla="*/ 691353 w 1404874"/>
              <a:gd name="connsiteY285" fmla="*/ 750588 h 1309814"/>
              <a:gd name="connsiteX286" fmla="*/ 692727 w 1404874"/>
              <a:gd name="connsiteY286" fmla="*/ 763831 h 1309814"/>
              <a:gd name="connsiteX287" fmla="*/ 692727 w 1404874"/>
              <a:gd name="connsiteY287" fmla="*/ 787231 h 1309814"/>
              <a:gd name="connsiteX288" fmla="*/ 693109 w 1404874"/>
              <a:gd name="connsiteY288" fmla="*/ 799344 h 1309814"/>
              <a:gd name="connsiteX289" fmla="*/ 694327 w 1404874"/>
              <a:gd name="connsiteY289" fmla="*/ 802279 h 1309814"/>
              <a:gd name="connsiteX290" fmla="*/ 696387 w 1404874"/>
              <a:gd name="connsiteY290" fmla="*/ 803032 h 1309814"/>
              <a:gd name="connsiteX291" fmla="*/ 698518 w 1404874"/>
              <a:gd name="connsiteY291" fmla="*/ 802505 h 1309814"/>
              <a:gd name="connsiteX292" fmla="*/ 704692 w 1404874"/>
              <a:gd name="connsiteY292" fmla="*/ 797012 h 1309814"/>
              <a:gd name="connsiteX293" fmla="*/ 704692 w 1404874"/>
              <a:gd name="connsiteY293" fmla="*/ 801226 h 1309814"/>
              <a:gd name="connsiteX294" fmla="*/ 688379 w 1404874"/>
              <a:gd name="connsiteY294" fmla="*/ 812512 h 1309814"/>
              <a:gd name="connsiteX295" fmla="*/ 682440 w 1404874"/>
              <a:gd name="connsiteY295" fmla="*/ 809954 h 1309814"/>
              <a:gd name="connsiteX296" fmla="*/ 680153 w 1404874"/>
              <a:gd name="connsiteY296" fmla="*/ 801226 h 1309814"/>
              <a:gd name="connsiteX297" fmla="*/ 680153 w 1404874"/>
              <a:gd name="connsiteY297" fmla="*/ 796335 h 1309814"/>
              <a:gd name="connsiteX298" fmla="*/ 680153 w 1404874"/>
              <a:gd name="connsiteY298" fmla="*/ 770075 h 1309814"/>
              <a:gd name="connsiteX299" fmla="*/ 665285 w 1404874"/>
              <a:gd name="connsiteY299" fmla="*/ 776471 h 1309814"/>
              <a:gd name="connsiteX300" fmla="*/ 656676 w 1404874"/>
              <a:gd name="connsiteY300" fmla="*/ 783393 h 1309814"/>
              <a:gd name="connsiteX301" fmla="*/ 654085 w 1404874"/>
              <a:gd name="connsiteY301" fmla="*/ 791294 h 1309814"/>
              <a:gd name="connsiteX302" fmla="*/ 657363 w 1404874"/>
              <a:gd name="connsiteY302" fmla="*/ 800323 h 1309814"/>
              <a:gd name="connsiteX303" fmla="*/ 664902 w 1404874"/>
              <a:gd name="connsiteY303" fmla="*/ 803859 h 1309814"/>
              <a:gd name="connsiteX304" fmla="*/ 680153 w 1404874"/>
              <a:gd name="connsiteY304" fmla="*/ 796335 h 1309814"/>
              <a:gd name="connsiteX305" fmla="*/ 730377 w 1404874"/>
              <a:gd name="connsiteY305" fmla="*/ 740205 h 1309814"/>
              <a:gd name="connsiteX306" fmla="*/ 730377 w 1404874"/>
              <a:gd name="connsiteY306" fmla="*/ 755704 h 1309814"/>
              <a:gd name="connsiteX307" fmla="*/ 748368 w 1404874"/>
              <a:gd name="connsiteY307" fmla="*/ 740205 h 1309814"/>
              <a:gd name="connsiteX308" fmla="*/ 755298 w 1404874"/>
              <a:gd name="connsiteY308" fmla="*/ 742763 h 1309814"/>
              <a:gd name="connsiteX309" fmla="*/ 758046 w 1404874"/>
              <a:gd name="connsiteY309" fmla="*/ 748556 h 1309814"/>
              <a:gd name="connsiteX310" fmla="*/ 756063 w 1404874"/>
              <a:gd name="connsiteY310" fmla="*/ 753522 h 1309814"/>
              <a:gd name="connsiteX311" fmla="*/ 751341 w 1404874"/>
              <a:gd name="connsiteY311" fmla="*/ 755553 h 1309814"/>
              <a:gd name="connsiteX312" fmla="*/ 745316 w 1404874"/>
              <a:gd name="connsiteY312" fmla="*/ 752995 h 1309814"/>
              <a:gd name="connsiteX313" fmla="*/ 740438 w 1404874"/>
              <a:gd name="connsiteY313" fmla="*/ 750362 h 1309814"/>
              <a:gd name="connsiteX314" fmla="*/ 737464 w 1404874"/>
              <a:gd name="connsiteY314" fmla="*/ 751867 h 1309814"/>
              <a:gd name="connsiteX315" fmla="*/ 730377 w 1404874"/>
              <a:gd name="connsiteY315" fmla="*/ 762025 h 1309814"/>
              <a:gd name="connsiteX316" fmla="*/ 730377 w 1404874"/>
              <a:gd name="connsiteY316" fmla="*/ 795056 h 1309814"/>
              <a:gd name="connsiteX317" fmla="*/ 731829 w 1404874"/>
              <a:gd name="connsiteY317" fmla="*/ 803708 h 1309814"/>
              <a:gd name="connsiteX318" fmla="*/ 735333 w 1404874"/>
              <a:gd name="connsiteY318" fmla="*/ 807095 h 1309814"/>
              <a:gd name="connsiteX319" fmla="*/ 742576 w 1404874"/>
              <a:gd name="connsiteY319" fmla="*/ 808449 h 1309814"/>
              <a:gd name="connsiteX320" fmla="*/ 742576 w 1404874"/>
              <a:gd name="connsiteY320" fmla="*/ 811157 h 1309814"/>
              <a:gd name="connsiteX321" fmla="*/ 706830 w 1404874"/>
              <a:gd name="connsiteY321" fmla="*/ 811157 h 1309814"/>
              <a:gd name="connsiteX322" fmla="*/ 706830 w 1404874"/>
              <a:gd name="connsiteY322" fmla="*/ 808449 h 1309814"/>
              <a:gd name="connsiteX323" fmla="*/ 714752 w 1404874"/>
              <a:gd name="connsiteY323" fmla="*/ 806793 h 1309814"/>
              <a:gd name="connsiteX324" fmla="*/ 717421 w 1404874"/>
              <a:gd name="connsiteY324" fmla="*/ 802956 h 1309814"/>
              <a:gd name="connsiteX325" fmla="*/ 717804 w 1404874"/>
              <a:gd name="connsiteY325" fmla="*/ 795658 h 1309814"/>
              <a:gd name="connsiteX326" fmla="*/ 717804 w 1404874"/>
              <a:gd name="connsiteY326" fmla="*/ 768947 h 1309814"/>
              <a:gd name="connsiteX327" fmla="*/ 717265 w 1404874"/>
              <a:gd name="connsiteY327" fmla="*/ 754651 h 1309814"/>
              <a:gd name="connsiteX328" fmla="*/ 715439 w 1404874"/>
              <a:gd name="connsiteY328" fmla="*/ 751265 h 1309814"/>
              <a:gd name="connsiteX329" fmla="*/ 712161 w 1404874"/>
              <a:gd name="connsiteY329" fmla="*/ 750212 h 1309814"/>
              <a:gd name="connsiteX330" fmla="*/ 706830 w 1404874"/>
              <a:gd name="connsiteY330" fmla="*/ 751340 h 1309814"/>
              <a:gd name="connsiteX331" fmla="*/ 706065 w 1404874"/>
              <a:gd name="connsiteY331" fmla="*/ 748631 h 1309814"/>
              <a:gd name="connsiteX332" fmla="*/ 727177 w 1404874"/>
              <a:gd name="connsiteY332" fmla="*/ 740205 h 1309814"/>
              <a:gd name="connsiteX333" fmla="*/ 730377 w 1404874"/>
              <a:gd name="connsiteY333" fmla="*/ 740205 h 1309814"/>
              <a:gd name="connsiteX334" fmla="*/ 807052 w 1404874"/>
              <a:gd name="connsiteY334" fmla="*/ 740205 h 1309814"/>
              <a:gd name="connsiteX335" fmla="*/ 807052 w 1404874"/>
              <a:gd name="connsiteY335" fmla="*/ 763680 h 1309814"/>
              <a:gd name="connsiteX336" fmla="*/ 804539 w 1404874"/>
              <a:gd name="connsiteY336" fmla="*/ 763680 h 1309814"/>
              <a:gd name="connsiteX337" fmla="*/ 797070 w 1404874"/>
              <a:gd name="connsiteY337" fmla="*/ 748631 h 1309814"/>
              <a:gd name="connsiteX338" fmla="*/ 785558 w 1404874"/>
              <a:gd name="connsiteY338" fmla="*/ 744643 h 1309814"/>
              <a:gd name="connsiteX339" fmla="*/ 776949 w 1404874"/>
              <a:gd name="connsiteY339" fmla="*/ 747428 h 1309814"/>
              <a:gd name="connsiteX340" fmla="*/ 773671 w 1404874"/>
              <a:gd name="connsiteY340" fmla="*/ 753597 h 1309814"/>
              <a:gd name="connsiteX341" fmla="*/ 776106 w 1404874"/>
              <a:gd name="connsiteY341" fmla="*/ 760820 h 1309814"/>
              <a:gd name="connsiteX342" fmla="*/ 785714 w 1404874"/>
              <a:gd name="connsiteY342" fmla="*/ 767367 h 1309814"/>
              <a:gd name="connsiteX343" fmla="*/ 796843 w 1404874"/>
              <a:gd name="connsiteY343" fmla="*/ 772709 h 1309814"/>
              <a:gd name="connsiteX344" fmla="*/ 812313 w 1404874"/>
              <a:gd name="connsiteY344" fmla="*/ 792347 h 1309814"/>
              <a:gd name="connsiteX345" fmla="*/ 805070 w 1404874"/>
              <a:gd name="connsiteY345" fmla="*/ 807546 h 1309814"/>
              <a:gd name="connsiteX346" fmla="*/ 788992 w 1404874"/>
              <a:gd name="connsiteY346" fmla="*/ 813265 h 1309814"/>
              <a:gd name="connsiteX347" fmla="*/ 774358 w 1404874"/>
              <a:gd name="connsiteY347" fmla="*/ 811007 h 1309814"/>
              <a:gd name="connsiteX348" fmla="*/ 770245 w 1404874"/>
              <a:gd name="connsiteY348" fmla="*/ 810255 h 1309814"/>
              <a:gd name="connsiteX349" fmla="*/ 767497 w 1404874"/>
              <a:gd name="connsiteY349" fmla="*/ 812211 h 1309814"/>
              <a:gd name="connsiteX350" fmla="*/ 764984 w 1404874"/>
              <a:gd name="connsiteY350" fmla="*/ 812211 h 1309814"/>
              <a:gd name="connsiteX351" fmla="*/ 764984 w 1404874"/>
              <a:gd name="connsiteY351" fmla="*/ 787607 h 1309814"/>
              <a:gd name="connsiteX352" fmla="*/ 767497 w 1404874"/>
              <a:gd name="connsiteY352" fmla="*/ 787607 h 1309814"/>
              <a:gd name="connsiteX353" fmla="*/ 775653 w 1404874"/>
              <a:gd name="connsiteY353" fmla="*/ 803483 h 1309814"/>
              <a:gd name="connsiteX354" fmla="*/ 789140 w 1404874"/>
              <a:gd name="connsiteY354" fmla="*/ 808825 h 1309814"/>
              <a:gd name="connsiteX355" fmla="*/ 797679 w 1404874"/>
              <a:gd name="connsiteY355" fmla="*/ 805816 h 1309814"/>
              <a:gd name="connsiteX356" fmla="*/ 801035 w 1404874"/>
              <a:gd name="connsiteY356" fmla="*/ 798442 h 1309814"/>
              <a:gd name="connsiteX357" fmla="*/ 797296 w 1404874"/>
              <a:gd name="connsiteY357" fmla="*/ 789713 h 1309814"/>
              <a:gd name="connsiteX358" fmla="*/ 782592 w 1404874"/>
              <a:gd name="connsiteY358" fmla="*/ 780760 h 1309814"/>
              <a:gd name="connsiteX359" fmla="*/ 768106 w 1404874"/>
              <a:gd name="connsiteY359" fmla="*/ 770978 h 1309814"/>
              <a:gd name="connsiteX360" fmla="*/ 764680 w 1404874"/>
              <a:gd name="connsiteY360" fmla="*/ 760144 h 1309814"/>
              <a:gd name="connsiteX361" fmla="*/ 770549 w 1404874"/>
              <a:gd name="connsiteY361" fmla="*/ 745922 h 1309814"/>
              <a:gd name="connsiteX362" fmla="*/ 785862 w 1404874"/>
              <a:gd name="connsiteY362" fmla="*/ 740205 h 1309814"/>
              <a:gd name="connsiteX363" fmla="*/ 795852 w 1404874"/>
              <a:gd name="connsiteY363" fmla="*/ 741935 h 1309814"/>
              <a:gd name="connsiteX364" fmla="*/ 801035 w 1404874"/>
              <a:gd name="connsiteY364" fmla="*/ 743064 h 1309814"/>
              <a:gd name="connsiteX365" fmla="*/ 802939 w 1404874"/>
              <a:gd name="connsiteY365" fmla="*/ 742537 h 1309814"/>
              <a:gd name="connsiteX366" fmla="*/ 804539 w 1404874"/>
              <a:gd name="connsiteY366" fmla="*/ 740205 h 1309814"/>
              <a:gd name="connsiteX367" fmla="*/ 807052 w 1404874"/>
              <a:gd name="connsiteY367" fmla="*/ 740205 h 1309814"/>
              <a:gd name="connsiteX368" fmla="*/ 840512 w 1404874"/>
              <a:gd name="connsiteY368" fmla="*/ 704163 h 1309814"/>
              <a:gd name="connsiteX369" fmla="*/ 845928 w 1404874"/>
              <a:gd name="connsiteY369" fmla="*/ 706421 h 1309814"/>
              <a:gd name="connsiteX370" fmla="*/ 848215 w 1404874"/>
              <a:gd name="connsiteY370" fmla="*/ 711763 h 1309814"/>
              <a:gd name="connsiteX371" fmla="*/ 845928 w 1404874"/>
              <a:gd name="connsiteY371" fmla="*/ 717180 h 1309814"/>
              <a:gd name="connsiteX372" fmla="*/ 840512 w 1404874"/>
              <a:gd name="connsiteY372" fmla="*/ 719438 h 1309814"/>
              <a:gd name="connsiteX373" fmla="*/ 835025 w 1404874"/>
              <a:gd name="connsiteY373" fmla="*/ 717180 h 1309814"/>
              <a:gd name="connsiteX374" fmla="*/ 832738 w 1404874"/>
              <a:gd name="connsiteY374" fmla="*/ 711763 h 1309814"/>
              <a:gd name="connsiteX375" fmla="*/ 834955 w 1404874"/>
              <a:gd name="connsiteY375" fmla="*/ 706421 h 1309814"/>
              <a:gd name="connsiteX376" fmla="*/ 840512 w 1404874"/>
              <a:gd name="connsiteY376" fmla="*/ 704163 h 1309814"/>
              <a:gd name="connsiteX377" fmla="*/ 846841 w 1404874"/>
              <a:gd name="connsiteY377" fmla="*/ 740205 h 1309814"/>
              <a:gd name="connsiteX378" fmla="*/ 846841 w 1404874"/>
              <a:gd name="connsiteY378" fmla="*/ 795583 h 1309814"/>
              <a:gd name="connsiteX379" fmla="*/ 847755 w 1404874"/>
              <a:gd name="connsiteY379" fmla="*/ 804235 h 1309814"/>
              <a:gd name="connsiteX380" fmla="*/ 850580 w 1404874"/>
              <a:gd name="connsiteY380" fmla="*/ 807396 h 1309814"/>
              <a:gd name="connsiteX381" fmla="*/ 857433 w 1404874"/>
              <a:gd name="connsiteY381" fmla="*/ 808449 h 1309814"/>
              <a:gd name="connsiteX382" fmla="*/ 857433 w 1404874"/>
              <a:gd name="connsiteY382" fmla="*/ 811157 h 1309814"/>
              <a:gd name="connsiteX383" fmla="*/ 823521 w 1404874"/>
              <a:gd name="connsiteY383" fmla="*/ 811157 h 1309814"/>
              <a:gd name="connsiteX384" fmla="*/ 823521 w 1404874"/>
              <a:gd name="connsiteY384" fmla="*/ 808449 h 1309814"/>
              <a:gd name="connsiteX385" fmla="*/ 830381 w 1404874"/>
              <a:gd name="connsiteY385" fmla="*/ 807471 h 1309814"/>
              <a:gd name="connsiteX386" fmla="*/ 833120 w 1404874"/>
              <a:gd name="connsiteY386" fmla="*/ 804235 h 1309814"/>
              <a:gd name="connsiteX387" fmla="*/ 834190 w 1404874"/>
              <a:gd name="connsiteY387" fmla="*/ 795583 h 1309814"/>
              <a:gd name="connsiteX388" fmla="*/ 834190 w 1404874"/>
              <a:gd name="connsiteY388" fmla="*/ 769022 h 1309814"/>
              <a:gd name="connsiteX389" fmla="*/ 833503 w 1404874"/>
              <a:gd name="connsiteY389" fmla="*/ 754500 h 1309814"/>
              <a:gd name="connsiteX390" fmla="*/ 831825 w 1404874"/>
              <a:gd name="connsiteY390" fmla="*/ 751189 h 1309814"/>
              <a:gd name="connsiteX391" fmla="*/ 828703 w 1404874"/>
              <a:gd name="connsiteY391" fmla="*/ 750212 h 1309814"/>
              <a:gd name="connsiteX392" fmla="*/ 823521 w 1404874"/>
              <a:gd name="connsiteY392" fmla="*/ 751340 h 1309814"/>
              <a:gd name="connsiteX393" fmla="*/ 822451 w 1404874"/>
              <a:gd name="connsiteY393" fmla="*/ 748631 h 1309814"/>
              <a:gd name="connsiteX394" fmla="*/ 843485 w 1404874"/>
              <a:gd name="connsiteY394" fmla="*/ 740205 h 1309814"/>
              <a:gd name="connsiteX395" fmla="*/ 846841 w 1404874"/>
              <a:gd name="connsiteY395" fmla="*/ 740205 h 1309814"/>
              <a:gd name="connsiteX396" fmla="*/ 886474 w 1404874"/>
              <a:gd name="connsiteY396" fmla="*/ 719588 h 1309814"/>
              <a:gd name="connsiteX397" fmla="*/ 886474 w 1404874"/>
              <a:gd name="connsiteY397" fmla="*/ 742236 h 1309814"/>
              <a:gd name="connsiteX398" fmla="*/ 902787 w 1404874"/>
              <a:gd name="connsiteY398" fmla="*/ 742236 h 1309814"/>
              <a:gd name="connsiteX399" fmla="*/ 902787 w 1404874"/>
              <a:gd name="connsiteY399" fmla="*/ 747503 h 1309814"/>
              <a:gd name="connsiteX400" fmla="*/ 886474 w 1404874"/>
              <a:gd name="connsiteY400" fmla="*/ 747503 h 1309814"/>
              <a:gd name="connsiteX401" fmla="*/ 886474 w 1404874"/>
              <a:gd name="connsiteY401" fmla="*/ 792197 h 1309814"/>
              <a:gd name="connsiteX402" fmla="*/ 888379 w 1404874"/>
              <a:gd name="connsiteY402" fmla="*/ 801226 h 1309814"/>
              <a:gd name="connsiteX403" fmla="*/ 893413 w 1404874"/>
              <a:gd name="connsiteY403" fmla="*/ 803558 h 1309814"/>
              <a:gd name="connsiteX404" fmla="*/ 898291 w 1404874"/>
              <a:gd name="connsiteY404" fmla="*/ 802053 h 1309814"/>
              <a:gd name="connsiteX405" fmla="*/ 901952 w 1404874"/>
              <a:gd name="connsiteY405" fmla="*/ 797464 h 1309814"/>
              <a:gd name="connsiteX406" fmla="*/ 904917 w 1404874"/>
              <a:gd name="connsiteY406" fmla="*/ 797464 h 1309814"/>
              <a:gd name="connsiteX407" fmla="*/ 897378 w 1404874"/>
              <a:gd name="connsiteY407" fmla="*/ 808599 h 1309814"/>
              <a:gd name="connsiteX408" fmla="*/ 887317 w 1404874"/>
              <a:gd name="connsiteY408" fmla="*/ 812286 h 1309814"/>
              <a:gd name="connsiteX409" fmla="*/ 880457 w 1404874"/>
              <a:gd name="connsiteY409" fmla="*/ 810405 h 1309814"/>
              <a:gd name="connsiteX410" fmla="*/ 875501 w 1404874"/>
              <a:gd name="connsiteY410" fmla="*/ 804913 h 1309814"/>
              <a:gd name="connsiteX411" fmla="*/ 873901 w 1404874"/>
              <a:gd name="connsiteY411" fmla="*/ 793852 h 1309814"/>
              <a:gd name="connsiteX412" fmla="*/ 873901 w 1404874"/>
              <a:gd name="connsiteY412" fmla="*/ 747503 h 1309814"/>
              <a:gd name="connsiteX413" fmla="*/ 862849 w 1404874"/>
              <a:gd name="connsiteY413" fmla="*/ 747503 h 1309814"/>
              <a:gd name="connsiteX414" fmla="*/ 862849 w 1404874"/>
              <a:gd name="connsiteY414" fmla="*/ 745020 h 1309814"/>
              <a:gd name="connsiteX415" fmla="*/ 871388 w 1404874"/>
              <a:gd name="connsiteY415" fmla="*/ 739452 h 1309814"/>
              <a:gd name="connsiteX416" fmla="*/ 879231 w 1404874"/>
              <a:gd name="connsiteY416" fmla="*/ 730047 h 1309814"/>
              <a:gd name="connsiteX417" fmla="*/ 884110 w 1404874"/>
              <a:gd name="connsiteY417" fmla="*/ 719588 h 1309814"/>
              <a:gd name="connsiteX418" fmla="*/ 886474 w 1404874"/>
              <a:gd name="connsiteY418" fmla="*/ 719588 h 1309814"/>
              <a:gd name="connsiteX419" fmla="*/ 905682 w 1404874"/>
              <a:gd name="connsiteY419" fmla="*/ 742236 h 1309814"/>
              <a:gd name="connsiteX420" fmla="*/ 938229 w 1404874"/>
              <a:gd name="connsiteY420" fmla="*/ 742236 h 1309814"/>
              <a:gd name="connsiteX421" fmla="*/ 938229 w 1404874"/>
              <a:gd name="connsiteY421" fmla="*/ 745020 h 1309814"/>
              <a:gd name="connsiteX422" fmla="*/ 936628 w 1404874"/>
              <a:gd name="connsiteY422" fmla="*/ 745020 h 1309814"/>
              <a:gd name="connsiteX423" fmla="*/ 931446 w 1404874"/>
              <a:gd name="connsiteY423" fmla="*/ 746525 h 1309814"/>
              <a:gd name="connsiteX424" fmla="*/ 929768 w 1404874"/>
              <a:gd name="connsiteY424" fmla="*/ 750136 h 1309814"/>
              <a:gd name="connsiteX425" fmla="*/ 932281 w 1404874"/>
              <a:gd name="connsiteY425" fmla="*/ 758262 h 1309814"/>
              <a:gd name="connsiteX426" fmla="*/ 949280 w 1404874"/>
              <a:gd name="connsiteY426" fmla="*/ 793024 h 1309814"/>
              <a:gd name="connsiteX427" fmla="*/ 964905 w 1404874"/>
              <a:gd name="connsiteY427" fmla="*/ 754952 h 1309814"/>
              <a:gd name="connsiteX428" fmla="*/ 966201 w 1404874"/>
              <a:gd name="connsiteY428" fmla="*/ 748857 h 1309814"/>
              <a:gd name="connsiteX429" fmla="*/ 965670 w 1404874"/>
              <a:gd name="connsiteY429" fmla="*/ 746825 h 1309814"/>
              <a:gd name="connsiteX430" fmla="*/ 963758 w 1404874"/>
              <a:gd name="connsiteY430" fmla="*/ 745546 h 1309814"/>
              <a:gd name="connsiteX431" fmla="*/ 959192 w 1404874"/>
              <a:gd name="connsiteY431" fmla="*/ 745020 h 1309814"/>
              <a:gd name="connsiteX432" fmla="*/ 959192 w 1404874"/>
              <a:gd name="connsiteY432" fmla="*/ 742236 h 1309814"/>
              <a:gd name="connsiteX433" fmla="*/ 981904 w 1404874"/>
              <a:gd name="connsiteY433" fmla="*/ 742236 h 1309814"/>
              <a:gd name="connsiteX434" fmla="*/ 981904 w 1404874"/>
              <a:gd name="connsiteY434" fmla="*/ 745020 h 1309814"/>
              <a:gd name="connsiteX435" fmla="*/ 977557 w 1404874"/>
              <a:gd name="connsiteY435" fmla="*/ 746224 h 1309814"/>
              <a:gd name="connsiteX436" fmla="*/ 974201 w 1404874"/>
              <a:gd name="connsiteY436" fmla="*/ 749610 h 1309814"/>
              <a:gd name="connsiteX437" fmla="*/ 971610 w 1404874"/>
              <a:gd name="connsiteY437" fmla="*/ 755403 h 1309814"/>
              <a:gd name="connsiteX438" fmla="*/ 943185 w 1404874"/>
              <a:gd name="connsiteY438" fmla="*/ 824175 h 1309814"/>
              <a:gd name="connsiteX439" fmla="*/ 932359 w 1404874"/>
              <a:gd name="connsiteY439" fmla="*/ 839298 h 1309814"/>
              <a:gd name="connsiteX440" fmla="*/ 919552 w 1404874"/>
              <a:gd name="connsiteY440" fmla="*/ 844415 h 1309814"/>
              <a:gd name="connsiteX441" fmla="*/ 912160 w 1404874"/>
              <a:gd name="connsiteY441" fmla="*/ 841856 h 1309814"/>
              <a:gd name="connsiteX442" fmla="*/ 909265 w 1404874"/>
              <a:gd name="connsiteY442" fmla="*/ 835988 h 1309814"/>
              <a:gd name="connsiteX443" fmla="*/ 911325 w 1404874"/>
              <a:gd name="connsiteY443" fmla="*/ 830871 h 1309814"/>
              <a:gd name="connsiteX444" fmla="*/ 917116 w 1404874"/>
              <a:gd name="connsiteY444" fmla="*/ 828990 h 1309814"/>
              <a:gd name="connsiteX445" fmla="*/ 923977 w 1404874"/>
              <a:gd name="connsiteY445" fmla="*/ 830645 h 1309814"/>
              <a:gd name="connsiteX446" fmla="*/ 927786 w 1404874"/>
              <a:gd name="connsiteY446" fmla="*/ 831774 h 1309814"/>
              <a:gd name="connsiteX447" fmla="*/ 932742 w 1404874"/>
              <a:gd name="connsiteY447" fmla="*/ 829442 h 1309814"/>
              <a:gd name="connsiteX448" fmla="*/ 938229 w 1404874"/>
              <a:gd name="connsiteY448" fmla="*/ 820412 h 1309814"/>
              <a:gd name="connsiteX449" fmla="*/ 943185 w 1404874"/>
              <a:gd name="connsiteY449" fmla="*/ 808449 h 1309814"/>
              <a:gd name="connsiteX450" fmla="*/ 918108 w 1404874"/>
              <a:gd name="connsiteY450" fmla="*/ 756456 h 1309814"/>
              <a:gd name="connsiteX451" fmla="*/ 914447 w 1404874"/>
              <a:gd name="connsiteY451" fmla="*/ 750663 h 1309814"/>
              <a:gd name="connsiteX452" fmla="*/ 911325 w 1404874"/>
              <a:gd name="connsiteY452" fmla="*/ 747127 h 1309814"/>
              <a:gd name="connsiteX453" fmla="*/ 905682 w 1404874"/>
              <a:gd name="connsiteY453" fmla="*/ 745020 h 1309814"/>
              <a:gd name="connsiteX454" fmla="*/ 905682 w 1404874"/>
              <a:gd name="connsiteY454" fmla="*/ 742236 h 130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</a:cxnLst>
            <a:rect l="l" t="t" r="r" b="b"/>
            <a:pathLst>
              <a:path w="1404874" h="1309814">
                <a:moveTo>
                  <a:pt x="503553" y="522980"/>
                </a:moveTo>
                <a:cubicBezTo>
                  <a:pt x="510304" y="513701"/>
                  <a:pt x="517601" y="509061"/>
                  <a:pt x="525422" y="509061"/>
                </a:cubicBezTo>
                <a:cubicBezTo>
                  <a:pt x="532587" y="509061"/>
                  <a:pt x="538838" y="512095"/>
                  <a:pt x="544177" y="518165"/>
                </a:cubicBezTo>
                <a:cubicBezTo>
                  <a:pt x="549508" y="524185"/>
                  <a:pt x="552177" y="532436"/>
                  <a:pt x="552177" y="542920"/>
                </a:cubicBezTo>
                <a:cubicBezTo>
                  <a:pt x="552177" y="555159"/>
                  <a:pt x="548064" y="565015"/>
                  <a:pt x="539830" y="572490"/>
                </a:cubicBezTo>
                <a:cubicBezTo>
                  <a:pt x="532766" y="578910"/>
                  <a:pt x="524891" y="582121"/>
                  <a:pt x="516204" y="582121"/>
                </a:cubicBezTo>
                <a:cubicBezTo>
                  <a:pt x="512138" y="582121"/>
                  <a:pt x="507994" y="581393"/>
                  <a:pt x="503779" y="579939"/>
                </a:cubicBezTo>
                <a:cubicBezTo>
                  <a:pt x="499611" y="578484"/>
                  <a:pt x="495342" y="576302"/>
                  <a:pt x="490971" y="573393"/>
                </a:cubicBezTo>
                <a:lnTo>
                  <a:pt x="490971" y="501988"/>
                </a:lnTo>
                <a:cubicBezTo>
                  <a:pt x="490971" y="494163"/>
                  <a:pt x="490768" y="489347"/>
                  <a:pt x="490362" y="487541"/>
                </a:cubicBezTo>
                <a:cubicBezTo>
                  <a:pt x="490011" y="485735"/>
                  <a:pt x="489426" y="484506"/>
                  <a:pt x="488614" y="483855"/>
                </a:cubicBezTo>
                <a:cubicBezTo>
                  <a:pt x="487795" y="483202"/>
                  <a:pt x="486780" y="482876"/>
                  <a:pt x="485562" y="482876"/>
                </a:cubicBezTo>
                <a:cubicBezTo>
                  <a:pt x="484142" y="482876"/>
                  <a:pt x="482362" y="483277"/>
                  <a:pt x="480224" y="484080"/>
                </a:cubicBezTo>
                <a:lnTo>
                  <a:pt x="479162" y="481447"/>
                </a:lnTo>
                <a:lnTo>
                  <a:pt x="500118" y="473019"/>
                </a:lnTo>
                <a:lnTo>
                  <a:pt x="503553" y="473019"/>
                </a:lnTo>
                <a:lnTo>
                  <a:pt x="503553" y="522980"/>
                </a:lnTo>
                <a:close/>
                <a:moveTo>
                  <a:pt x="503553" y="527796"/>
                </a:moveTo>
                <a:lnTo>
                  <a:pt x="503553" y="569029"/>
                </a:lnTo>
                <a:cubicBezTo>
                  <a:pt x="506144" y="571537"/>
                  <a:pt x="508805" y="573443"/>
                  <a:pt x="511553" y="574747"/>
                </a:cubicBezTo>
                <a:cubicBezTo>
                  <a:pt x="514347" y="576001"/>
                  <a:pt x="517195" y="576628"/>
                  <a:pt x="520091" y="576628"/>
                </a:cubicBezTo>
                <a:cubicBezTo>
                  <a:pt x="524712" y="576628"/>
                  <a:pt x="529004" y="574120"/>
                  <a:pt x="532969" y="569103"/>
                </a:cubicBezTo>
                <a:cubicBezTo>
                  <a:pt x="536981" y="564088"/>
                  <a:pt x="538994" y="556789"/>
                  <a:pt x="538994" y="547208"/>
                </a:cubicBezTo>
                <a:cubicBezTo>
                  <a:pt x="538994" y="538380"/>
                  <a:pt x="536981" y="531608"/>
                  <a:pt x="532969" y="526893"/>
                </a:cubicBezTo>
                <a:cubicBezTo>
                  <a:pt x="529004" y="522127"/>
                  <a:pt x="524485" y="519745"/>
                  <a:pt x="519404" y="519745"/>
                </a:cubicBezTo>
                <a:cubicBezTo>
                  <a:pt x="516712" y="519745"/>
                  <a:pt x="514019" y="520422"/>
                  <a:pt x="511326" y="521777"/>
                </a:cubicBezTo>
                <a:cubicBezTo>
                  <a:pt x="509289" y="522780"/>
                  <a:pt x="506698" y="524786"/>
                  <a:pt x="503553" y="527796"/>
                </a:cubicBezTo>
                <a:close/>
                <a:moveTo>
                  <a:pt x="580228" y="473019"/>
                </a:moveTo>
                <a:cubicBezTo>
                  <a:pt x="582358" y="473019"/>
                  <a:pt x="584161" y="473772"/>
                  <a:pt x="585636" y="475277"/>
                </a:cubicBezTo>
                <a:cubicBezTo>
                  <a:pt x="587166" y="476731"/>
                  <a:pt x="587923" y="478512"/>
                  <a:pt x="587923" y="480619"/>
                </a:cubicBezTo>
                <a:cubicBezTo>
                  <a:pt x="587923" y="482726"/>
                  <a:pt x="587166" y="484532"/>
                  <a:pt x="585636" y="486037"/>
                </a:cubicBezTo>
                <a:cubicBezTo>
                  <a:pt x="584161" y="487541"/>
                  <a:pt x="582358" y="488294"/>
                  <a:pt x="580228" y="488294"/>
                </a:cubicBezTo>
                <a:cubicBezTo>
                  <a:pt x="578089" y="488294"/>
                  <a:pt x="576263" y="487541"/>
                  <a:pt x="574741" y="486037"/>
                </a:cubicBezTo>
                <a:cubicBezTo>
                  <a:pt x="573211" y="484532"/>
                  <a:pt x="572454" y="482726"/>
                  <a:pt x="572454" y="480619"/>
                </a:cubicBezTo>
                <a:cubicBezTo>
                  <a:pt x="572454" y="478512"/>
                  <a:pt x="573188" y="476731"/>
                  <a:pt x="574663" y="475277"/>
                </a:cubicBezTo>
                <a:cubicBezTo>
                  <a:pt x="576185" y="473772"/>
                  <a:pt x="578042" y="473019"/>
                  <a:pt x="580228" y="473019"/>
                </a:cubicBezTo>
                <a:close/>
                <a:moveTo>
                  <a:pt x="586549" y="509061"/>
                </a:moveTo>
                <a:lnTo>
                  <a:pt x="586549" y="564439"/>
                </a:lnTo>
                <a:cubicBezTo>
                  <a:pt x="586549" y="568753"/>
                  <a:pt x="586854" y="571637"/>
                  <a:pt x="587470" y="573092"/>
                </a:cubicBezTo>
                <a:cubicBezTo>
                  <a:pt x="588126" y="574496"/>
                  <a:pt x="589070" y="575549"/>
                  <a:pt x="590288" y="576252"/>
                </a:cubicBezTo>
                <a:cubicBezTo>
                  <a:pt x="591560" y="576954"/>
                  <a:pt x="593847" y="577305"/>
                  <a:pt x="597148" y="577305"/>
                </a:cubicBezTo>
                <a:lnTo>
                  <a:pt x="597148" y="580013"/>
                </a:lnTo>
                <a:lnTo>
                  <a:pt x="563229" y="580013"/>
                </a:lnTo>
                <a:lnTo>
                  <a:pt x="563229" y="577305"/>
                </a:lnTo>
                <a:cubicBezTo>
                  <a:pt x="566631" y="577305"/>
                  <a:pt x="568918" y="576979"/>
                  <a:pt x="570089" y="576327"/>
                </a:cubicBezTo>
                <a:cubicBezTo>
                  <a:pt x="571260" y="575675"/>
                  <a:pt x="572173" y="574596"/>
                  <a:pt x="572836" y="573092"/>
                </a:cubicBezTo>
                <a:cubicBezTo>
                  <a:pt x="573547" y="571587"/>
                  <a:pt x="573898" y="568702"/>
                  <a:pt x="573898" y="564439"/>
                </a:cubicBezTo>
                <a:lnTo>
                  <a:pt x="573898" y="537878"/>
                </a:lnTo>
                <a:cubicBezTo>
                  <a:pt x="573898" y="530404"/>
                  <a:pt x="573671" y="525564"/>
                  <a:pt x="573211" y="523356"/>
                </a:cubicBezTo>
                <a:cubicBezTo>
                  <a:pt x="572860" y="521751"/>
                  <a:pt x="572298" y="520648"/>
                  <a:pt x="571541" y="520046"/>
                </a:cubicBezTo>
                <a:cubicBezTo>
                  <a:pt x="570776" y="519394"/>
                  <a:pt x="569730" y="519068"/>
                  <a:pt x="568411" y="519068"/>
                </a:cubicBezTo>
                <a:cubicBezTo>
                  <a:pt x="566991" y="519068"/>
                  <a:pt x="565266" y="519444"/>
                  <a:pt x="563229" y="520197"/>
                </a:cubicBezTo>
                <a:lnTo>
                  <a:pt x="562159" y="517488"/>
                </a:lnTo>
                <a:lnTo>
                  <a:pt x="583201" y="509061"/>
                </a:lnTo>
                <a:lnTo>
                  <a:pt x="586549" y="509061"/>
                </a:lnTo>
                <a:close/>
                <a:moveTo>
                  <a:pt x="626190" y="488444"/>
                </a:moveTo>
                <a:lnTo>
                  <a:pt x="626190" y="511092"/>
                </a:lnTo>
                <a:lnTo>
                  <a:pt x="642495" y="511092"/>
                </a:lnTo>
                <a:lnTo>
                  <a:pt x="642495" y="516359"/>
                </a:lnTo>
                <a:lnTo>
                  <a:pt x="626190" y="516359"/>
                </a:lnTo>
                <a:lnTo>
                  <a:pt x="626190" y="561053"/>
                </a:lnTo>
                <a:cubicBezTo>
                  <a:pt x="626190" y="565517"/>
                  <a:pt x="626823" y="568527"/>
                  <a:pt x="628095" y="570082"/>
                </a:cubicBezTo>
                <a:cubicBezTo>
                  <a:pt x="629414" y="571637"/>
                  <a:pt x="631092" y="572414"/>
                  <a:pt x="633121" y="572414"/>
                </a:cubicBezTo>
                <a:cubicBezTo>
                  <a:pt x="634799" y="572414"/>
                  <a:pt x="636423" y="571913"/>
                  <a:pt x="637999" y="570910"/>
                </a:cubicBezTo>
                <a:cubicBezTo>
                  <a:pt x="639576" y="569856"/>
                  <a:pt x="640793" y="568326"/>
                  <a:pt x="641660" y="566320"/>
                </a:cubicBezTo>
                <a:lnTo>
                  <a:pt x="644633" y="566320"/>
                </a:lnTo>
                <a:cubicBezTo>
                  <a:pt x="642854" y="571235"/>
                  <a:pt x="640341" y="574948"/>
                  <a:pt x="637086" y="577456"/>
                </a:cubicBezTo>
                <a:cubicBezTo>
                  <a:pt x="633831" y="579913"/>
                  <a:pt x="630483" y="581142"/>
                  <a:pt x="627025" y="581142"/>
                </a:cubicBezTo>
                <a:cubicBezTo>
                  <a:pt x="624684" y="581142"/>
                  <a:pt x="622397" y="580516"/>
                  <a:pt x="620165" y="579262"/>
                </a:cubicBezTo>
                <a:cubicBezTo>
                  <a:pt x="617933" y="577957"/>
                  <a:pt x="616278" y="576126"/>
                  <a:pt x="615209" y="573769"/>
                </a:cubicBezTo>
                <a:cubicBezTo>
                  <a:pt x="614147" y="571361"/>
                  <a:pt x="613609" y="567674"/>
                  <a:pt x="613609" y="562709"/>
                </a:cubicBezTo>
                <a:lnTo>
                  <a:pt x="613609" y="516359"/>
                </a:lnTo>
                <a:lnTo>
                  <a:pt x="602557" y="516359"/>
                </a:lnTo>
                <a:lnTo>
                  <a:pt x="602557" y="513876"/>
                </a:lnTo>
                <a:cubicBezTo>
                  <a:pt x="605351" y="512772"/>
                  <a:pt x="608200" y="510916"/>
                  <a:pt x="611096" y="508308"/>
                </a:cubicBezTo>
                <a:cubicBezTo>
                  <a:pt x="614046" y="505650"/>
                  <a:pt x="616661" y="502515"/>
                  <a:pt x="618947" y="498903"/>
                </a:cubicBezTo>
                <a:cubicBezTo>
                  <a:pt x="620118" y="496997"/>
                  <a:pt x="621742" y="493510"/>
                  <a:pt x="623825" y="488444"/>
                </a:cubicBezTo>
                <a:lnTo>
                  <a:pt x="626190" y="488444"/>
                </a:lnTo>
                <a:close/>
                <a:moveTo>
                  <a:pt x="650807" y="539759"/>
                </a:moveTo>
                <a:lnTo>
                  <a:pt x="690214" y="539759"/>
                </a:lnTo>
                <a:lnTo>
                  <a:pt x="690214" y="551121"/>
                </a:lnTo>
                <a:lnTo>
                  <a:pt x="650807" y="551121"/>
                </a:lnTo>
                <a:lnTo>
                  <a:pt x="650807" y="539759"/>
                </a:lnTo>
                <a:close/>
                <a:moveTo>
                  <a:pt x="725351" y="473019"/>
                </a:moveTo>
                <a:lnTo>
                  <a:pt x="725351" y="564439"/>
                </a:lnTo>
                <a:cubicBezTo>
                  <a:pt x="725351" y="568753"/>
                  <a:pt x="725655" y="571612"/>
                  <a:pt x="726264" y="573016"/>
                </a:cubicBezTo>
                <a:cubicBezTo>
                  <a:pt x="726920" y="574421"/>
                  <a:pt x="727911" y="575499"/>
                  <a:pt x="729238" y="576252"/>
                </a:cubicBezTo>
                <a:cubicBezTo>
                  <a:pt x="730557" y="576954"/>
                  <a:pt x="733023" y="577305"/>
                  <a:pt x="736629" y="577305"/>
                </a:cubicBezTo>
                <a:lnTo>
                  <a:pt x="736629" y="580013"/>
                </a:lnTo>
                <a:lnTo>
                  <a:pt x="702405" y="580013"/>
                </a:lnTo>
                <a:lnTo>
                  <a:pt x="702405" y="577305"/>
                </a:lnTo>
                <a:cubicBezTo>
                  <a:pt x="705605" y="577305"/>
                  <a:pt x="707790" y="576979"/>
                  <a:pt x="708961" y="576327"/>
                </a:cubicBezTo>
                <a:cubicBezTo>
                  <a:pt x="710132" y="575675"/>
                  <a:pt x="711045" y="574596"/>
                  <a:pt x="711708" y="573092"/>
                </a:cubicBezTo>
                <a:cubicBezTo>
                  <a:pt x="712364" y="571587"/>
                  <a:pt x="712692" y="568702"/>
                  <a:pt x="712692" y="564439"/>
                </a:cubicBezTo>
                <a:lnTo>
                  <a:pt x="712692" y="501838"/>
                </a:lnTo>
                <a:cubicBezTo>
                  <a:pt x="712692" y="494062"/>
                  <a:pt x="712520" y="489297"/>
                  <a:pt x="712161" y="487541"/>
                </a:cubicBezTo>
                <a:cubicBezTo>
                  <a:pt x="711810" y="485735"/>
                  <a:pt x="711224" y="484506"/>
                  <a:pt x="710413" y="483855"/>
                </a:cubicBezTo>
                <a:cubicBezTo>
                  <a:pt x="709648" y="483202"/>
                  <a:pt x="708656" y="482876"/>
                  <a:pt x="707439" y="482876"/>
                </a:cubicBezTo>
                <a:cubicBezTo>
                  <a:pt x="706112" y="482876"/>
                  <a:pt x="704442" y="483277"/>
                  <a:pt x="702405" y="484080"/>
                </a:cubicBezTo>
                <a:lnTo>
                  <a:pt x="701109" y="481447"/>
                </a:lnTo>
                <a:lnTo>
                  <a:pt x="721917" y="473019"/>
                </a:lnTo>
                <a:lnTo>
                  <a:pt x="725351" y="473019"/>
                </a:lnTo>
                <a:close/>
                <a:moveTo>
                  <a:pt x="756524" y="537051"/>
                </a:moveTo>
                <a:cubicBezTo>
                  <a:pt x="756469" y="547284"/>
                  <a:pt x="758982" y="555310"/>
                  <a:pt x="764071" y="561128"/>
                </a:cubicBezTo>
                <a:cubicBezTo>
                  <a:pt x="769152" y="566947"/>
                  <a:pt x="775123" y="569856"/>
                  <a:pt x="781975" y="569856"/>
                </a:cubicBezTo>
                <a:cubicBezTo>
                  <a:pt x="786549" y="569856"/>
                  <a:pt x="790514" y="568627"/>
                  <a:pt x="793870" y="566170"/>
                </a:cubicBezTo>
                <a:cubicBezTo>
                  <a:pt x="797273" y="563662"/>
                  <a:pt x="800122" y="559398"/>
                  <a:pt x="802408" y="553378"/>
                </a:cubicBezTo>
                <a:lnTo>
                  <a:pt x="804765" y="554883"/>
                </a:lnTo>
                <a:cubicBezTo>
                  <a:pt x="803704" y="561755"/>
                  <a:pt x="800605" y="568026"/>
                  <a:pt x="795470" y="573693"/>
                </a:cubicBezTo>
                <a:cubicBezTo>
                  <a:pt x="790334" y="579312"/>
                  <a:pt x="783911" y="582121"/>
                  <a:pt x="776184" y="582121"/>
                </a:cubicBezTo>
                <a:cubicBezTo>
                  <a:pt x="767802" y="582121"/>
                  <a:pt x="760613" y="578910"/>
                  <a:pt x="754619" y="572490"/>
                </a:cubicBezTo>
                <a:cubicBezTo>
                  <a:pt x="748672" y="566018"/>
                  <a:pt x="745698" y="557341"/>
                  <a:pt x="745698" y="546456"/>
                </a:cubicBezTo>
                <a:cubicBezTo>
                  <a:pt x="745698" y="534668"/>
                  <a:pt x="748750" y="525488"/>
                  <a:pt x="754846" y="518918"/>
                </a:cubicBezTo>
                <a:cubicBezTo>
                  <a:pt x="760996" y="512296"/>
                  <a:pt x="768691" y="508985"/>
                  <a:pt x="777940" y="508985"/>
                </a:cubicBezTo>
                <a:cubicBezTo>
                  <a:pt x="785761" y="508985"/>
                  <a:pt x="792192" y="511543"/>
                  <a:pt x="797226" y="516660"/>
                </a:cubicBezTo>
                <a:cubicBezTo>
                  <a:pt x="802252" y="521726"/>
                  <a:pt x="804765" y="528523"/>
                  <a:pt x="804765" y="537051"/>
                </a:cubicBezTo>
                <a:lnTo>
                  <a:pt x="756524" y="537051"/>
                </a:lnTo>
                <a:close/>
                <a:moveTo>
                  <a:pt x="756524" y="532687"/>
                </a:moveTo>
                <a:lnTo>
                  <a:pt x="788836" y="532687"/>
                </a:lnTo>
                <a:cubicBezTo>
                  <a:pt x="788586" y="528273"/>
                  <a:pt x="788047" y="525162"/>
                  <a:pt x="787236" y="523356"/>
                </a:cubicBezTo>
                <a:cubicBezTo>
                  <a:pt x="785971" y="520547"/>
                  <a:pt x="784059" y="518340"/>
                  <a:pt x="781523" y="516736"/>
                </a:cubicBezTo>
                <a:cubicBezTo>
                  <a:pt x="779033" y="515130"/>
                  <a:pt x="776418" y="514328"/>
                  <a:pt x="773671" y="514328"/>
                </a:cubicBezTo>
                <a:cubicBezTo>
                  <a:pt x="769456" y="514328"/>
                  <a:pt x="765671" y="515957"/>
                  <a:pt x="762315" y="519218"/>
                </a:cubicBezTo>
                <a:cubicBezTo>
                  <a:pt x="759013" y="522429"/>
                  <a:pt x="757078" y="526918"/>
                  <a:pt x="756524" y="532687"/>
                </a:cubicBezTo>
                <a:close/>
                <a:moveTo>
                  <a:pt x="810564" y="511092"/>
                </a:moveTo>
                <a:lnTo>
                  <a:pt x="843415" y="511092"/>
                </a:lnTo>
                <a:lnTo>
                  <a:pt x="843415" y="513876"/>
                </a:lnTo>
                <a:lnTo>
                  <a:pt x="841277" y="513876"/>
                </a:lnTo>
                <a:cubicBezTo>
                  <a:pt x="839294" y="513876"/>
                  <a:pt x="837772" y="514352"/>
                  <a:pt x="836703" y="515306"/>
                </a:cubicBezTo>
                <a:cubicBezTo>
                  <a:pt x="835688" y="516259"/>
                  <a:pt x="835181" y="517538"/>
                  <a:pt x="835181" y="519143"/>
                </a:cubicBezTo>
                <a:cubicBezTo>
                  <a:pt x="835181" y="520898"/>
                  <a:pt x="835712" y="522980"/>
                  <a:pt x="836781" y="525388"/>
                </a:cubicBezTo>
                <a:lnTo>
                  <a:pt x="853015" y="563461"/>
                </a:lnTo>
                <a:lnTo>
                  <a:pt x="869327" y="523959"/>
                </a:lnTo>
                <a:cubicBezTo>
                  <a:pt x="870498" y="521150"/>
                  <a:pt x="871075" y="519018"/>
                  <a:pt x="871075" y="517563"/>
                </a:cubicBezTo>
                <a:cubicBezTo>
                  <a:pt x="871075" y="516860"/>
                  <a:pt x="870873" y="516284"/>
                  <a:pt x="870467" y="515833"/>
                </a:cubicBezTo>
                <a:cubicBezTo>
                  <a:pt x="869912" y="515080"/>
                  <a:pt x="869202" y="514578"/>
                  <a:pt x="868336" y="514328"/>
                </a:cubicBezTo>
                <a:cubicBezTo>
                  <a:pt x="867470" y="514027"/>
                  <a:pt x="865721" y="513876"/>
                  <a:pt x="863076" y="513876"/>
                </a:cubicBezTo>
                <a:lnTo>
                  <a:pt x="863076" y="511092"/>
                </a:lnTo>
                <a:lnTo>
                  <a:pt x="885866" y="511092"/>
                </a:lnTo>
                <a:lnTo>
                  <a:pt x="885866" y="513876"/>
                </a:lnTo>
                <a:cubicBezTo>
                  <a:pt x="883220" y="514077"/>
                  <a:pt x="881393" y="514604"/>
                  <a:pt x="880379" y="515456"/>
                </a:cubicBezTo>
                <a:cubicBezTo>
                  <a:pt x="878599" y="516961"/>
                  <a:pt x="876999" y="519469"/>
                  <a:pt x="875579" y="522980"/>
                </a:cubicBezTo>
                <a:lnTo>
                  <a:pt x="850806" y="582121"/>
                </a:lnTo>
                <a:lnTo>
                  <a:pt x="847677" y="582121"/>
                </a:lnTo>
                <a:lnTo>
                  <a:pt x="822756" y="523959"/>
                </a:lnTo>
                <a:cubicBezTo>
                  <a:pt x="821639" y="521250"/>
                  <a:pt x="820570" y="519318"/>
                  <a:pt x="819556" y="518165"/>
                </a:cubicBezTo>
                <a:cubicBezTo>
                  <a:pt x="818541" y="516961"/>
                  <a:pt x="817245" y="515957"/>
                  <a:pt x="815669" y="515155"/>
                </a:cubicBezTo>
                <a:cubicBezTo>
                  <a:pt x="814803" y="514704"/>
                  <a:pt x="813101" y="514277"/>
                  <a:pt x="810564" y="513876"/>
                </a:cubicBezTo>
                <a:lnTo>
                  <a:pt x="810564" y="511092"/>
                </a:lnTo>
                <a:close/>
                <a:moveTo>
                  <a:pt x="903926" y="537051"/>
                </a:moveTo>
                <a:cubicBezTo>
                  <a:pt x="903879" y="547284"/>
                  <a:pt x="906393" y="555310"/>
                  <a:pt x="911473" y="561128"/>
                </a:cubicBezTo>
                <a:cubicBezTo>
                  <a:pt x="916554" y="566947"/>
                  <a:pt x="922525" y="569856"/>
                  <a:pt x="929386" y="569856"/>
                </a:cubicBezTo>
                <a:cubicBezTo>
                  <a:pt x="933959" y="569856"/>
                  <a:pt x="937924" y="568627"/>
                  <a:pt x="941280" y="566170"/>
                </a:cubicBezTo>
                <a:cubicBezTo>
                  <a:pt x="944683" y="563662"/>
                  <a:pt x="947524" y="559398"/>
                  <a:pt x="949811" y="553378"/>
                </a:cubicBezTo>
                <a:lnTo>
                  <a:pt x="952176" y="554883"/>
                </a:lnTo>
                <a:cubicBezTo>
                  <a:pt x="951106" y="561755"/>
                  <a:pt x="948008" y="568026"/>
                  <a:pt x="942880" y="573693"/>
                </a:cubicBezTo>
                <a:cubicBezTo>
                  <a:pt x="937745" y="579312"/>
                  <a:pt x="931321" y="582121"/>
                  <a:pt x="923594" y="582121"/>
                </a:cubicBezTo>
                <a:cubicBezTo>
                  <a:pt x="915212" y="582121"/>
                  <a:pt x="908024" y="578910"/>
                  <a:pt x="902022" y="572490"/>
                </a:cubicBezTo>
                <a:cubicBezTo>
                  <a:pt x="896082" y="566018"/>
                  <a:pt x="893109" y="557341"/>
                  <a:pt x="893109" y="546456"/>
                </a:cubicBezTo>
                <a:cubicBezTo>
                  <a:pt x="893109" y="534668"/>
                  <a:pt x="896152" y="525488"/>
                  <a:pt x="902256" y="518918"/>
                </a:cubicBezTo>
                <a:cubicBezTo>
                  <a:pt x="908398" y="512296"/>
                  <a:pt x="916102" y="508985"/>
                  <a:pt x="925350" y="508985"/>
                </a:cubicBezTo>
                <a:cubicBezTo>
                  <a:pt x="933171" y="508985"/>
                  <a:pt x="939602" y="511543"/>
                  <a:pt x="944628" y="516660"/>
                </a:cubicBezTo>
                <a:cubicBezTo>
                  <a:pt x="949663" y="521726"/>
                  <a:pt x="952176" y="528523"/>
                  <a:pt x="952176" y="537051"/>
                </a:cubicBezTo>
                <a:lnTo>
                  <a:pt x="903926" y="537051"/>
                </a:lnTo>
                <a:close/>
                <a:moveTo>
                  <a:pt x="903926" y="532687"/>
                </a:moveTo>
                <a:lnTo>
                  <a:pt x="936246" y="532687"/>
                </a:lnTo>
                <a:cubicBezTo>
                  <a:pt x="935996" y="528273"/>
                  <a:pt x="935458" y="525162"/>
                  <a:pt x="934646" y="523356"/>
                </a:cubicBezTo>
                <a:cubicBezTo>
                  <a:pt x="933374" y="520547"/>
                  <a:pt x="931469" y="518340"/>
                  <a:pt x="928933" y="516736"/>
                </a:cubicBezTo>
                <a:cubicBezTo>
                  <a:pt x="926443" y="515130"/>
                  <a:pt x="923821" y="514328"/>
                  <a:pt x="921081" y="514328"/>
                </a:cubicBezTo>
                <a:cubicBezTo>
                  <a:pt x="916859" y="514328"/>
                  <a:pt x="913073" y="515957"/>
                  <a:pt x="909725" y="519218"/>
                </a:cubicBezTo>
                <a:cubicBezTo>
                  <a:pt x="906416" y="522429"/>
                  <a:pt x="904488" y="526918"/>
                  <a:pt x="903926" y="532687"/>
                </a:cubicBezTo>
                <a:close/>
                <a:moveTo>
                  <a:pt x="985557" y="473019"/>
                </a:moveTo>
                <a:lnTo>
                  <a:pt x="985557" y="564439"/>
                </a:lnTo>
                <a:cubicBezTo>
                  <a:pt x="985557" y="568753"/>
                  <a:pt x="985862" y="571612"/>
                  <a:pt x="986478" y="573016"/>
                </a:cubicBezTo>
                <a:cubicBezTo>
                  <a:pt x="987134" y="574421"/>
                  <a:pt x="988125" y="575499"/>
                  <a:pt x="989444" y="576252"/>
                </a:cubicBezTo>
                <a:cubicBezTo>
                  <a:pt x="990771" y="576954"/>
                  <a:pt x="993229" y="577305"/>
                  <a:pt x="996843" y="577305"/>
                </a:cubicBezTo>
                <a:lnTo>
                  <a:pt x="996843" y="580013"/>
                </a:lnTo>
                <a:lnTo>
                  <a:pt x="962619" y="580013"/>
                </a:lnTo>
                <a:lnTo>
                  <a:pt x="962619" y="577305"/>
                </a:lnTo>
                <a:cubicBezTo>
                  <a:pt x="965819" y="577305"/>
                  <a:pt x="968004" y="576979"/>
                  <a:pt x="969175" y="576327"/>
                </a:cubicBezTo>
                <a:cubicBezTo>
                  <a:pt x="970345" y="575675"/>
                  <a:pt x="971259" y="574596"/>
                  <a:pt x="971914" y="573092"/>
                </a:cubicBezTo>
                <a:cubicBezTo>
                  <a:pt x="972578" y="571587"/>
                  <a:pt x="972905" y="568702"/>
                  <a:pt x="972905" y="564439"/>
                </a:cubicBezTo>
                <a:lnTo>
                  <a:pt x="972905" y="501838"/>
                </a:lnTo>
                <a:cubicBezTo>
                  <a:pt x="972905" y="494062"/>
                  <a:pt x="972734" y="489297"/>
                  <a:pt x="972375" y="487541"/>
                </a:cubicBezTo>
                <a:cubicBezTo>
                  <a:pt x="972016" y="485735"/>
                  <a:pt x="971438" y="484506"/>
                  <a:pt x="970619" y="483855"/>
                </a:cubicBezTo>
                <a:cubicBezTo>
                  <a:pt x="969862" y="483202"/>
                  <a:pt x="968870" y="482876"/>
                  <a:pt x="967653" y="482876"/>
                </a:cubicBezTo>
                <a:cubicBezTo>
                  <a:pt x="966326" y="482876"/>
                  <a:pt x="964648" y="483277"/>
                  <a:pt x="962619" y="484080"/>
                </a:cubicBezTo>
                <a:lnTo>
                  <a:pt x="961323" y="481447"/>
                </a:lnTo>
                <a:lnTo>
                  <a:pt x="982131" y="473019"/>
                </a:lnTo>
                <a:lnTo>
                  <a:pt x="985557" y="473019"/>
                </a:lnTo>
                <a:close/>
                <a:moveTo>
                  <a:pt x="546838" y="740205"/>
                </a:moveTo>
                <a:lnTo>
                  <a:pt x="546838" y="763680"/>
                </a:lnTo>
                <a:lnTo>
                  <a:pt x="544325" y="763680"/>
                </a:lnTo>
                <a:cubicBezTo>
                  <a:pt x="542397" y="756306"/>
                  <a:pt x="539908" y="751290"/>
                  <a:pt x="536856" y="748631"/>
                </a:cubicBezTo>
                <a:cubicBezTo>
                  <a:pt x="533859" y="745973"/>
                  <a:pt x="530027" y="744643"/>
                  <a:pt x="525352" y="744643"/>
                </a:cubicBezTo>
                <a:cubicBezTo>
                  <a:pt x="521793" y="744643"/>
                  <a:pt x="518920" y="745572"/>
                  <a:pt x="516735" y="747428"/>
                </a:cubicBezTo>
                <a:cubicBezTo>
                  <a:pt x="514550" y="749283"/>
                  <a:pt x="513457" y="751340"/>
                  <a:pt x="513457" y="753597"/>
                </a:cubicBezTo>
                <a:cubicBezTo>
                  <a:pt x="513457" y="756406"/>
                  <a:pt x="514269" y="758814"/>
                  <a:pt x="515900" y="760820"/>
                </a:cubicBezTo>
                <a:cubicBezTo>
                  <a:pt x="517469" y="762878"/>
                  <a:pt x="520676" y="765060"/>
                  <a:pt x="525500" y="767367"/>
                </a:cubicBezTo>
                <a:lnTo>
                  <a:pt x="536630" y="772709"/>
                </a:lnTo>
                <a:cubicBezTo>
                  <a:pt x="546948" y="777675"/>
                  <a:pt x="552099" y="784221"/>
                  <a:pt x="552099" y="792347"/>
                </a:cubicBezTo>
                <a:cubicBezTo>
                  <a:pt x="552099" y="798617"/>
                  <a:pt x="549687" y="803684"/>
                  <a:pt x="544864" y="807546"/>
                </a:cubicBezTo>
                <a:cubicBezTo>
                  <a:pt x="540087" y="811358"/>
                  <a:pt x="534725" y="813265"/>
                  <a:pt x="528778" y="813265"/>
                </a:cubicBezTo>
                <a:cubicBezTo>
                  <a:pt x="524509" y="813265"/>
                  <a:pt x="519631" y="812512"/>
                  <a:pt x="514144" y="811007"/>
                </a:cubicBezTo>
                <a:cubicBezTo>
                  <a:pt x="512466" y="810505"/>
                  <a:pt x="511092" y="810255"/>
                  <a:pt x="510031" y="810255"/>
                </a:cubicBezTo>
                <a:cubicBezTo>
                  <a:pt x="508860" y="810255"/>
                  <a:pt x="507947" y="810907"/>
                  <a:pt x="507283" y="812211"/>
                </a:cubicBezTo>
                <a:lnTo>
                  <a:pt x="504770" y="812211"/>
                </a:lnTo>
                <a:lnTo>
                  <a:pt x="504770" y="787607"/>
                </a:lnTo>
                <a:lnTo>
                  <a:pt x="507283" y="787607"/>
                </a:lnTo>
                <a:cubicBezTo>
                  <a:pt x="508704" y="794630"/>
                  <a:pt x="511428" y="799921"/>
                  <a:pt x="515439" y="803483"/>
                </a:cubicBezTo>
                <a:cubicBezTo>
                  <a:pt x="519451" y="807044"/>
                  <a:pt x="523955" y="808825"/>
                  <a:pt x="528934" y="808825"/>
                </a:cubicBezTo>
                <a:cubicBezTo>
                  <a:pt x="532438" y="808825"/>
                  <a:pt x="535279" y="807822"/>
                  <a:pt x="537465" y="805816"/>
                </a:cubicBezTo>
                <a:cubicBezTo>
                  <a:pt x="539705" y="803759"/>
                  <a:pt x="540821" y="801301"/>
                  <a:pt x="540821" y="798442"/>
                </a:cubicBezTo>
                <a:cubicBezTo>
                  <a:pt x="540821" y="794980"/>
                  <a:pt x="539572" y="792071"/>
                  <a:pt x="537082" y="789713"/>
                </a:cubicBezTo>
                <a:cubicBezTo>
                  <a:pt x="534647" y="787356"/>
                  <a:pt x="529746" y="784372"/>
                  <a:pt x="522378" y="780760"/>
                </a:cubicBezTo>
                <a:cubicBezTo>
                  <a:pt x="515010" y="777148"/>
                  <a:pt x="510179" y="773888"/>
                  <a:pt x="507892" y="770978"/>
                </a:cubicBezTo>
                <a:cubicBezTo>
                  <a:pt x="505605" y="768119"/>
                  <a:pt x="504466" y="764508"/>
                  <a:pt x="504466" y="760144"/>
                </a:cubicBezTo>
                <a:cubicBezTo>
                  <a:pt x="504466" y="754475"/>
                  <a:pt x="506417" y="749735"/>
                  <a:pt x="510335" y="745922"/>
                </a:cubicBezTo>
                <a:cubicBezTo>
                  <a:pt x="514300" y="742111"/>
                  <a:pt x="519404" y="740205"/>
                  <a:pt x="525656" y="740205"/>
                </a:cubicBezTo>
                <a:cubicBezTo>
                  <a:pt x="528395" y="740205"/>
                  <a:pt x="531728" y="740781"/>
                  <a:pt x="535638" y="741935"/>
                </a:cubicBezTo>
                <a:cubicBezTo>
                  <a:pt x="538230" y="742687"/>
                  <a:pt x="539954" y="743064"/>
                  <a:pt x="540821" y="743064"/>
                </a:cubicBezTo>
                <a:cubicBezTo>
                  <a:pt x="541632" y="743064"/>
                  <a:pt x="542273" y="742888"/>
                  <a:pt x="542725" y="742537"/>
                </a:cubicBezTo>
                <a:cubicBezTo>
                  <a:pt x="543186" y="742186"/>
                  <a:pt x="543716" y="741408"/>
                  <a:pt x="544325" y="740205"/>
                </a:cubicBezTo>
                <a:lnTo>
                  <a:pt x="546838" y="740205"/>
                </a:lnTo>
                <a:close/>
                <a:moveTo>
                  <a:pt x="557515" y="749083"/>
                </a:moveTo>
                <a:lnTo>
                  <a:pt x="579010" y="740505"/>
                </a:lnTo>
                <a:lnTo>
                  <a:pt x="581906" y="740505"/>
                </a:lnTo>
                <a:lnTo>
                  <a:pt x="581906" y="756607"/>
                </a:lnTo>
                <a:cubicBezTo>
                  <a:pt x="585511" y="750538"/>
                  <a:pt x="589117" y="746299"/>
                  <a:pt x="592723" y="743891"/>
                </a:cubicBezTo>
                <a:cubicBezTo>
                  <a:pt x="596384" y="741434"/>
                  <a:pt x="600224" y="740205"/>
                  <a:pt x="604235" y="740205"/>
                </a:cubicBezTo>
                <a:cubicBezTo>
                  <a:pt x="611244" y="740205"/>
                  <a:pt x="617090" y="742913"/>
                  <a:pt x="621765" y="748331"/>
                </a:cubicBezTo>
                <a:cubicBezTo>
                  <a:pt x="627509" y="754952"/>
                  <a:pt x="630382" y="763579"/>
                  <a:pt x="630382" y="774214"/>
                </a:cubicBezTo>
                <a:cubicBezTo>
                  <a:pt x="630382" y="786102"/>
                  <a:pt x="626924" y="795933"/>
                  <a:pt x="620009" y="803708"/>
                </a:cubicBezTo>
                <a:cubicBezTo>
                  <a:pt x="614319" y="810079"/>
                  <a:pt x="607154" y="813265"/>
                  <a:pt x="598522" y="813265"/>
                </a:cubicBezTo>
                <a:cubicBezTo>
                  <a:pt x="594760" y="813265"/>
                  <a:pt x="591506" y="812738"/>
                  <a:pt x="588766" y="811684"/>
                </a:cubicBezTo>
                <a:cubicBezTo>
                  <a:pt x="586729" y="810932"/>
                  <a:pt x="584442" y="809427"/>
                  <a:pt x="581906" y="807170"/>
                </a:cubicBezTo>
                <a:lnTo>
                  <a:pt x="581906" y="828163"/>
                </a:lnTo>
                <a:cubicBezTo>
                  <a:pt x="581906" y="832878"/>
                  <a:pt x="582179" y="835862"/>
                  <a:pt x="582741" y="837116"/>
                </a:cubicBezTo>
                <a:cubicBezTo>
                  <a:pt x="583349" y="838421"/>
                  <a:pt x="584364" y="839449"/>
                  <a:pt x="585792" y="840201"/>
                </a:cubicBezTo>
                <a:cubicBezTo>
                  <a:pt x="587268" y="840953"/>
                  <a:pt x="589906" y="841330"/>
                  <a:pt x="593714" y="841330"/>
                </a:cubicBezTo>
                <a:lnTo>
                  <a:pt x="593714" y="844114"/>
                </a:lnTo>
                <a:lnTo>
                  <a:pt x="557133" y="844114"/>
                </a:lnTo>
                <a:lnTo>
                  <a:pt x="557133" y="841330"/>
                </a:lnTo>
                <a:lnTo>
                  <a:pt x="559037" y="841330"/>
                </a:lnTo>
                <a:cubicBezTo>
                  <a:pt x="561832" y="841380"/>
                  <a:pt x="564220" y="840853"/>
                  <a:pt x="566202" y="839750"/>
                </a:cubicBezTo>
                <a:cubicBezTo>
                  <a:pt x="567170" y="839198"/>
                  <a:pt x="567904" y="838295"/>
                  <a:pt x="568411" y="837041"/>
                </a:cubicBezTo>
                <a:cubicBezTo>
                  <a:pt x="568973" y="835837"/>
                  <a:pt x="569254" y="832727"/>
                  <a:pt x="569254" y="827711"/>
                </a:cubicBezTo>
                <a:lnTo>
                  <a:pt x="569254" y="762552"/>
                </a:lnTo>
                <a:cubicBezTo>
                  <a:pt x="569254" y="758087"/>
                  <a:pt x="569051" y="755253"/>
                  <a:pt x="568637" y="754049"/>
                </a:cubicBezTo>
                <a:cubicBezTo>
                  <a:pt x="568231" y="752845"/>
                  <a:pt x="567576" y="751942"/>
                  <a:pt x="566663" y="751340"/>
                </a:cubicBezTo>
                <a:cubicBezTo>
                  <a:pt x="565796" y="750738"/>
                  <a:pt x="564602" y="750437"/>
                  <a:pt x="563080" y="750437"/>
                </a:cubicBezTo>
                <a:cubicBezTo>
                  <a:pt x="561855" y="750437"/>
                  <a:pt x="560309" y="750789"/>
                  <a:pt x="558429" y="751491"/>
                </a:cubicBezTo>
                <a:lnTo>
                  <a:pt x="557515" y="749083"/>
                </a:lnTo>
                <a:close/>
                <a:moveTo>
                  <a:pt x="581906" y="761046"/>
                </a:moveTo>
                <a:lnTo>
                  <a:pt x="581906" y="786779"/>
                </a:lnTo>
                <a:cubicBezTo>
                  <a:pt x="581906" y="792347"/>
                  <a:pt x="582132" y="796009"/>
                  <a:pt x="582592" y="797765"/>
                </a:cubicBezTo>
                <a:cubicBezTo>
                  <a:pt x="583303" y="800674"/>
                  <a:pt x="585027" y="803232"/>
                  <a:pt x="587775" y="805440"/>
                </a:cubicBezTo>
                <a:cubicBezTo>
                  <a:pt x="590569" y="807646"/>
                  <a:pt x="594073" y="808750"/>
                  <a:pt x="598288" y="808750"/>
                </a:cubicBezTo>
                <a:cubicBezTo>
                  <a:pt x="603369" y="808750"/>
                  <a:pt x="607490" y="806793"/>
                  <a:pt x="610635" y="802881"/>
                </a:cubicBezTo>
                <a:cubicBezTo>
                  <a:pt x="614756" y="797765"/>
                  <a:pt x="616809" y="790566"/>
                  <a:pt x="616809" y="781287"/>
                </a:cubicBezTo>
                <a:cubicBezTo>
                  <a:pt x="616809" y="770753"/>
                  <a:pt x="614475" y="762652"/>
                  <a:pt x="609800" y="756983"/>
                </a:cubicBezTo>
                <a:cubicBezTo>
                  <a:pt x="606546" y="753071"/>
                  <a:pt x="602682" y="751115"/>
                  <a:pt x="598218" y="751115"/>
                </a:cubicBezTo>
                <a:cubicBezTo>
                  <a:pt x="595775" y="751115"/>
                  <a:pt x="593363" y="751716"/>
                  <a:pt x="590975" y="752921"/>
                </a:cubicBezTo>
                <a:cubicBezTo>
                  <a:pt x="589141" y="753823"/>
                  <a:pt x="586120" y="756532"/>
                  <a:pt x="581906" y="761046"/>
                </a:cubicBezTo>
                <a:close/>
                <a:moveTo>
                  <a:pt x="680153" y="801226"/>
                </a:moveTo>
                <a:cubicBezTo>
                  <a:pt x="672988" y="806693"/>
                  <a:pt x="668485" y="809854"/>
                  <a:pt x="666658" y="810707"/>
                </a:cubicBezTo>
                <a:cubicBezTo>
                  <a:pt x="663911" y="811960"/>
                  <a:pt x="660992" y="812587"/>
                  <a:pt x="657894" y="812587"/>
                </a:cubicBezTo>
                <a:cubicBezTo>
                  <a:pt x="653070" y="812587"/>
                  <a:pt x="649074" y="810957"/>
                  <a:pt x="645929" y="807696"/>
                </a:cubicBezTo>
                <a:cubicBezTo>
                  <a:pt x="642830" y="804436"/>
                  <a:pt x="641277" y="800147"/>
                  <a:pt x="641277" y="794830"/>
                </a:cubicBezTo>
                <a:cubicBezTo>
                  <a:pt x="641277" y="791469"/>
                  <a:pt x="642042" y="788560"/>
                  <a:pt x="643564" y="786102"/>
                </a:cubicBezTo>
                <a:cubicBezTo>
                  <a:pt x="645648" y="782691"/>
                  <a:pt x="649254" y="779481"/>
                  <a:pt x="654389" y="776471"/>
                </a:cubicBezTo>
                <a:cubicBezTo>
                  <a:pt x="659572" y="773462"/>
                  <a:pt x="668157" y="769800"/>
                  <a:pt x="680153" y="765486"/>
                </a:cubicBezTo>
                <a:lnTo>
                  <a:pt x="680153" y="762777"/>
                </a:lnTo>
                <a:cubicBezTo>
                  <a:pt x="680153" y="755905"/>
                  <a:pt x="679029" y="751189"/>
                  <a:pt x="676797" y="748631"/>
                </a:cubicBezTo>
                <a:cubicBezTo>
                  <a:pt x="674612" y="746073"/>
                  <a:pt x="671412" y="744794"/>
                  <a:pt x="667189" y="744794"/>
                </a:cubicBezTo>
                <a:cubicBezTo>
                  <a:pt x="663989" y="744794"/>
                  <a:pt x="661453" y="745647"/>
                  <a:pt x="659572" y="747352"/>
                </a:cubicBezTo>
                <a:cubicBezTo>
                  <a:pt x="657636" y="749058"/>
                  <a:pt x="656676" y="751014"/>
                  <a:pt x="656676" y="753221"/>
                </a:cubicBezTo>
                <a:lnTo>
                  <a:pt x="656824" y="757585"/>
                </a:lnTo>
                <a:cubicBezTo>
                  <a:pt x="656824" y="759893"/>
                  <a:pt x="656216" y="761673"/>
                  <a:pt x="654998" y="762928"/>
                </a:cubicBezTo>
                <a:cubicBezTo>
                  <a:pt x="653827" y="764181"/>
                  <a:pt x="652282" y="764808"/>
                  <a:pt x="650346" y="764808"/>
                </a:cubicBezTo>
                <a:cubicBezTo>
                  <a:pt x="648465" y="764808"/>
                  <a:pt x="646920" y="764157"/>
                  <a:pt x="645702" y="762852"/>
                </a:cubicBezTo>
                <a:cubicBezTo>
                  <a:pt x="644532" y="761548"/>
                  <a:pt x="643946" y="759767"/>
                  <a:pt x="643946" y="757510"/>
                </a:cubicBezTo>
                <a:cubicBezTo>
                  <a:pt x="643946" y="753196"/>
                  <a:pt x="646179" y="749233"/>
                  <a:pt x="650651" y="745622"/>
                </a:cubicBezTo>
                <a:cubicBezTo>
                  <a:pt x="655123" y="742010"/>
                  <a:pt x="661398" y="740205"/>
                  <a:pt x="669476" y="740205"/>
                </a:cubicBezTo>
                <a:cubicBezTo>
                  <a:pt x="675681" y="740205"/>
                  <a:pt x="680762" y="741232"/>
                  <a:pt x="684727" y="743290"/>
                </a:cubicBezTo>
                <a:cubicBezTo>
                  <a:pt x="687724" y="744844"/>
                  <a:pt x="689933" y="747277"/>
                  <a:pt x="691353" y="750588"/>
                </a:cubicBezTo>
                <a:cubicBezTo>
                  <a:pt x="692266" y="752745"/>
                  <a:pt x="692727" y="757159"/>
                  <a:pt x="692727" y="763831"/>
                </a:cubicBezTo>
                <a:lnTo>
                  <a:pt x="692727" y="787231"/>
                </a:lnTo>
                <a:cubicBezTo>
                  <a:pt x="692727" y="793801"/>
                  <a:pt x="692852" y="797840"/>
                  <a:pt x="693109" y="799344"/>
                </a:cubicBezTo>
                <a:cubicBezTo>
                  <a:pt x="693359" y="800799"/>
                  <a:pt x="693765" y="801777"/>
                  <a:pt x="694327" y="802279"/>
                </a:cubicBezTo>
                <a:cubicBezTo>
                  <a:pt x="694935" y="802781"/>
                  <a:pt x="695622" y="803032"/>
                  <a:pt x="696387" y="803032"/>
                </a:cubicBezTo>
                <a:cubicBezTo>
                  <a:pt x="697199" y="803032"/>
                  <a:pt x="697909" y="802856"/>
                  <a:pt x="698518" y="802505"/>
                </a:cubicBezTo>
                <a:cubicBezTo>
                  <a:pt x="699587" y="801853"/>
                  <a:pt x="701640" y="800022"/>
                  <a:pt x="704692" y="797012"/>
                </a:cubicBezTo>
                <a:lnTo>
                  <a:pt x="704692" y="801226"/>
                </a:lnTo>
                <a:cubicBezTo>
                  <a:pt x="699002" y="808750"/>
                  <a:pt x="693562" y="812512"/>
                  <a:pt x="688379" y="812512"/>
                </a:cubicBezTo>
                <a:cubicBezTo>
                  <a:pt x="685890" y="812512"/>
                  <a:pt x="683907" y="811660"/>
                  <a:pt x="682440" y="809954"/>
                </a:cubicBezTo>
                <a:cubicBezTo>
                  <a:pt x="680965" y="808248"/>
                  <a:pt x="680200" y="805339"/>
                  <a:pt x="680153" y="801226"/>
                </a:cubicBezTo>
                <a:close/>
                <a:moveTo>
                  <a:pt x="680153" y="796335"/>
                </a:moveTo>
                <a:lnTo>
                  <a:pt x="680153" y="770075"/>
                </a:lnTo>
                <a:cubicBezTo>
                  <a:pt x="672473" y="773085"/>
                  <a:pt x="667525" y="775217"/>
                  <a:pt x="665285" y="776471"/>
                </a:cubicBezTo>
                <a:cubicBezTo>
                  <a:pt x="661273" y="778679"/>
                  <a:pt x="658401" y="780985"/>
                  <a:pt x="656676" y="783393"/>
                </a:cubicBezTo>
                <a:cubicBezTo>
                  <a:pt x="654943" y="785801"/>
                  <a:pt x="654085" y="788434"/>
                  <a:pt x="654085" y="791294"/>
                </a:cubicBezTo>
                <a:cubicBezTo>
                  <a:pt x="654085" y="794906"/>
                  <a:pt x="655178" y="797915"/>
                  <a:pt x="657363" y="800323"/>
                </a:cubicBezTo>
                <a:cubicBezTo>
                  <a:pt x="659548" y="802680"/>
                  <a:pt x="662061" y="803859"/>
                  <a:pt x="664902" y="803859"/>
                </a:cubicBezTo>
                <a:cubicBezTo>
                  <a:pt x="668766" y="803859"/>
                  <a:pt x="673847" y="801351"/>
                  <a:pt x="680153" y="796335"/>
                </a:cubicBezTo>
                <a:close/>
                <a:moveTo>
                  <a:pt x="730377" y="740205"/>
                </a:moveTo>
                <a:lnTo>
                  <a:pt x="730377" y="755704"/>
                </a:lnTo>
                <a:cubicBezTo>
                  <a:pt x="736223" y="745371"/>
                  <a:pt x="742217" y="740205"/>
                  <a:pt x="748368" y="740205"/>
                </a:cubicBezTo>
                <a:cubicBezTo>
                  <a:pt x="751162" y="740205"/>
                  <a:pt x="753472" y="741057"/>
                  <a:pt x="755298" y="742763"/>
                </a:cubicBezTo>
                <a:cubicBezTo>
                  <a:pt x="757132" y="744418"/>
                  <a:pt x="758046" y="746349"/>
                  <a:pt x="758046" y="748556"/>
                </a:cubicBezTo>
                <a:cubicBezTo>
                  <a:pt x="758046" y="750513"/>
                  <a:pt x="757382" y="752168"/>
                  <a:pt x="756063" y="753522"/>
                </a:cubicBezTo>
                <a:cubicBezTo>
                  <a:pt x="754744" y="754877"/>
                  <a:pt x="753168" y="755553"/>
                  <a:pt x="751341" y="755553"/>
                </a:cubicBezTo>
                <a:cubicBezTo>
                  <a:pt x="749562" y="755553"/>
                  <a:pt x="747556" y="754701"/>
                  <a:pt x="745316" y="752995"/>
                </a:cubicBezTo>
                <a:cubicBezTo>
                  <a:pt x="743130" y="751240"/>
                  <a:pt x="741507" y="750362"/>
                  <a:pt x="740438" y="750362"/>
                </a:cubicBezTo>
                <a:cubicBezTo>
                  <a:pt x="739525" y="750362"/>
                  <a:pt x="738533" y="750863"/>
                  <a:pt x="737464" y="751867"/>
                </a:cubicBezTo>
                <a:cubicBezTo>
                  <a:pt x="735177" y="753924"/>
                  <a:pt x="732820" y="757309"/>
                  <a:pt x="730377" y="762025"/>
                </a:cubicBezTo>
                <a:lnTo>
                  <a:pt x="730377" y="795056"/>
                </a:lnTo>
                <a:cubicBezTo>
                  <a:pt x="730377" y="798868"/>
                  <a:pt x="730861" y="801752"/>
                  <a:pt x="731829" y="803708"/>
                </a:cubicBezTo>
                <a:cubicBezTo>
                  <a:pt x="732485" y="805063"/>
                  <a:pt x="733655" y="806192"/>
                  <a:pt x="735333" y="807095"/>
                </a:cubicBezTo>
                <a:cubicBezTo>
                  <a:pt x="737011" y="807998"/>
                  <a:pt x="739423" y="808449"/>
                  <a:pt x="742576" y="808449"/>
                </a:cubicBezTo>
                <a:lnTo>
                  <a:pt x="742576" y="811157"/>
                </a:lnTo>
                <a:lnTo>
                  <a:pt x="706830" y="811157"/>
                </a:lnTo>
                <a:lnTo>
                  <a:pt x="706830" y="808449"/>
                </a:lnTo>
                <a:cubicBezTo>
                  <a:pt x="710381" y="808449"/>
                  <a:pt x="713027" y="807897"/>
                  <a:pt x="714752" y="806793"/>
                </a:cubicBezTo>
                <a:cubicBezTo>
                  <a:pt x="716024" y="805991"/>
                  <a:pt x="716914" y="804712"/>
                  <a:pt x="717421" y="802956"/>
                </a:cubicBezTo>
                <a:cubicBezTo>
                  <a:pt x="717679" y="802103"/>
                  <a:pt x="717804" y="799671"/>
                  <a:pt x="717804" y="795658"/>
                </a:cubicBezTo>
                <a:lnTo>
                  <a:pt x="717804" y="768947"/>
                </a:lnTo>
                <a:cubicBezTo>
                  <a:pt x="717804" y="760921"/>
                  <a:pt x="717624" y="756156"/>
                  <a:pt x="717265" y="754651"/>
                </a:cubicBezTo>
                <a:cubicBezTo>
                  <a:pt x="716961" y="753095"/>
                  <a:pt x="716352" y="751968"/>
                  <a:pt x="715439" y="751265"/>
                </a:cubicBezTo>
                <a:cubicBezTo>
                  <a:pt x="714573" y="750563"/>
                  <a:pt x="713480" y="750212"/>
                  <a:pt x="712161" y="750212"/>
                </a:cubicBezTo>
                <a:cubicBezTo>
                  <a:pt x="710584" y="750212"/>
                  <a:pt x="708805" y="750588"/>
                  <a:pt x="706830" y="751340"/>
                </a:cubicBezTo>
                <a:lnTo>
                  <a:pt x="706065" y="748631"/>
                </a:lnTo>
                <a:lnTo>
                  <a:pt x="727177" y="740205"/>
                </a:lnTo>
                <a:lnTo>
                  <a:pt x="730377" y="740205"/>
                </a:lnTo>
                <a:close/>
                <a:moveTo>
                  <a:pt x="807052" y="740205"/>
                </a:moveTo>
                <a:lnTo>
                  <a:pt x="807052" y="763680"/>
                </a:lnTo>
                <a:lnTo>
                  <a:pt x="804539" y="763680"/>
                </a:lnTo>
                <a:cubicBezTo>
                  <a:pt x="802611" y="756306"/>
                  <a:pt x="800122" y="751290"/>
                  <a:pt x="797070" y="748631"/>
                </a:cubicBezTo>
                <a:cubicBezTo>
                  <a:pt x="794073" y="745973"/>
                  <a:pt x="790233" y="744643"/>
                  <a:pt x="785558" y="744643"/>
                </a:cubicBezTo>
                <a:cubicBezTo>
                  <a:pt x="782006" y="744643"/>
                  <a:pt x="779134" y="745572"/>
                  <a:pt x="776949" y="747428"/>
                </a:cubicBezTo>
                <a:cubicBezTo>
                  <a:pt x="774764" y="749283"/>
                  <a:pt x="773671" y="751340"/>
                  <a:pt x="773671" y="753597"/>
                </a:cubicBezTo>
                <a:cubicBezTo>
                  <a:pt x="773671" y="756406"/>
                  <a:pt x="774483" y="758814"/>
                  <a:pt x="776106" y="760820"/>
                </a:cubicBezTo>
                <a:cubicBezTo>
                  <a:pt x="777683" y="762878"/>
                  <a:pt x="780883" y="765060"/>
                  <a:pt x="785714" y="767367"/>
                </a:cubicBezTo>
                <a:lnTo>
                  <a:pt x="796843" y="772709"/>
                </a:lnTo>
                <a:cubicBezTo>
                  <a:pt x="807154" y="777675"/>
                  <a:pt x="812313" y="784221"/>
                  <a:pt x="812313" y="792347"/>
                </a:cubicBezTo>
                <a:cubicBezTo>
                  <a:pt x="812313" y="798617"/>
                  <a:pt x="809901" y="803684"/>
                  <a:pt x="805070" y="807546"/>
                </a:cubicBezTo>
                <a:cubicBezTo>
                  <a:pt x="800293" y="811358"/>
                  <a:pt x="794939" y="813265"/>
                  <a:pt x="788992" y="813265"/>
                </a:cubicBezTo>
                <a:cubicBezTo>
                  <a:pt x="784723" y="813265"/>
                  <a:pt x="779845" y="812512"/>
                  <a:pt x="774358" y="811007"/>
                </a:cubicBezTo>
                <a:cubicBezTo>
                  <a:pt x="772680" y="810505"/>
                  <a:pt x="771306" y="810255"/>
                  <a:pt x="770245" y="810255"/>
                </a:cubicBezTo>
                <a:cubicBezTo>
                  <a:pt x="769074" y="810255"/>
                  <a:pt x="768161" y="810907"/>
                  <a:pt x="767497" y="812211"/>
                </a:cubicBezTo>
                <a:lnTo>
                  <a:pt x="764984" y="812211"/>
                </a:lnTo>
                <a:lnTo>
                  <a:pt x="764984" y="787607"/>
                </a:lnTo>
                <a:lnTo>
                  <a:pt x="767497" y="787607"/>
                </a:lnTo>
                <a:cubicBezTo>
                  <a:pt x="768918" y="794630"/>
                  <a:pt x="771642" y="799921"/>
                  <a:pt x="775653" y="803483"/>
                </a:cubicBezTo>
                <a:cubicBezTo>
                  <a:pt x="779665" y="807044"/>
                  <a:pt x="784161" y="808825"/>
                  <a:pt x="789140" y="808825"/>
                </a:cubicBezTo>
                <a:cubicBezTo>
                  <a:pt x="792652" y="808825"/>
                  <a:pt x="795493" y="807822"/>
                  <a:pt x="797679" y="805816"/>
                </a:cubicBezTo>
                <a:cubicBezTo>
                  <a:pt x="799919" y="803759"/>
                  <a:pt x="801035" y="801301"/>
                  <a:pt x="801035" y="798442"/>
                </a:cubicBezTo>
                <a:cubicBezTo>
                  <a:pt x="801035" y="794980"/>
                  <a:pt x="799786" y="792071"/>
                  <a:pt x="797296" y="789713"/>
                </a:cubicBezTo>
                <a:cubicBezTo>
                  <a:pt x="794861" y="787356"/>
                  <a:pt x="789960" y="784372"/>
                  <a:pt x="782592" y="780760"/>
                </a:cubicBezTo>
                <a:cubicBezTo>
                  <a:pt x="775224" y="777148"/>
                  <a:pt x="770393" y="773888"/>
                  <a:pt x="768106" y="770978"/>
                </a:cubicBezTo>
                <a:cubicBezTo>
                  <a:pt x="765819" y="768119"/>
                  <a:pt x="764680" y="764508"/>
                  <a:pt x="764680" y="760144"/>
                </a:cubicBezTo>
                <a:cubicBezTo>
                  <a:pt x="764680" y="754475"/>
                  <a:pt x="766631" y="749735"/>
                  <a:pt x="770549" y="745922"/>
                </a:cubicBezTo>
                <a:cubicBezTo>
                  <a:pt x="774506" y="742111"/>
                  <a:pt x="779618" y="740205"/>
                  <a:pt x="785862" y="740205"/>
                </a:cubicBezTo>
                <a:cubicBezTo>
                  <a:pt x="788609" y="740205"/>
                  <a:pt x="791934" y="740781"/>
                  <a:pt x="795852" y="741935"/>
                </a:cubicBezTo>
                <a:cubicBezTo>
                  <a:pt x="798444" y="742687"/>
                  <a:pt x="800168" y="743064"/>
                  <a:pt x="801035" y="743064"/>
                </a:cubicBezTo>
                <a:cubicBezTo>
                  <a:pt x="801846" y="743064"/>
                  <a:pt x="802479" y="742888"/>
                  <a:pt x="802939" y="742537"/>
                </a:cubicBezTo>
                <a:cubicBezTo>
                  <a:pt x="803400" y="742186"/>
                  <a:pt x="803930" y="741408"/>
                  <a:pt x="804539" y="740205"/>
                </a:cubicBezTo>
                <a:lnTo>
                  <a:pt x="807052" y="740205"/>
                </a:lnTo>
                <a:close/>
                <a:moveTo>
                  <a:pt x="840512" y="704163"/>
                </a:moveTo>
                <a:cubicBezTo>
                  <a:pt x="842650" y="704163"/>
                  <a:pt x="844453" y="704916"/>
                  <a:pt x="845928" y="706421"/>
                </a:cubicBezTo>
                <a:cubicBezTo>
                  <a:pt x="847450" y="707875"/>
                  <a:pt x="848215" y="709656"/>
                  <a:pt x="848215" y="711763"/>
                </a:cubicBezTo>
                <a:cubicBezTo>
                  <a:pt x="848215" y="713870"/>
                  <a:pt x="847450" y="715676"/>
                  <a:pt x="845928" y="717180"/>
                </a:cubicBezTo>
                <a:cubicBezTo>
                  <a:pt x="844453" y="718685"/>
                  <a:pt x="842650" y="719438"/>
                  <a:pt x="840512" y="719438"/>
                </a:cubicBezTo>
                <a:cubicBezTo>
                  <a:pt x="838381" y="719438"/>
                  <a:pt x="836555" y="718685"/>
                  <a:pt x="835025" y="717180"/>
                </a:cubicBezTo>
                <a:cubicBezTo>
                  <a:pt x="833503" y="715676"/>
                  <a:pt x="832738" y="713870"/>
                  <a:pt x="832738" y="711763"/>
                </a:cubicBezTo>
                <a:cubicBezTo>
                  <a:pt x="832738" y="709656"/>
                  <a:pt x="833480" y="707875"/>
                  <a:pt x="834955" y="706421"/>
                </a:cubicBezTo>
                <a:cubicBezTo>
                  <a:pt x="836476" y="704916"/>
                  <a:pt x="838326" y="704163"/>
                  <a:pt x="840512" y="704163"/>
                </a:cubicBezTo>
                <a:close/>
                <a:moveTo>
                  <a:pt x="846841" y="740205"/>
                </a:moveTo>
                <a:lnTo>
                  <a:pt x="846841" y="795583"/>
                </a:lnTo>
                <a:cubicBezTo>
                  <a:pt x="846841" y="799897"/>
                  <a:pt x="847146" y="802781"/>
                  <a:pt x="847755" y="804235"/>
                </a:cubicBezTo>
                <a:cubicBezTo>
                  <a:pt x="848418" y="805640"/>
                  <a:pt x="849355" y="806693"/>
                  <a:pt x="850580" y="807396"/>
                </a:cubicBezTo>
                <a:cubicBezTo>
                  <a:pt x="851844" y="808098"/>
                  <a:pt x="854131" y="808449"/>
                  <a:pt x="857433" y="808449"/>
                </a:cubicBezTo>
                <a:lnTo>
                  <a:pt x="857433" y="811157"/>
                </a:lnTo>
                <a:lnTo>
                  <a:pt x="823521" y="811157"/>
                </a:lnTo>
                <a:lnTo>
                  <a:pt x="823521" y="808449"/>
                </a:lnTo>
                <a:cubicBezTo>
                  <a:pt x="826923" y="808449"/>
                  <a:pt x="829210" y="808123"/>
                  <a:pt x="830381" y="807471"/>
                </a:cubicBezTo>
                <a:cubicBezTo>
                  <a:pt x="831544" y="806819"/>
                  <a:pt x="832465" y="805740"/>
                  <a:pt x="833120" y="804235"/>
                </a:cubicBezTo>
                <a:cubicBezTo>
                  <a:pt x="833831" y="802731"/>
                  <a:pt x="834190" y="799846"/>
                  <a:pt x="834190" y="795583"/>
                </a:cubicBezTo>
                <a:lnTo>
                  <a:pt x="834190" y="769022"/>
                </a:lnTo>
                <a:cubicBezTo>
                  <a:pt x="834190" y="761548"/>
                  <a:pt x="833963" y="756708"/>
                  <a:pt x="833503" y="754500"/>
                </a:cubicBezTo>
                <a:cubicBezTo>
                  <a:pt x="833144" y="752895"/>
                  <a:pt x="832590" y="751792"/>
                  <a:pt x="831825" y="751189"/>
                </a:cubicBezTo>
                <a:cubicBezTo>
                  <a:pt x="831068" y="750538"/>
                  <a:pt x="830022" y="750212"/>
                  <a:pt x="828703" y="750212"/>
                </a:cubicBezTo>
                <a:cubicBezTo>
                  <a:pt x="827275" y="750212"/>
                  <a:pt x="825550" y="750588"/>
                  <a:pt x="823521" y="751340"/>
                </a:cubicBezTo>
                <a:lnTo>
                  <a:pt x="822451" y="748631"/>
                </a:lnTo>
                <a:lnTo>
                  <a:pt x="843485" y="740205"/>
                </a:lnTo>
                <a:lnTo>
                  <a:pt x="846841" y="740205"/>
                </a:lnTo>
                <a:close/>
                <a:moveTo>
                  <a:pt x="886474" y="719588"/>
                </a:moveTo>
                <a:lnTo>
                  <a:pt x="886474" y="742236"/>
                </a:lnTo>
                <a:lnTo>
                  <a:pt x="902787" y="742236"/>
                </a:lnTo>
                <a:lnTo>
                  <a:pt x="902787" y="747503"/>
                </a:lnTo>
                <a:lnTo>
                  <a:pt x="886474" y="747503"/>
                </a:lnTo>
                <a:lnTo>
                  <a:pt x="886474" y="792197"/>
                </a:lnTo>
                <a:cubicBezTo>
                  <a:pt x="886474" y="796661"/>
                  <a:pt x="887107" y="799671"/>
                  <a:pt x="888379" y="801226"/>
                </a:cubicBezTo>
                <a:cubicBezTo>
                  <a:pt x="889706" y="802781"/>
                  <a:pt x="891376" y="803558"/>
                  <a:pt x="893413" y="803558"/>
                </a:cubicBezTo>
                <a:cubicBezTo>
                  <a:pt x="895091" y="803558"/>
                  <a:pt x="896714" y="803056"/>
                  <a:pt x="898291" y="802053"/>
                </a:cubicBezTo>
                <a:cubicBezTo>
                  <a:pt x="899868" y="801000"/>
                  <a:pt x="901085" y="799470"/>
                  <a:pt x="901952" y="797464"/>
                </a:cubicBezTo>
                <a:lnTo>
                  <a:pt x="904917" y="797464"/>
                </a:lnTo>
                <a:cubicBezTo>
                  <a:pt x="903146" y="802379"/>
                  <a:pt x="900625" y="806091"/>
                  <a:pt x="897378" y="808599"/>
                </a:cubicBezTo>
                <a:cubicBezTo>
                  <a:pt x="894123" y="811057"/>
                  <a:pt x="890767" y="812286"/>
                  <a:pt x="887317" y="812286"/>
                </a:cubicBezTo>
                <a:cubicBezTo>
                  <a:pt x="884976" y="812286"/>
                  <a:pt x="882689" y="811660"/>
                  <a:pt x="880457" y="810405"/>
                </a:cubicBezTo>
                <a:cubicBezTo>
                  <a:pt x="878217" y="809101"/>
                  <a:pt x="876570" y="807270"/>
                  <a:pt x="875501" y="804913"/>
                </a:cubicBezTo>
                <a:cubicBezTo>
                  <a:pt x="874432" y="802505"/>
                  <a:pt x="873901" y="798818"/>
                  <a:pt x="873901" y="793852"/>
                </a:cubicBezTo>
                <a:lnTo>
                  <a:pt x="873901" y="747503"/>
                </a:lnTo>
                <a:lnTo>
                  <a:pt x="862849" y="747503"/>
                </a:lnTo>
                <a:lnTo>
                  <a:pt x="862849" y="745020"/>
                </a:lnTo>
                <a:cubicBezTo>
                  <a:pt x="865643" y="743916"/>
                  <a:pt x="868484" y="742060"/>
                  <a:pt x="871388" y="739452"/>
                </a:cubicBezTo>
                <a:cubicBezTo>
                  <a:pt x="874330" y="736794"/>
                  <a:pt x="876945" y="733659"/>
                  <a:pt x="879231" y="730047"/>
                </a:cubicBezTo>
                <a:cubicBezTo>
                  <a:pt x="880402" y="728140"/>
                  <a:pt x="882026" y="724654"/>
                  <a:pt x="884110" y="719588"/>
                </a:cubicBezTo>
                <a:lnTo>
                  <a:pt x="886474" y="719588"/>
                </a:lnTo>
                <a:close/>
                <a:moveTo>
                  <a:pt x="905682" y="742236"/>
                </a:moveTo>
                <a:lnTo>
                  <a:pt x="938229" y="742236"/>
                </a:lnTo>
                <a:lnTo>
                  <a:pt x="938229" y="745020"/>
                </a:lnTo>
                <a:lnTo>
                  <a:pt x="936628" y="745020"/>
                </a:lnTo>
                <a:cubicBezTo>
                  <a:pt x="934342" y="745020"/>
                  <a:pt x="932617" y="745522"/>
                  <a:pt x="931446" y="746525"/>
                </a:cubicBezTo>
                <a:cubicBezTo>
                  <a:pt x="930330" y="747478"/>
                  <a:pt x="929768" y="748681"/>
                  <a:pt x="929768" y="750136"/>
                </a:cubicBezTo>
                <a:cubicBezTo>
                  <a:pt x="929768" y="752092"/>
                  <a:pt x="930603" y="754801"/>
                  <a:pt x="932281" y="758262"/>
                </a:cubicBezTo>
                <a:lnTo>
                  <a:pt x="949280" y="793024"/>
                </a:lnTo>
                <a:lnTo>
                  <a:pt x="964905" y="754952"/>
                </a:lnTo>
                <a:cubicBezTo>
                  <a:pt x="965772" y="752895"/>
                  <a:pt x="966201" y="750863"/>
                  <a:pt x="966201" y="748857"/>
                </a:cubicBezTo>
                <a:cubicBezTo>
                  <a:pt x="966201" y="747954"/>
                  <a:pt x="966022" y="747277"/>
                  <a:pt x="965670" y="746825"/>
                </a:cubicBezTo>
                <a:cubicBezTo>
                  <a:pt x="965264" y="746274"/>
                  <a:pt x="964624" y="745848"/>
                  <a:pt x="963758" y="745546"/>
                </a:cubicBezTo>
                <a:cubicBezTo>
                  <a:pt x="962900" y="745195"/>
                  <a:pt x="961370" y="745020"/>
                  <a:pt x="959192" y="745020"/>
                </a:cubicBezTo>
                <a:lnTo>
                  <a:pt x="959192" y="742236"/>
                </a:lnTo>
                <a:lnTo>
                  <a:pt x="981904" y="742236"/>
                </a:lnTo>
                <a:lnTo>
                  <a:pt x="981904" y="745020"/>
                </a:lnTo>
                <a:cubicBezTo>
                  <a:pt x="980023" y="745220"/>
                  <a:pt x="978572" y="745622"/>
                  <a:pt x="977557" y="746224"/>
                </a:cubicBezTo>
                <a:cubicBezTo>
                  <a:pt x="976543" y="746825"/>
                  <a:pt x="975426" y="747954"/>
                  <a:pt x="974201" y="749610"/>
                </a:cubicBezTo>
                <a:cubicBezTo>
                  <a:pt x="973748" y="750312"/>
                  <a:pt x="972882" y="752243"/>
                  <a:pt x="971610" y="755403"/>
                </a:cubicBezTo>
                <a:lnTo>
                  <a:pt x="943185" y="824175"/>
                </a:lnTo>
                <a:cubicBezTo>
                  <a:pt x="940437" y="830846"/>
                  <a:pt x="936831" y="835887"/>
                  <a:pt x="932359" y="839298"/>
                </a:cubicBezTo>
                <a:cubicBezTo>
                  <a:pt x="927942" y="842709"/>
                  <a:pt x="923672" y="844415"/>
                  <a:pt x="919552" y="844415"/>
                </a:cubicBezTo>
                <a:cubicBezTo>
                  <a:pt x="916554" y="844415"/>
                  <a:pt x="914096" y="843562"/>
                  <a:pt x="912160" y="841856"/>
                </a:cubicBezTo>
                <a:cubicBezTo>
                  <a:pt x="910233" y="840151"/>
                  <a:pt x="909265" y="838195"/>
                  <a:pt x="909265" y="835988"/>
                </a:cubicBezTo>
                <a:cubicBezTo>
                  <a:pt x="909265" y="833881"/>
                  <a:pt x="909951" y="832175"/>
                  <a:pt x="911325" y="830871"/>
                </a:cubicBezTo>
                <a:cubicBezTo>
                  <a:pt x="912746" y="829617"/>
                  <a:pt x="914673" y="828990"/>
                  <a:pt x="917116" y="828990"/>
                </a:cubicBezTo>
                <a:cubicBezTo>
                  <a:pt x="918794" y="828990"/>
                  <a:pt x="921081" y="829542"/>
                  <a:pt x="923977" y="830645"/>
                </a:cubicBezTo>
                <a:cubicBezTo>
                  <a:pt x="926006" y="831398"/>
                  <a:pt x="927278" y="831774"/>
                  <a:pt x="927786" y="831774"/>
                </a:cubicBezTo>
                <a:cubicBezTo>
                  <a:pt x="929308" y="831774"/>
                  <a:pt x="930962" y="830996"/>
                  <a:pt x="932742" y="829442"/>
                </a:cubicBezTo>
                <a:cubicBezTo>
                  <a:pt x="934568" y="827887"/>
                  <a:pt x="936402" y="824876"/>
                  <a:pt x="938229" y="820412"/>
                </a:cubicBezTo>
                <a:lnTo>
                  <a:pt x="943185" y="808449"/>
                </a:lnTo>
                <a:lnTo>
                  <a:pt x="918108" y="756456"/>
                </a:lnTo>
                <a:cubicBezTo>
                  <a:pt x="917343" y="754902"/>
                  <a:pt x="916125" y="752971"/>
                  <a:pt x="914447" y="750663"/>
                </a:cubicBezTo>
                <a:cubicBezTo>
                  <a:pt x="913175" y="748907"/>
                  <a:pt x="912137" y="747728"/>
                  <a:pt x="911325" y="747127"/>
                </a:cubicBezTo>
                <a:cubicBezTo>
                  <a:pt x="910154" y="746324"/>
                  <a:pt x="908273" y="745622"/>
                  <a:pt x="905682" y="745020"/>
                </a:cubicBezTo>
                <a:lnTo>
                  <a:pt x="905682" y="742236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D4154B97-927B-406A-ADE6-20AA3359B68D}"/>
              </a:ext>
            </a:extLst>
          </p:cNvPr>
          <p:cNvSpPr/>
          <p:nvPr/>
        </p:nvSpPr>
        <p:spPr>
          <a:xfrm>
            <a:off x="948039" y="2546176"/>
            <a:ext cx="1560971" cy="1001623"/>
          </a:xfrm>
          <a:custGeom>
            <a:avLst/>
            <a:gdLst>
              <a:gd name="connsiteX0" fmla="*/ 1103551 w 1560971"/>
              <a:gd name="connsiteY0" fmla="*/ 517503 h 1001623"/>
              <a:gd name="connsiteX1" fmla="*/ 1025502 w 1560971"/>
              <a:gd name="connsiteY1" fmla="*/ 473019 h 1001623"/>
              <a:gd name="connsiteX2" fmla="*/ 1025502 w 1560971"/>
              <a:gd name="connsiteY2" fmla="*/ 561987 h 1001623"/>
              <a:gd name="connsiteX3" fmla="*/ 1103551 w 1560971"/>
              <a:gd name="connsiteY3" fmla="*/ 517503 h 1001623"/>
              <a:gd name="connsiteX4" fmla="*/ 479162 w 1560971"/>
              <a:gd name="connsiteY4" fmla="*/ 517503 h 1001623"/>
              <a:gd name="connsiteX5" fmla="*/ 479162 w 1560971"/>
              <a:gd name="connsiteY5" fmla="*/ 525208 h 1001623"/>
              <a:gd name="connsiteX6" fmla="*/ 869405 w 1560971"/>
              <a:gd name="connsiteY6" fmla="*/ 525208 h 1001623"/>
              <a:gd name="connsiteX7" fmla="*/ 869405 w 1560971"/>
              <a:gd name="connsiteY7" fmla="*/ 517503 h 1001623"/>
              <a:gd name="connsiteX8" fmla="*/ 869405 w 1560971"/>
              <a:gd name="connsiteY8" fmla="*/ 509798 h 1001623"/>
              <a:gd name="connsiteX9" fmla="*/ 479162 w 1560971"/>
              <a:gd name="connsiteY9" fmla="*/ 509798 h 1001623"/>
              <a:gd name="connsiteX10" fmla="*/ 479162 w 1560971"/>
              <a:gd name="connsiteY10" fmla="*/ 517503 h 1001623"/>
              <a:gd name="connsiteX11" fmla="*/ 869405 w 1560971"/>
              <a:gd name="connsiteY11" fmla="*/ 517503 h 1001623"/>
              <a:gd name="connsiteX12" fmla="*/ 869405 w 1560971"/>
              <a:gd name="connsiteY12" fmla="*/ 525208 h 1001623"/>
              <a:gd name="connsiteX13" fmla="*/ 1033307 w 1560971"/>
              <a:gd name="connsiteY13" fmla="*/ 525208 h 1001623"/>
              <a:gd name="connsiteX14" fmla="*/ 1033307 w 1560971"/>
              <a:gd name="connsiteY14" fmla="*/ 517503 h 1001623"/>
              <a:gd name="connsiteX15" fmla="*/ 1033307 w 1560971"/>
              <a:gd name="connsiteY15" fmla="*/ 509798 h 1001623"/>
              <a:gd name="connsiteX16" fmla="*/ 869405 w 1560971"/>
              <a:gd name="connsiteY16" fmla="*/ 509798 h 1001623"/>
              <a:gd name="connsiteX17" fmla="*/ 869405 w 1560971"/>
              <a:gd name="connsiteY17" fmla="*/ 517503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60971" h="1001623">
                <a:moveTo>
                  <a:pt x="1103551" y="517503"/>
                </a:moveTo>
                <a:lnTo>
                  <a:pt x="1025502" y="473019"/>
                </a:lnTo>
                <a:lnTo>
                  <a:pt x="1025502" y="561987"/>
                </a:lnTo>
                <a:lnTo>
                  <a:pt x="1103551" y="517503"/>
                </a:lnTo>
                <a:close/>
                <a:moveTo>
                  <a:pt x="479162" y="517503"/>
                </a:moveTo>
                <a:lnTo>
                  <a:pt x="479162" y="525208"/>
                </a:lnTo>
                <a:lnTo>
                  <a:pt x="869405" y="525208"/>
                </a:lnTo>
                <a:lnTo>
                  <a:pt x="869405" y="517503"/>
                </a:lnTo>
                <a:lnTo>
                  <a:pt x="869405" y="509798"/>
                </a:lnTo>
                <a:lnTo>
                  <a:pt x="479162" y="509798"/>
                </a:lnTo>
                <a:lnTo>
                  <a:pt x="479162" y="517503"/>
                </a:lnTo>
                <a:close/>
                <a:moveTo>
                  <a:pt x="869405" y="517503"/>
                </a:moveTo>
                <a:lnTo>
                  <a:pt x="869405" y="525208"/>
                </a:lnTo>
                <a:lnTo>
                  <a:pt x="1033307" y="525208"/>
                </a:lnTo>
                <a:lnTo>
                  <a:pt x="1033307" y="517503"/>
                </a:lnTo>
                <a:lnTo>
                  <a:pt x="1033307" y="509798"/>
                </a:lnTo>
                <a:lnTo>
                  <a:pt x="869405" y="509798"/>
                </a:lnTo>
                <a:lnTo>
                  <a:pt x="869405" y="517503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5A261C79-2310-4766-95AE-3E17553135BA}"/>
              </a:ext>
            </a:extLst>
          </p:cNvPr>
          <p:cNvSpPr/>
          <p:nvPr/>
        </p:nvSpPr>
        <p:spPr>
          <a:xfrm>
            <a:off x="496242" y="2606084"/>
            <a:ext cx="936583" cy="1155719"/>
          </a:xfrm>
          <a:custGeom>
            <a:avLst/>
            <a:gdLst>
              <a:gd name="connsiteX0" fmla="*/ 501693 w 936582"/>
              <a:gd name="connsiteY0" fmla="*/ 688738 h 1155719"/>
              <a:gd name="connsiteX1" fmla="*/ 524224 w 936582"/>
              <a:gd name="connsiteY1" fmla="*/ 650214 h 1155719"/>
              <a:gd name="connsiteX2" fmla="*/ 479162 w 936582"/>
              <a:gd name="connsiteY2" fmla="*/ 650214 h 1155719"/>
              <a:gd name="connsiteX3" fmla="*/ 501693 w 936582"/>
              <a:gd name="connsiteY3" fmla="*/ 688738 h 1155719"/>
              <a:gd name="connsiteX4" fmla="*/ 501693 w 936582"/>
              <a:gd name="connsiteY4" fmla="*/ 473019 h 1155719"/>
              <a:gd name="connsiteX5" fmla="*/ 497790 w 936582"/>
              <a:gd name="connsiteY5" fmla="*/ 473019 h 1155719"/>
              <a:gd name="connsiteX6" fmla="*/ 497790 w 936582"/>
              <a:gd name="connsiteY6" fmla="*/ 665639 h 1155719"/>
              <a:gd name="connsiteX7" fmla="*/ 501693 w 936582"/>
              <a:gd name="connsiteY7" fmla="*/ 665639 h 1155719"/>
              <a:gd name="connsiteX8" fmla="*/ 505595 w 936582"/>
              <a:gd name="connsiteY8" fmla="*/ 665639 h 1155719"/>
              <a:gd name="connsiteX9" fmla="*/ 505595 w 936582"/>
              <a:gd name="connsiteY9" fmla="*/ 473019 h 1155719"/>
              <a:gd name="connsiteX10" fmla="*/ 501693 w 936582"/>
              <a:gd name="connsiteY10" fmla="*/ 473019 h 115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6582" h="1155719">
                <a:moveTo>
                  <a:pt x="501693" y="688738"/>
                </a:moveTo>
                <a:lnTo>
                  <a:pt x="524224" y="650214"/>
                </a:lnTo>
                <a:lnTo>
                  <a:pt x="479162" y="650214"/>
                </a:lnTo>
                <a:lnTo>
                  <a:pt x="501693" y="688738"/>
                </a:lnTo>
                <a:close/>
                <a:moveTo>
                  <a:pt x="501693" y="473019"/>
                </a:moveTo>
                <a:lnTo>
                  <a:pt x="497790" y="473019"/>
                </a:lnTo>
                <a:lnTo>
                  <a:pt x="497790" y="665639"/>
                </a:lnTo>
                <a:lnTo>
                  <a:pt x="501693" y="665639"/>
                </a:lnTo>
                <a:lnTo>
                  <a:pt x="505595" y="665639"/>
                </a:lnTo>
                <a:lnTo>
                  <a:pt x="505595" y="473019"/>
                </a:lnTo>
                <a:lnTo>
                  <a:pt x="501693" y="473019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A0C66B3-9E71-435A-85C9-458A04BAA00C}"/>
              </a:ext>
            </a:extLst>
          </p:cNvPr>
          <p:cNvSpPr/>
          <p:nvPr/>
        </p:nvSpPr>
        <p:spPr>
          <a:xfrm>
            <a:off x="594913" y="3259108"/>
            <a:ext cx="780486" cy="231144"/>
          </a:xfrm>
          <a:custGeom>
            <a:avLst/>
            <a:gdLst>
              <a:gd name="connsiteX0" fmla="*/ 758127 w 780485"/>
              <a:gd name="connsiteY0" fmla="*/ 47302 h 231143"/>
              <a:gd name="connsiteX1" fmla="*/ 758127 w 780485"/>
              <a:gd name="connsiteY1" fmla="*/ 209072 h 231143"/>
              <a:gd name="connsiteX2" fmla="*/ 47916 w 780485"/>
              <a:gd name="connsiteY2" fmla="*/ 209072 h 231143"/>
              <a:gd name="connsiteX3" fmla="*/ 47916 w 780485"/>
              <a:gd name="connsiteY3" fmla="*/ 47302 h 231143"/>
              <a:gd name="connsiteX4" fmla="*/ 758127 w 78048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485" h="231143">
                <a:moveTo>
                  <a:pt x="758127" y="47302"/>
                </a:moveTo>
                <a:lnTo>
                  <a:pt x="758127" y="209072"/>
                </a:lnTo>
                <a:lnTo>
                  <a:pt x="47916" y="209072"/>
                </a:lnTo>
                <a:lnTo>
                  <a:pt x="47916" y="47302"/>
                </a:lnTo>
                <a:lnTo>
                  <a:pt x="758127" y="47302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73BC72B9-4079-4F61-B012-322DDFC1896A}"/>
              </a:ext>
            </a:extLst>
          </p:cNvPr>
          <p:cNvSpPr/>
          <p:nvPr/>
        </p:nvSpPr>
        <p:spPr>
          <a:xfrm>
            <a:off x="713893" y="2875767"/>
            <a:ext cx="936583" cy="1001623"/>
          </a:xfrm>
          <a:custGeom>
            <a:avLst/>
            <a:gdLst>
              <a:gd name="connsiteX0" fmla="*/ 497445 w 936582"/>
              <a:gd name="connsiteY0" fmla="*/ 485235 h 1001623"/>
              <a:gd name="connsiteX1" fmla="*/ 495617 w 936582"/>
              <a:gd name="connsiteY1" fmla="*/ 485929 h 1001623"/>
              <a:gd name="connsiteX2" fmla="*/ 489991 w 936582"/>
              <a:gd name="connsiteY2" fmla="*/ 487318 h 1001623"/>
              <a:gd name="connsiteX3" fmla="*/ 481835 w 936582"/>
              <a:gd name="connsiteY3" fmla="*/ 488289 h 1001623"/>
              <a:gd name="connsiteX4" fmla="*/ 479162 w 936582"/>
              <a:gd name="connsiteY4" fmla="*/ 488289 h 1001623"/>
              <a:gd name="connsiteX5" fmla="*/ 479162 w 936582"/>
              <a:gd name="connsiteY5" fmla="*/ 481904 h 1001623"/>
              <a:gd name="connsiteX6" fmla="*/ 481835 w 936582"/>
              <a:gd name="connsiteY6" fmla="*/ 481904 h 1001623"/>
              <a:gd name="connsiteX7" fmla="*/ 494070 w 936582"/>
              <a:gd name="connsiteY7" fmla="*/ 479821 h 1001623"/>
              <a:gd name="connsiteX8" fmla="*/ 501945 w 936582"/>
              <a:gd name="connsiteY8" fmla="*/ 476490 h 1001623"/>
              <a:gd name="connsiteX9" fmla="*/ 505882 w 936582"/>
              <a:gd name="connsiteY9" fmla="*/ 473435 h 1001623"/>
              <a:gd name="connsiteX10" fmla="*/ 507570 w 936582"/>
              <a:gd name="connsiteY10" fmla="*/ 473019 h 1001623"/>
              <a:gd name="connsiteX11" fmla="*/ 509960 w 936582"/>
              <a:gd name="connsiteY11" fmla="*/ 473852 h 1001623"/>
              <a:gd name="connsiteX12" fmla="*/ 509960 w 936582"/>
              <a:gd name="connsiteY12" fmla="*/ 515357 h 1001623"/>
              <a:gd name="connsiteX13" fmla="*/ 510101 w 936582"/>
              <a:gd name="connsiteY13" fmla="*/ 557009 h 1001623"/>
              <a:gd name="connsiteX14" fmla="*/ 511788 w 936582"/>
              <a:gd name="connsiteY14" fmla="*/ 558257 h 1001623"/>
              <a:gd name="connsiteX15" fmla="*/ 515164 w 936582"/>
              <a:gd name="connsiteY15" fmla="*/ 558812 h 1001623"/>
              <a:gd name="connsiteX16" fmla="*/ 523883 w 936582"/>
              <a:gd name="connsiteY16" fmla="*/ 559090 h 1001623"/>
              <a:gd name="connsiteX17" fmla="*/ 527538 w 936582"/>
              <a:gd name="connsiteY17" fmla="*/ 559090 h 1001623"/>
              <a:gd name="connsiteX18" fmla="*/ 527538 w 936582"/>
              <a:gd name="connsiteY18" fmla="*/ 565477 h 1001623"/>
              <a:gd name="connsiteX19" fmla="*/ 525992 w 936582"/>
              <a:gd name="connsiteY19" fmla="*/ 565477 h 1001623"/>
              <a:gd name="connsiteX20" fmla="*/ 503632 w 936582"/>
              <a:gd name="connsiteY20" fmla="*/ 565061 h 1001623"/>
              <a:gd name="connsiteX21" fmla="*/ 481554 w 936582"/>
              <a:gd name="connsiteY21" fmla="*/ 565477 h 1001623"/>
              <a:gd name="connsiteX22" fmla="*/ 479866 w 936582"/>
              <a:gd name="connsiteY22" fmla="*/ 565477 h 1001623"/>
              <a:gd name="connsiteX23" fmla="*/ 479866 w 936582"/>
              <a:gd name="connsiteY23" fmla="*/ 559090 h 1001623"/>
              <a:gd name="connsiteX24" fmla="*/ 483522 w 936582"/>
              <a:gd name="connsiteY24" fmla="*/ 559090 h 1001623"/>
              <a:gd name="connsiteX25" fmla="*/ 488866 w 936582"/>
              <a:gd name="connsiteY25" fmla="*/ 559090 h 1001623"/>
              <a:gd name="connsiteX26" fmla="*/ 492381 w 936582"/>
              <a:gd name="connsiteY26" fmla="*/ 558951 h 1001623"/>
              <a:gd name="connsiteX27" fmla="*/ 494632 w 936582"/>
              <a:gd name="connsiteY27" fmla="*/ 558535 h 1001623"/>
              <a:gd name="connsiteX28" fmla="*/ 495757 w 936582"/>
              <a:gd name="connsiteY28" fmla="*/ 558257 h 1001623"/>
              <a:gd name="connsiteX29" fmla="*/ 496601 w 936582"/>
              <a:gd name="connsiteY29" fmla="*/ 557564 h 1001623"/>
              <a:gd name="connsiteX30" fmla="*/ 497445 w 936582"/>
              <a:gd name="connsiteY30" fmla="*/ 557009 h 1001623"/>
              <a:gd name="connsiteX31" fmla="*/ 497445 w 936582"/>
              <a:gd name="connsiteY31" fmla="*/ 485235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36582" h="1001623">
                <a:moveTo>
                  <a:pt x="497445" y="485235"/>
                </a:moveTo>
                <a:lnTo>
                  <a:pt x="495617" y="485929"/>
                </a:lnTo>
                <a:cubicBezTo>
                  <a:pt x="494304" y="486393"/>
                  <a:pt x="492428" y="486855"/>
                  <a:pt x="489991" y="487318"/>
                </a:cubicBezTo>
                <a:cubicBezTo>
                  <a:pt x="487553" y="487781"/>
                  <a:pt x="484835" y="488104"/>
                  <a:pt x="481835" y="488289"/>
                </a:cubicBezTo>
                <a:lnTo>
                  <a:pt x="479162" y="488289"/>
                </a:lnTo>
                <a:lnTo>
                  <a:pt x="479162" y="481904"/>
                </a:lnTo>
                <a:lnTo>
                  <a:pt x="481835" y="481904"/>
                </a:lnTo>
                <a:cubicBezTo>
                  <a:pt x="486241" y="481719"/>
                  <a:pt x="490319" y="481025"/>
                  <a:pt x="494070" y="479821"/>
                </a:cubicBezTo>
                <a:cubicBezTo>
                  <a:pt x="497819" y="478618"/>
                  <a:pt x="500445" y="477507"/>
                  <a:pt x="501945" y="476490"/>
                </a:cubicBezTo>
                <a:cubicBezTo>
                  <a:pt x="503445" y="475472"/>
                  <a:pt x="504757" y="474453"/>
                  <a:pt x="505882" y="473435"/>
                </a:cubicBezTo>
                <a:cubicBezTo>
                  <a:pt x="506070" y="473158"/>
                  <a:pt x="506632" y="473019"/>
                  <a:pt x="507570" y="473019"/>
                </a:cubicBezTo>
                <a:cubicBezTo>
                  <a:pt x="508413" y="473019"/>
                  <a:pt x="509210" y="473297"/>
                  <a:pt x="509960" y="473852"/>
                </a:cubicBezTo>
                <a:lnTo>
                  <a:pt x="509960" y="515357"/>
                </a:lnTo>
                <a:lnTo>
                  <a:pt x="510101" y="557009"/>
                </a:lnTo>
                <a:cubicBezTo>
                  <a:pt x="510757" y="557656"/>
                  <a:pt x="511320" y="558073"/>
                  <a:pt x="511788" y="558257"/>
                </a:cubicBezTo>
                <a:cubicBezTo>
                  <a:pt x="512257" y="558442"/>
                  <a:pt x="513382" y="558627"/>
                  <a:pt x="515164" y="558812"/>
                </a:cubicBezTo>
                <a:cubicBezTo>
                  <a:pt x="516945" y="558997"/>
                  <a:pt x="519851" y="559090"/>
                  <a:pt x="523883" y="559090"/>
                </a:cubicBezTo>
                <a:lnTo>
                  <a:pt x="527538" y="559090"/>
                </a:lnTo>
                <a:lnTo>
                  <a:pt x="527538" y="565477"/>
                </a:lnTo>
                <a:lnTo>
                  <a:pt x="525992" y="565477"/>
                </a:lnTo>
                <a:cubicBezTo>
                  <a:pt x="524023" y="565199"/>
                  <a:pt x="516570" y="565061"/>
                  <a:pt x="503632" y="565061"/>
                </a:cubicBezTo>
                <a:cubicBezTo>
                  <a:pt x="490881" y="565061"/>
                  <a:pt x="483522" y="565199"/>
                  <a:pt x="481554" y="565477"/>
                </a:cubicBezTo>
                <a:lnTo>
                  <a:pt x="479866" y="565477"/>
                </a:lnTo>
                <a:lnTo>
                  <a:pt x="479866" y="559090"/>
                </a:lnTo>
                <a:lnTo>
                  <a:pt x="483522" y="559090"/>
                </a:lnTo>
                <a:cubicBezTo>
                  <a:pt x="485585" y="559090"/>
                  <a:pt x="487366" y="559090"/>
                  <a:pt x="488866" y="559090"/>
                </a:cubicBezTo>
                <a:cubicBezTo>
                  <a:pt x="490366" y="559090"/>
                  <a:pt x="491538" y="559043"/>
                  <a:pt x="492381" y="558951"/>
                </a:cubicBezTo>
                <a:cubicBezTo>
                  <a:pt x="493225" y="558858"/>
                  <a:pt x="493975" y="558720"/>
                  <a:pt x="494632" y="558535"/>
                </a:cubicBezTo>
                <a:cubicBezTo>
                  <a:pt x="495288" y="558350"/>
                  <a:pt x="495663" y="558257"/>
                  <a:pt x="495757" y="558257"/>
                </a:cubicBezTo>
                <a:cubicBezTo>
                  <a:pt x="495851" y="558257"/>
                  <a:pt x="496132" y="558026"/>
                  <a:pt x="496601" y="557564"/>
                </a:cubicBezTo>
                <a:cubicBezTo>
                  <a:pt x="497069" y="557102"/>
                  <a:pt x="497351" y="556917"/>
                  <a:pt x="497445" y="557009"/>
                </a:cubicBezTo>
                <a:lnTo>
                  <a:pt x="497445" y="485235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99510ECD-1301-49E5-B74F-B6503F02AE8D}"/>
              </a:ext>
            </a:extLst>
          </p:cNvPr>
          <p:cNvSpPr/>
          <p:nvPr/>
        </p:nvSpPr>
        <p:spPr>
          <a:xfrm>
            <a:off x="518772" y="2875767"/>
            <a:ext cx="1014631" cy="1001623"/>
          </a:xfrm>
          <a:custGeom>
            <a:avLst/>
            <a:gdLst>
              <a:gd name="connsiteX0" fmla="*/ 486922 w 1014631"/>
              <a:gd name="connsiteY0" fmla="*/ 483904 h 1001623"/>
              <a:gd name="connsiteX1" fmla="*/ 507750 w 1014631"/>
              <a:gd name="connsiteY1" fmla="*/ 473019 h 1001623"/>
              <a:gd name="connsiteX2" fmla="*/ 520819 w 1014631"/>
              <a:gd name="connsiteY2" fmla="*/ 476513 h 1001623"/>
              <a:gd name="connsiteX3" fmla="*/ 531437 w 1014631"/>
              <a:gd name="connsiteY3" fmla="*/ 488877 h 1001623"/>
              <a:gd name="connsiteX4" fmla="*/ 536474 w 1014631"/>
              <a:gd name="connsiteY4" fmla="*/ 519518 h 1001623"/>
              <a:gd name="connsiteX5" fmla="*/ 530621 w 1014631"/>
              <a:gd name="connsiteY5" fmla="*/ 551369 h 1001623"/>
              <a:gd name="connsiteX6" fmla="*/ 523133 w 1014631"/>
              <a:gd name="connsiteY6" fmla="*/ 560369 h 1001623"/>
              <a:gd name="connsiteX7" fmla="*/ 514829 w 1014631"/>
              <a:gd name="connsiteY7" fmla="*/ 564537 h 1001623"/>
              <a:gd name="connsiteX8" fmla="*/ 507887 w 1014631"/>
              <a:gd name="connsiteY8" fmla="*/ 565477 h 1001623"/>
              <a:gd name="connsiteX9" fmla="*/ 500808 w 1014631"/>
              <a:gd name="connsiteY9" fmla="*/ 564668 h 1001623"/>
              <a:gd name="connsiteX10" fmla="*/ 492503 w 1014631"/>
              <a:gd name="connsiteY10" fmla="*/ 560369 h 1001623"/>
              <a:gd name="connsiteX11" fmla="*/ 485016 w 1014631"/>
              <a:gd name="connsiteY11" fmla="*/ 551369 h 1001623"/>
              <a:gd name="connsiteX12" fmla="*/ 479162 w 1014631"/>
              <a:gd name="connsiteY12" fmla="*/ 519518 h 1001623"/>
              <a:gd name="connsiteX13" fmla="*/ 486922 w 1014631"/>
              <a:gd name="connsiteY13" fmla="*/ 483904 h 1001623"/>
              <a:gd name="connsiteX14" fmla="*/ 517552 w 1014631"/>
              <a:gd name="connsiteY14" fmla="*/ 482291 h 1001623"/>
              <a:gd name="connsiteX15" fmla="*/ 507887 w 1014631"/>
              <a:gd name="connsiteY15" fmla="*/ 477991 h 1001623"/>
              <a:gd name="connsiteX16" fmla="*/ 498085 w 1014631"/>
              <a:gd name="connsiteY16" fmla="*/ 482291 h 1001623"/>
              <a:gd name="connsiteX17" fmla="*/ 493593 w 1014631"/>
              <a:gd name="connsiteY17" fmla="*/ 491968 h 1001623"/>
              <a:gd name="connsiteX18" fmla="*/ 492503 w 1014631"/>
              <a:gd name="connsiteY18" fmla="*/ 517769 h 1001623"/>
              <a:gd name="connsiteX19" fmla="*/ 493593 w 1014631"/>
              <a:gd name="connsiteY19" fmla="*/ 545722 h 1001623"/>
              <a:gd name="connsiteX20" fmla="*/ 498494 w 1014631"/>
              <a:gd name="connsiteY20" fmla="*/ 556339 h 1001623"/>
              <a:gd name="connsiteX21" fmla="*/ 507887 w 1014631"/>
              <a:gd name="connsiteY21" fmla="*/ 560369 h 1001623"/>
              <a:gd name="connsiteX22" fmla="*/ 517143 w 1014631"/>
              <a:gd name="connsiteY22" fmla="*/ 556339 h 1001623"/>
              <a:gd name="connsiteX23" fmla="*/ 522044 w 1014631"/>
              <a:gd name="connsiteY23" fmla="*/ 545051 h 1001623"/>
              <a:gd name="connsiteX24" fmla="*/ 523133 w 1014631"/>
              <a:gd name="connsiteY24" fmla="*/ 517769 h 1001623"/>
              <a:gd name="connsiteX25" fmla="*/ 522044 w 1014631"/>
              <a:gd name="connsiteY25" fmla="*/ 492102 h 1001623"/>
              <a:gd name="connsiteX26" fmla="*/ 517552 w 1014631"/>
              <a:gd name="connsiteY26" fmla="*/ 482291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14631" h="1001623">
                <a:moveTo>
                  <a:pt x="486922" y="483904"/>
                </a:moveTo>
                <a:cubicBezTo>
                  <a:pt x="492005" y="476647"/>
                  <a:pt x="498947" y="473019"/>
                  <a:pt x="507750" y="473019"/>
                </a:cubicBezTo>
                <a:cubicBezTo>
                  <a:pt x="512107" y="473019"/>
                  <a:pt x="516463" y="474184"/>
                  <a:pt x="520819" y="476513"/>
                </a:cubicBezTo>
                <a:cubicBezTo>
                  <a:pt x="525175" y="478843"/>
                  <a:pt x="528715" y="482964"/>
                  <a:pt x="531437" y="488877"/>
                </a:cubicBezTo>
                <a:cubicBezTo>
                  <a:pt x="534795" y="496311"/>
                  <a:pt x="536474" y="506527"/>
                  <a:pt x="536474" y="519518"/>
                </a:cubicBezTo>
                <a:cubicBezTo>
                  <a:pt x="536474" y="533402"/>
                  <a:pt x="534523" y="544019"/>
                  <a:pt x="530621" y="551369"/>
                </a:cubicBezTo>
                <a:cubicBezTo>
                  <a:pt x="528805" y="555129"/>
                  <a:pt x="526309" y="558126"/>
                  <a:pt x="523133" y="560369"/>
                </a:cubicBezTo>
                <a:cubicBezTo>
                  <a:pt x="519957" y="562611"/>
                  <a:pt x="517188" y="563997"/>
                  <a:pt x="514829" y="564537"/>
                </a:cubicBezTo>
                <a:cubicBezTo>
                  <a:pt x="512470" y="565076"/>
                  <a:pt x="510156" y="565384"/>
                  <a:pt x="507887" y="565477"/>
                </a:cubicBezTo>
                <a:cubicBezTo>
                  <a:pt x="505527" y="565477"/>
                  <a:pt x="503167" y="565207"/>
                  <a:pt x="500808" y="564668"/>
                </a:cubicBezTo>
                <a:cubicBezTo>
                  <a:pt x="498448" y="564136"/>
                  <a:pt x="495680" y="562695"/>
                  <a:pt x="492503" y="560369"/>
                </a:cubicBezTo>
                <a:cubicBezTo>
                  <a:pt x="489327" y="558042"/>
                  <a:pt x="486831" y="555037"/>
                  <a:pt x="485016" y="551369"/>
                </a:cubicBezTo>
                <a:cubicBezTo>
                  <a:pt x="481114" y="544019"/>
                  <a:pt x="479162" y="533402"/>
                  <a:pt x="479162" y="519518"/>
                </a:cubicBezTo>
                <a:cubicBezTo>
                  <a:pt x="479162" y="503931"/>
                  <a:pt x="481749" y="492057"/>
                  <a:pt x="486922" y="483904"/>
                </a:cubicBezTo>
                <a:close/>
                <a:moveTo>
                  <a:pt x="517552" y="482291"/>
                </a:moveTo>
                <a:cubicBezTo>
                  <a:pt x="514829" y="479424"/>
                  <a:pt x="511607" y="477991"/>
                  <a:pt x="507887" y="477991"/>
                </a:cubicBezTo>
                <a:cubicBezTo>
                  <a:pt x="504075" y="477991"/>
                  <a:pt x="500808" y="479424"/>
                  <a:pt x="498085" y="482291"/>
                </a:cubicBezTo>
                <a:cubicBezTo>
                  <a:pt x="495816" y="484621"/>
                  <a:pt x="494319" y="487846"/>
                  <a:pt x="493593" y="491968"/>
                </a:cubicBezTo>
                <a:cubicBezTo>
                  <a:pt x="492867" y="496087"/>
                  <a:pt x="492503" y="504686"/>
                  <a:pt x="492503" y="517769"/>
                </a:cubicBezTo>
                <a:cubicBezTo>
                  <a:pt x="492503" y="531922"/>
                  <a:pt x="492867" y="541245"/>
                  <a:pt x="493593" y="545722"/>
                </a:cubicBezTo>
                <a:cubicBezTo>
                  <a:pt x="494319" y="550198"/>
                  <a:pt x="495952" y="553742"/>
                  <a:pt x="498494" y="556339"/>
                </a:cubicBezTo>
                <a:cubicBezTo>
                  <a:pt x="501035" y="559028"/>
                  <a:pt x="504165" y="560369"/>
                  <a:pt x="507887" y="560369"/>
                </a:cubicBezTo>
                <a:cubicBezTo>
                  <a:pt x="511517" y="560369"/>
                  <a:pt x="514602" y="559028"/>
                  <a:pt x="517143" y="556339"/>
                </a:cubicBezTo>
                <a:cubicBezTo>
                  <a:pt x="519775" y="553650"/>
                  <a:pt x="521409" y="549890"/>
                  <a:pt x="522044" y="545051"/>
                </a:cubicBezTo>
                <a:cubicBezTo>
                  <a:pt x="522679" y="540213"/>
                  <a:pt x="523042" y="531121"/>
                  <a:pt x="523133" y="517769"/>
                </a:cubicBezTo>
                <a:cubicBezTo>
                  <a:pt x="523133" y="504778"/>
                  <a:pt x="522771" y="496226"/>
                  <a:pt x="522044" y="492102"/>
                </a:cubicBezTo>
                <a:cubicBezTo>
                  <a:pt x="521318" y="487980"/>
                  <a:pt x="519820" y="484711"/>
                  <a:pt x="517552" y="482291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427146C7-14F9-472A-B02F-9F68F7046AB2}"/>
              </a:ext>
            </a:extLst>
          </p:cNvPr>
          <p:cNvSpPr/>
          <p:nvPr/>
        </p:nvSpPr>
        <p:spPr>
          <a:xfrm>
            <a:off x="245602" y="2875767"/>
            <a:ext cx="936583" cy="1001623"/>
          </a:xfrm>
          <a:custGeom>
            <a:avLst/>
            <a:gdLst>
              <a:gd name="connsiteX0" fmla="*/ 497445 w 936582"/>
              <a:gd name="connsiteY0" fmla="*/ 485235 h 1001623"/>
              <a:gd name="connsiteX1" fmla="*/ 495617 w 936582"/>
              <a:gd name="connsiteY1" fmla="*/ 485929 h 1001623"/>
              <a:gd name="connsiteX2" fmla="*/ 489991 w 936582"/>
              <a:gd name="connsiteY2" fmla="*/ 487318 h 1001623"/>
              <a:gd name="connsiteX3" fmla="*/ 481835 w 936582"/>
              <a:gd name="connsiteY3" fmla="*/ 488289 h 1001623"/>
              <a:gd name="connsiteX4" fmla="*/ 479162 w 936582"/>
              <a:gd name="connsiteY4" fmla="*/ 488289 h 1001623"/>
              <a:gd name="connsiteX5" fmla="*/ 479162 w 936582"/>
              <a:gd name="connsiteY5" fmla="*/ 481904 h 1001623"/>
              <a:gd name="connsiteX6" fmla="*/ 481835 w 936582"/>
              <a:gd name="connsiteY6" fmla="*/ 481904 h 1001623"/>
              <a:gd name="connsiteX7" fmla="*/ 494070 w 936582"/>
              <a:gd name="connsiteY7" fmla="*/ 479821 h 1001623"/>
              <a:gd name="connsiteX8" fmla="*/ 501945 w 936582"/>
              <a:gd name="connsiteY8" fmla="*/ 476490 h 1001623"/>
              <a:gd name="connsiteX9" fmla="*/ 505882 w 936582"/>
              <a:gd name="connsiteY9" fmla="*/ 473435 h 1001623"/>
              <a:gd name="connsiteX10" fmla="*/ 507570 w 936582"/>
              <a:gd name="connsiteY10" fmla="*/ 473019 h 1001623"/>
              <a:gd name="connsiteX11" fmla="*/ 509960 w 936582"/>
              <a:gd name="connsiteY11" fmla="*/ 473852 h 1001623"/>
              <a:gd name="connsiteX12" fmla="*/ 509960 w 936582"/>
              <a:gd name="connsiteY12" fmla="*/ 515357 h 1001623"/>
              <a:gd name="connsiteX13" fmla="*/ 510101 w 936582"/>
              <a:gd name="connsiteY13" fmla="*/ 557009 h 1001623"/>
              <a:gd name="connsiteX14" fmla="*/ 511788 w 936582"/>
              <a:gd name="connsiteY14" fmla="*/ 558257 h 1001623"/>
              <a:gd name="connsiteX15" fmla="*/ 515164 w 936582"/>
              <a:gd name="connsiteY15" fmla="*/ 558812 h 1001623"/>
              <a:gd name="connsiteX16" fmla="*/ 523883 w 936582"/>
              <a:gd name="connsiteY16" fmla="*/ 559090 h 1001623"/>
              <a:gd name="connsiteX17" fmla="*/ 527539 w 936582"/>
              <a:gd name="connsiteY17" fmla="*/ 559090 h 1001623"/>
              <a:gd name="connsiteX18" fmla="*/ 527539 w 936582"/>
              <a:gd name="connsiteY18" fmla="*/ 565477 h 1001623"/>
              <a:gd name="connsiteX19" fmla="*/ 525992 w 936582"/>
              <a:gd name="connsiteY19" fmla="*/ 565477 h 1001623"/>
              <a:gd name="connsiteX20" fmla="*/ 503632 w 936582"/>
              <a:gd name="connsiteY20" fmla="*/ 565061 h 1001623"/>
              <a:gd name="connsiteX21" fmla="*/ 481554 w 936582"/>
              <a:gd name="connsiteY21" fmla="*/ 565477 h 1001623"/>
              <a:gd name="connsiteX22" fmla="*/ 479866 w 936582"/>
              <a:gd name="connsiteY22" fmla="*/ 565477 h 1001623"/>
              <a:gd name="connsiteX23" fmla="*/ 479866 w 936582"/>
              <a:gd name="connsiteY23" fmla="*/ 559090 h 1001623"/>
              <a:gd name="connsiteX24" fmla="*/ 483522 w 936582"/>
              <a:gd name="connsiteY24" fmla="*/ 559090 h 1001623"/>
              <a:gd name="connsiteX25" fmla="*/ 488866 w 936582"/>
              <a:gd name="connsiteY25" fmla="*/ 559090 h 1001623"/>
              <a:gd name="connsiteX26" fmla="*/ 492382 w 936582"/>
              <a:gd name="connsiteY26" fmla="*/ 558951 h 1001623"/>
              <a:gd name="connsiteX27" fmla="*/ 494632 w 936582"/>
              <a:gd name="connsiteY27" fmla="*/ 558535 h 1001623"/>
              <a:gd name="connsiteX28" fmla="*/ 495757 w 936582"/>
              <a:gd name="connsiteY28" fmla="*/ 558257 h 1001623"/>
              <a:gd name="connsiteX29" fmla="*/ 496601 w 936582"/>
              <a:gd name="connsiteY29" fmla="*/ 557564 h 1001623"/>
              <a:gd name="connsiteX30" fmla="*/ 497445 w 936582"/>
              <a:gd name="connsiteY30" fmla="*/ 557009 h 1001623"/>
              <a:gd name="connsiteX31" fmla="*/ 497445 w 936582"/>
              <a:gd name="connsiteY31" fmla="*/ 485235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36582" h="1001623">
                <a:moveTo>
                  <a:pt x="497445" y="485235"/>
                </a:moveTo>
                <a:lnTo>
                  <a:pt x="495617" y="485929"/>
                </a:lnTo>
                <a:cubicBezTo>
                  <a:pt x="494304" y="486393"/>
                  <a:pt x="492428" y="486855"/>
                  <a:pt x="489991" y="487318"/>
                </a:cubicBezTo>
                <a:cubicBezTo>
                  <a:pt x="487553" y="487781"/>
                  <a:pt x="484835" y="488104"/>
                  <a:pt x="481835" y="488289"/>
                </a:cubicBezTo>
                <a:lnTo>
                  <a:pt x="479162" y="488289"/>
                </a:lnTo>
                <a:lnTo>
                  <a:pt x="479162" y="481904"/>
                </a:lnTo>
                <a:lnTo>
                  <a:pt x="481835" y="481904"/>
                </a:lnTo>
                <a:cubicBezTo>
                  <a:pt x="486241" y="481719"/>
                  <a:pt x="490319" y="481025"/>
                  <a:pt x="494070" y="479821"/>
                </a:cubicBezTo>
                <a:cubicBezTo>
                  <a:pt x="497819" y="478618"/>
                  <a:pt x="500445" y="477507"/>
                  <a:pt x="501945" y="476490"/>
                </a:cubicBezTo>
                <a:cubicBezTo>
                  <a:pt x="503445" y="475472"/>
                  <a:pt x="504757" y="474453"/>
                  <a:pt x="505882" y="473435"/>
                </a:cubicBezTo>
                <a:cubicBezTo>
                  <a:pt x="506070" y="473158"/>
                  <a:pt x="506632" y="473019"/>
                  <a:pt x="507570" y="473019"/>
                </a:cubicBezTo>
                <a:cubicBezTo>
                  <a:pt x="508413" y="473019"/>
                  <a:pt x="509210" y="473297"/>
                  <a:pt x="509960" y="473852"/>
                </a:cubicBezTo>
                <a:lnTo>
                  <a:pt x="509960" y="515357"/>
                </a:lnTo>
                <a:lnTo>
                  <a:pt x="510101" y="557009"/>
                </a:lnTo>
                <a:cubicBezTo>
                  <a:pt x="510757" y="557656"/>
                  <a:pt x="511320" y="558073"/>
                  <a:pt x="511788" y="558257"/>
                </a:cubicBezTo>
                <a:cubicBezTo>
                  <a:pt x="512257" y="558442"/>
                  <a:pt x="513382" y="558627"/>
                  <a:pt x="515164" y="558812"/>
                </a:cubicBezTo>
                <a:cubicBezTo>
                  <a:pt x="516945" y="558997"/>
                  <a:pt x="519851" y="559090"/>
                  <a:pt x="523883" y="559090"/>
                </a:cubicBezTo>
                <a:lnTo>
                  <a:pt x="527539" y="559090"/>
                </a:lnTo>
                <a:lnTo>
                  <a:pt x="527539" y="565477"/>
                </a:lnTo>
                <a:lnTo>
                  <a:pt x="525992" y="565477"/>
                </a:lnTo>
                <a:cubicBezTo>
                  <a:pt x="524023" y="565199"/>
                  <a:pt x="516570" y="565061"/>
                  <a:pt x="503632" y="565061"/>
                </a:cubicBezTo>
                <a:cubicBezTo>
                  <a:pt x="490881" y="565061"/>
                  <a:pt x="483522" y="565199"/>
                  <a:pt x="481554" y="565477"/>
                </a:cubicBezTo>
                <a:lnTo>
                  <a:pt x="479866" y="565477"/>
                </a:lnTo>
                <a:lnTo>
                  <a:pt x="479866" y="559090"/>
                </a:lnTo>
                <a:lnTo>
                  <a:pt x="483522" y="559090"/>
                </a:lnTo>
                <a:cubicBezTo>
                  <a:pt x="485585" y="559090"/>
                  <a:pt x="487366" y="559090"/>
                  <a:pt x="488866" y="559090"/>
                </a:cubicBezTo>
                <a:cubicBezTo>
                  <a:pt x="490366" y="559090"/>
                  <a:pt x="491538" y="559043"/>
                  <a:pt x="492382" y="558951"/>
                </a:cubicBezTo>
                <a:cubicBezTo>
                  <a:pt x="493225" y="558858"/>
                  <a:pt x="493975" y="558720"/>
                  <a:pt x="494632" y="558535"/>
                </a:cubicBezTo>
                <a:cubicBezTo>
                  <a:pt x="495288" y="558350"/>
                  <a:pt x="495663" y="558257"/>
                  <a:pt x="495757" y="558257"/>
                </a:cubicBezTo>
                <a:cubicBezTo>
                  <a:pt x="495851" y="558257"/>
                  <a:pt x="496132" y="558026"/>
                  <a:pt x="496601" y="557564"/>
                </a:cubicBezTo>
                <a:cubicBezTo>
                  <a:pt x="497069" y="557102"/>
                  <a:pt x="497351" y="556917"/>
                  <a:pt x="497445" y="557009"/>
                </a:cubicBezTo>
                <a:lnTo>
                  <a:pt x="497445" y="485235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03C6B47C-2C61-4014-9FA9-0E05572BED6A}"/>
              </a:ext>
            </a:extLst>
          </p:cNvPr>
          <p:cNvSpPr/>
          <p:nvPr/>
        </p:nvSpPr>
        <p:spPr>
          <a:xfrm>
            <a:off x="315877" y="2875767"/>
            <a:ext cx="936583" cy="1001623"/>
          </a:xfrm>
          <a:custGeom>
            <a:avLst/>
            <a:gdLst>
              <a:gd name="connsiteX0" fmla="*/ 497444 w 936582"/>
              <a:gd name="connsiteY0" fmla="*/ 485235 h 1001623"/>
              <a:gd name="connsiteX1" fmla="*/ 495616 w 936582"/>
              <a:gd name="connsiteY1" fmla="*/ 485929 h 1001623"/>
              <a:gd name="connsiteX2" fmla="*/ 489990 w 936582"/>
              <a:gd name="connsiteY2" fmla="*/ 487318 h 1001623"/>
              <a:gd name="connsiteX3" fmla="*/ 481834 w 936582"/>
              <a:gd name="connsiteY3" fmla="*/ 488289 h 1001623"/>
              <a:gd name="connsiteX4" fmla="*/ 479162 w 936582"/>
              <a:gd name="connsiteY4" fmla="*/ 488289 h 1001623"/>
              <a:gd name="connsiteX5" fmla="*/ 479162 w 936582"/>
              <a:gd name="connsiteY5" fmla="*/ 481904 h 1001623"/>
              <a:gd name="connsiteX6" fmla="*/ 481834 w 936582"/>
              <a:gd name="connsiteY6" fmla="*/ 481904 h 1001623"/>
              <a:gd name="connsiteX7" fmla="*/ 494069 w 936582"/>
              <a:gd name="connsiteY7" fmla="*/ 479821 h 1001623"/>
              <a:gd name="connsiteX8" fmla="*/ 501944 w 936582"/>
              <a:gd name="connsiteY8" fmla="*/ 476490 h 1001623"/>
              <a:gd name="connsiteX9" fmla="*/ 505882 w 936582"/>
              <a:gd name="connsiteY9" fmla="*/ 473435 h 1001623"/>
              <a:gd name="connsiteX10" fmla="*/ 507569 w 936582"/>
              <a:gd name="connsiteY10" fmla="*/ 473019 h 1001623"/>
              <a:gd name="connsiteX11" fmla="*/ 509960 w 936582"/>
              <a:gd name="connsiteY11" fmla="*/ 473852 h 1001623"/>
              <a:gd name="connsiteX12" fmla="*/ 509960 w 936582"/>
              <a:gd name="connsiteY12" fmla="*/ 515357 h 1001623"/>
              <a:gd name="connsiteX13" fmla="*/ 510100 w 936582"/>
              <a:gd name="connsiteY13" fmla="*/ 557009 h 1001623"/>
              <a:gd name="connsiteX14" fmla="*/ 511787 w 936582"/>
              <a:gd name="connsiteY14" fmla="*/ 558257 h 1001623"/>
              <a:gd name="connsiteX15" fmla="*/ 515163 w 936582"/>
              <a:gd name="connsiteY15" fmla="*/ 558812 h 1001623"/>
              <a:gd name="connsiteX16" fmla="*/ 523882 w 936582"/>
              <a:gd name="connsiteY16" fmla="*/ 559090 h 1001623"/>
              <a:gd name="connsiteX17" fmla="*/ 527539 w 936582"/>
              <a:gd name="connsiteY17" fmla="*/ 559090 h 1001623"/>
              <a:gd name="connsiteX18" fmla="*/ 527539 w 936582"/>
              <a:gd name="connsiteY18" fmla="*/ 565477 h 1001623"/>
              <a:gd name="connsiteX19" fmla="*/ 525992 w 936582"/>
              <a:gd name="connsiteY19" fmla="*/ 565477 h 1001623"/>
              <a:gd name="connsiteX20" fmla="*/ 503631 w 936582"/>
              <a:gd name="connsiteY20" fmla="*/ 565061 h 1001623"/>
              <a:gd name="connsiteX21" fmla="*/ 481553 w 936582"/>
              <a:gd name="connsiteY21" fmla="*/ 565477 h 1001623"/>
              <a:gd name="connsiteX22" fmla="*/ 479865 w 936582"/>
              <a:gd name="connsiteY22" fmla="*/ 565477 h 1001623"/>
              <a:gd name="connsiteX23" fmla="*/ 479865 w 936582"/>
              <a:gd name="connsiteY23" fmla="*/ 559090 h 1001623"/>
              <a:gd name="connsiteX24" fmla="*/ 483521 w 936582"/>
              <a:gd name="connsiteY24" fmla="*/ 559090 h 1001623"/>
              <a:gd name="connsiteX25" fmla="*/ 488865 w 936582"/>
              <a:gd name="connsiteY25" fmla="*/ 559090 h 1001623"/>
              <a:gd name="connsiteX26" fmla="*/ 492381 w 936582"/>
              <a:gd name="connsiteY26" fmla="*/ 558951 h 1001623"/>
              <a:gd name="connsiteX27" fmla="*/ 494631 w 936582"/>
              <a:gd name="connsiteY27" fmla="*/ 558535 h 1001623"/>
              <a:gd name="connsiteX28" fmla="*/ 495756 w 936582"/>
              <a:gd name="connsiteY28" fmla="*/ 558257 h 1001623"/>
              <a:gd name="connsiteX29" fmla="*/ 496600 w 936582"/>
              <a:gd name="connsiteY29" fmla="*/ 557564 h 1001623"/>
              <a:gd name="connsiteX30" fmla="*/ 497444 w 936582"/>
              <a:gd name="connsiteY30" fmla="*/ 557009 h 1001623"/>
              <a:gd name="connsiteX31" fmla="*/ 497444 w 936582"/>
              <a:gd name="connsiteY31" fmla="*/ 485235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36582" h="1001623">
                <a:moveTo>
                  <a:pt x="497444" y="485235"/>
                </a:moveTo>
                <a:lnTo>
                  <a:pt x="495616" y="485929"/>
                </a:lnTo>
                <a:cubicBezTo>
                  <a:pt x="494303" y="486393"/>
                  <a:pt x="492428" y="486855"/>
                  <a:pt x="489990" y="487318"/>
                </a:cubicBezTo>
                <a:cubicBezTo>
                  <a:pt x="487553" y="487781"/>
                  <a:pt x="484834" y="488104"/>
                  <a:pt x="481834" y="488289"/>
                </a:cubicBezTo>
                <a:lnTo>
                  <a:pt x="479162" y="488289"/>
                </a:lnTo>
                <a:lnTo>
                  <a:pt x="479162" y="481904"/>
                </a:lnTo>
                <a:lnTo>
                  <a:pt x="481834" y="481904"/>
                </a:lnTo>
                <a:cubicBezTo>
                  <a:pt x="486241" y="481719"/>
                  <a:pt x="490319" y="481025"/>
                  <a:pt x="494069" y="479821"/>
                </a:cubicBezTo>
                <a:cubicBezTo>
                  <a:pt x="497818" y="478618"/>
                  <a:pt x="500444" y="477507"/>
                  <a:pt x="501944" y="476490"/>
                </a:cubicBezTo>
                <a:cubicBezTo>
                  <a:pt x="503444" y="475472"/>
                  <a:pt x="504756" y="474453"/>
                  <a:pt x="505882" y="473435"/>
                </a:cubicBezTo>
                <a:cubicBezTo>
                  <a:pt x="506069" y="473158"/>
                  <a:pt x="506632" y="473019"/>
                  <a:pt x="507569" y="473019"/>
                </a:cubicBezTo>
                <a:cubicBezTo>
                  <a:pt x="508413" y="473019"/>
                  <a:pt x="509210" y="473297"/>
                  <a:pt x="509960" y="473852"/>
                </a:cubicBezTo>
                <a:lnTo>
                  <a:pt x="509960" y="515357"/>
                </a:lnTo>
                <a:lnTo>
                  <a:pt x="510100" y="557009"/>
                </a:lnTo>
                <a:cubicBezTo>
                  <a:pt x="510756" y="557656"/>
                  <a:pt x="511319" y="558073"/>
                  <a:pt x="511787" y="558257"/>
                </a:cubicBezTo>
                <a:cubicBezTo>
                  <a:pt x="512257" y="558442"/>
                  <a:pt x="513381" y="558627"/>
                  <a:pt x="515163" y="558812"/>
                </a:cubicBezTo>
                <a:cubicBezTo>
                  <a:pt x="516944" y="558997"/>
                  <a:pt x="519851" y="559090"/>
                  <a:pt x="523882" y="559090"/>
                </a:cubicBezTo>
                <a:lnTo>
                  <a:pt x="527539" y="559090"/>
                </a:lnTo>
                <a:lnTo>
                  <a:pt x="527539" y="565477"/>
                </a:lnTo>
                <a:lnTo>
                  <a:pt x="525992" y="565477"/>
                </a:lnTo>
                <a:cubicBezTo>
                  <a:pt x="524022" y="565199"/>
                  <a:pt x="516569" y="565061"/>
                  <a:pt x="503631" y="565061"/>
                </a:cubicBezTo>
                <a:cubicBezTo>
                  <a:pt x="490881" y="565061"/>
                  <a:pt x="483521" y="565199"/>
                  <a:pt x="481553" y="565477"/>
                </a:cubicBezTo>
                <a:lnTo>
                  <a:pt x="479865" y="565477"/>
                </a:lnTo>
                <a:lnTo>
                  <a:pt x="479865" y="559090"/>
                </a:lnTo>
                <a:lnTo>
                  <a:pt x="483521" y="559090"/>
                </a:lnTo>
                <a:cubicBezTo>
                  <a:pt x="485584" y="559090"/>
                  <a:pt x="487365" y="559090"/>
                  <a:pt x="488865" y="559090"/>
                </a:cubicBezTo>
                <a:cubicBezTo>
                  <a:pt x="490366" y="559090"/>
                  <a:pt x="491537" y="559043"/>
                  <a:pt x="492381" y="558951"/>
                </a:cubicBezTo>
                <a:cubicBezTo>
                  <a:pt x="493225" y="558858"/>
                  <a:pt x="493975" y="558720"/>
                  <a:pt x="494631" y="558535"/>
                </a:cubicBezTo>
                <a:cubicBezTo>
                  <a:pt x="495287" y="558350"/>
                  <a:pt x="495663" y="558257"/>
                  <a:pt x="495756" y="558257"/>
                </a:cubicBezTo>
                <a:cubicBezTo>
                  <a:pt x="495850" y="558257"/>
                  <a:pt x="496131" y="558026"/>
                  <a:pt x="496600" y="557564"/>
                </a:cubicBezTo>
                <a:cubicBezTo>
                  <a:pt x="497068" y="557102"/>
                  <a:pt x="497350" y="556917"/>
                  <a:pt x="497444" y="557009"/>
                </a:cubicBezTo>
                <a:lnTo>
                  <a:pt x="497444" y="485235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29530B22-BE49-4FF8-9607-6BD4FAAEB9A0}"/>
              </a:ext>
            </a:extLst>
          </p:cNvPr>
          <p:cNvSpPr/>
          <p:nvPr/>
        </p:nvSpPr>
        <p:spPr>
          <a:xfrm>
            <a:off x="574842" y="2854055"/>
            <a:ext cx="780486" cy="231144"/>
          </a:xfrm>
          <a:custGeom>
            <a:avLst/>
            <a:gdLst>
              <a:gd name="connsiteX0" fmla="*/ 71874 w 780485"/>
              <a:gd name="connsiteY0" fmla="*/ 70953 h 231143"/>
              <a:gd name="connsiteX1" fmla="*/ 774311 w 780485"/>
              <a:gd name="connsiteY1" fmla="*/ 70953 h 231143"/>
              <a:gd name="connsiteX2" fmla="*/ 774311 w 780485"/>
              <a:gd name="connsiteY2" fmla="*/ 225049 h 231143"/>
              <a:gd name="connsiteX3" fmla="*/ 71874 w 780485"/>
              <a:gd name="connsiteY3" fmla="*/ 225049 h 231143"/>
              <a:gd name="connsiteX4" fmla="*/ 71874 w 780485"/>
              <a:gd name="connsiteY4" fmla="*/ 70953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485" h="231143">
                <a:moveTo>
                  <a:pt x="71874" y="70953"/>
                </a:moveTo>
                <a:lnTo>
                  <a:pt x="774311" y="70953"/>
                </a:lnTo>
                <a:lnTo>
                  <a:pt x="774311" y="225049"/>
                </a:lnTo>
                <a:lnTo>
                  <a:pt x="71874" y="225049"/>
                </a:lnTo>
                <a:lnTo>
                  <a:pt x="71874" y="70953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w="11695" cap="flat">
            <a:solidFill>
              <a:srgbClr val="06050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AFC8242A-18CA-458A-AB31-E9E840BBA918}"/>
              </a:ext>
            </a:extLst>
          </p:cNvPr>
          <p:cNvSpPr/>
          <p:nvPr/>
        </p:nvSpPr>
        <p:spPr>
          <a:xfrm>
            <a:off x="574842" y="2699959"/>
            <a:ext cx="780486" cy="231144"/>
          </a:xfrm>
          <a:custGeom>
            <a:avLst/>
            <a:gdLst>
              <a:gd name="connsiteX0" fmla="*/ 71874 w 780485"/>
              <a:gd name="connsiteY0" fmla="*/ 70953 h 231143"/>
              <a:gd name="connsiteX1" fmla="*/ 774311 w 780485"/>
              <a:gd name="connsiteY1" fmla="*/ 70953 h 231143"/>
              <a:gd name="connsiteX2" fmla="*/ 774311 w 780485"/>
              <a:gd name="connsiteY2" fmla="*/ 225049 h 231143"/>
              <a:gd name="connsiteX3" fmla="*/ 71874 w 780485"/>
              <a:gd name="connsiteY3" fmla="*/ 225049 h 231143"/>
              <a:gd name="connsiteX4" fmla="*/ 71874 w 780485"/>
              <a:gd name="connsiteY4" fmla="*/ 70953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485" h="231143">
                <a:moveTo>
                  <a:pt x="71874" y="70953"/>
                </a:moveTo>
                <a:lnTo>
                  <a:pt x="774311" y="70953"/>
                </a:lnTo>
                <a:lnTo>
                  <a:pt x="774311" y="225049"/>
                </a:lnTo>
                <a:lnTo>
                  <a:pt x="71874" y="225049"/>
                </a:lnTo>
                <a:lnTo>
                  <a:pt x="71874" y="70953"/>
                </a:lnTo>
                <a:close/>
              </a:path>
            </a:pathLst>
          </a:custGeom>
          <a:solidFill>
            <a:srgbClr val="9F3737"/>
          </a:solidFill>
          <a:ln w="11695" cap="flat">
            <a:solidFill>
              <a:srgbClr val="06050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1AECC83B-42A5-4B1D-A0C2-E7A1F84EAA11}"/>
              </a:ext>
            </a:extLst>
          </p:cNvPr>
          <p:cNvSpPr/>
          <p:nvPr/>
        </p:nvSpPr>
        <p:spPr>
          <a:xfrm>
            <a:off x="335789" y="2319713"/>
            <a:ext cx="1248777" cy="1001623"/>
          </a:xfrm>
          <a:custGeom>
            <a:avLst/>
            <a:gdLst>
              <a:gd name="connsiteX0" fmla="*/ 555191 w 1248776"/>
              <a:gd name="connsiteY0" fmla="*/ 473076 h 1001623"/>
              <a:gd name="connsiteX1" fmla="*/ 555191 w 1248776"/>
              <a:gd name="connsiteY1" fmla="*/ 500050 h 1001623"/>
              <a:gd name="connsiteX2" fmla="*/ 553076 w 1248776"/>
              <a:gd name="connsiteY2" fmla="*/ 500050 h 1001623"/>
              <a:gd name="connsiteX3" fmla="*/ 541586 w 1248776"/>
              <a:gd name="connsiteY3" fmla="*/ 483234 h 1001623"/>
              <a:gd name="connsiteX4" fmla="*/ 524837 w 1248776"/>
              <a:gd name="connsiteY4" fmla="*/ 477477 h 1001623"/>
              <a:gd name="connsiteX5" fmla="*/ 510374 w 1248776"/>
              <a:gd name="connsiteY5" fmla="*/ 482331 h 1001623"/>
              <a:gd name="connsiteX6" fmla="*/ 502200 w 1248776"/>
              <a:gd name="connsiteY6" fmla="*/ 495762 h 1001623"/>
              <a:gd name="connsiteX7" fmla="*/ 499799 w 1248776"/>
              <a:gd name="connsiteY7" fmla="*/ 513481 h 1001623"/>
              <a:gd name="connsiteX8" fmla="*/ 502429 w 1248776"/>
              <a:gd name="connsiteY8" fmla="*/ 532781 h 1001623"/>
              <a:gd name="connsiteX9" fmla="*/ 510889 w 1248776"/>
              <a:gd name="connsiteY9" fmla="*/ 544970 h 1001623"/>
              <a:gd name="connsiteX10" fmla="*/ 524837 w 1248776"/>
              <a:gd name="connsiteY10" fmla="*/ 548864 h 1001623"/>
              <a:gd name="connsiteX11" fmla="*/ 530554 w 1248776"/>
              <a:gd name="connsiteY11" fmla="*/ 548299 h 1001623"/>
              <a:gd name="connsiteX12" fmla="*/ 536613 w 1248776"/>
              <a:gd name="connsiteY12" fmla="*/ 546550 h 1001623"/>
              <a:gd name="connsiteX13" fmla="*/ 536613 w 1248776"/>
              <a:gd name="connsiteY13" fmla="*/ 530637 h 1001623"/>
              <a:gd name="connsiteX14" fmla="*/ 535984 w 1248776"/>
              <a:gd name="connsiteY14" fmla="*/ 524824 h 1001623"/>
              <a:gd name="connsiteX15" fmla="*/ 533355 w 1248776"/>
              <a:gd name="connsiteY15" fmla="*/ 522397 h 1001623"/>
              <a:gd name="connsiteX16" fmla="*/ 528610 w 1248776"/>
              <a:gd name="connsiteY16" fmla="*/ 521325 h 1001623"/>
              <a:gd name="connsiteX17" fmla="*/ 526609 w 1248776"/>
              <a:gd name="connsiteY17" fmla="*/ 521325 h 1001623"/>
              <a:gd name="connsiteX18" fmla="*/ 526609 w 1248776"/>
              <a:gd name="connsiteY18" fmla="*/ 519237 h 1001623"/>
              <a:gd name="connsiteX19" fmla="*/ 564281 w 1248776"/>
              <a:gd name="connsiteY19" fmla="*/ 519237 h 1001623"/>
              <a:gd name="connsiteX20" fmla="*/ 564281 w 1248776"/>
              <a:gd name="connsiteY20" fmla="*/ 521325 h 1001623"/>
              <a:gd name="connsiteX21" fmla="*/ 558278 w 1248776"/>
              <a:gd name="connsiteY21" fmla="*/ 522510 h 1001623"/>
              <a:gd name="connsiteX22" fmla="*/ 555706 w 1248776"/>
              <a:gd name="connsiteY22" fmla="*/ 525388 h 1001623"/>
              <a:gd name="connsiteX23" fmla="*/ 555191 w 1248776"/>
              <a:gd name="connsiteY23" fmla="*/ 530637 h 1001623"/>
              <a:gd name="connsiteX24" fmla="*/ 555191 w 1248776"/>
              <a:gd name="connsiteY24" fmla="*/ 546550 h 1001623"/>
              <a:gd name="connsiteX25" fmla="*/ 539700 w 1248776"/>
              <a:gd name="connsiteY25" fmla="*/ 551460 h 1001623"/>
              <a:gd name="connsiteX26" fmla="*/ 523065 w 1248776"/>
              <a:gd name="connsiteY26" fmla="*/ 553152 h 1001623"/>
              <a:gd name="connsiteX27" fmla="*/ 504715 w 1248776"/>
              <a:gd name="connsiteY27" fmla="*/ 550218 h 1001623"/>
              <a:gd name="connsiteX28" fmla="*/ 491853 w 1248776"/>
              <a:gd name="connsiteY28" fmla="*/ 542430 h 1001623"/>
              <a:gd name="connsiteX29" fmla="*/ 483164 w 1248776"/>
              <a:gd name="connsiteY29" fmla="*/ 531539 h 1001623"/>
              <a:gd name="connsiteX30" fmla="*/ 479162 w 1248776"/>
              <a:gd name="connsiteY30" fmla="*/ 514102 h 1001623"/>
              <a:gd name="connsiteX31" fmla="*/ 491453 w 1248776"/>
              <a:gd name="connsiteY31" fmla="*/ 484926 h 1001623"/>
              <a:gd name="connsiteX32" fmla="*/ 522379 w 1248776"/>
              <a:gd name="connsiteY32" fmla="*/ 473019 h 1001623"/>
              <a:gd name="connsiteX33" fmla="*/ 532783 w 1248776"/>
              <a:gd name="connsiteY33" fmla="*/ 473922 h 1001623"/>
              <a:gd name="connsiteX34" fmla="*/ 540900 w 1248776"/>
              <a:gd name="connsiteY34" fmla="*/ 476518 h 1001623"/>
              <a:gd name="connsiteX35" fmla="*/ 547588 w 1248776"/>
              <a:gd name="connsiteY35" fmla="*/ 478606 h 1001623"/>
              <a:gd name="connsiteX36" fmla="*/ 550561 w 1248776"/>
              <a:gd name="connsiteY36" fmla="*/ 477477 h 1001623"/>
              <a:gd name="connsiteX37" fmla="*/ 553076 w 1248776"/>
              <a:gd name="connsiteY37" fmla="*/ 473076 h 1001623"/>
              <a:gd name="connsiteX38" fmla="*/ 555191 w 1248776"/>
              <a:gd name="connsiteY38" fmla="*/ 473076 h 1001623"/>
              <a:gd name="connsiteX39" fmla="*/ 591662 w 1248776"/>
              <a:gd name="connsiteY39" fmla="*/ 498583 h 1001623"/>
              <a:gd name="connsiteX40" fmla="*/ 591662 w 1248776"/>
              <a:gd name="connsiteY40" fmla="*/ 510546 h 1001623"/>
              <a:gd name="connsiteX41" fmla="*/ 600980 w 1248776"/>
              <a:gd name="connsiteY41" fmla="*/ 499712 h 1001623"/>
              <a:gd name="connsiteX42" fmla="*/ 608697 w 1248776"/>
              <a:gd name="connsiteY42" fmla="*/ 497003 h 1001623"/>
              <a:gd name="connsiteX43" fmla="*/ 613785 w 1248776"/>
              <a:gd name="connsiteY43" fmla="*/ 498978 h 1001623"/>
              <a:gd name="connsiteX44" fmla="*/ 615729 w 1248776"/>
              <a:gd name="connsiteY44" fmla="*/ 504452 h 1001623"/>
              <a:gd name="connsiteX45" fmla="*/ 613842 w 1248776"/>
              <a:gd name="connsiteY45" fmla="*/ 510321 h 1001623"/>
              <a:gd name="connsiteX46" fmla="*/ 609383 w 1248776"/>
              <a:gd name="connsiteY46" fmla="*/ 512409 h 1001623"/>
              <a:gd name="connsiteX47" fmla="*/ 604124 w 1248776"/>
              <a:gd name="connsiteY47" fmla="*/ 510490 h 1001623"/>
              <a:gd name="connsiteX48" fmla="*/ 601495 w 1248776"/>
              <a:gd name="connsiteY48" fmla="*/ 508346 h 1001623"/>
              <a:gd name="connsiteX49" fmla="*/ 600180 w 1248776"/>
              <a:gd name="connsiteY49" fmla="*/ 508007 h 1001623"/>
              <a:gd name="connsiteX50" fmla="*/ 597036 w 1248776"/>
              <a:gd name="connsiteY50" fmla="*/ 509249 h 1001623"/>
              <a:gd name="connsiteX51" fmla="*/ 593492 w 1248776"/>
              <a:gd name="connsiteY51" fmla="*/ 514722 h 1001623"/>
              <a:gd name="connsiteX52" fmla="*/ 591662 w 1248776"/>
              <a:gd name="connsiteY52" fmla="*/ 526799 h 1001623"/>
              <a:gd name="connsiteX53" fmla="*/ 591662 w 1248776"/>
              <a:gd name="connsiteY53" fmla="*/ 538932 h 1001623"/>
              <a:gd name="connsiteX54" fmla="*/ 591719 w 1248776"/>
              <a:gd name="connsiteY54" fmla="*/ 542092 h 1001623"/>
              <a:gd name="connsiteX55" fmla="*/ 592120 w 1248776"/>
              <a:gd name="connsiteY55" fmla="*/ 546211 h 1001623"/>
              <a:gd name="connsiteX56" fmla="*/ 594120 w 1248776"/>
              <a:gd name="connsiteY56" fmla="*/ 548469 h 1001623"/>
              <a:gd name="connsiteX57" fmla="*/ 598694 w 1248776"/>
              <a:gd name="connsiteY57" fmla="*/ 549315 h 1001623"/>
              <a:gd name="connsiteX58" fmla="*/ 598694 w 1248776"/>
              <a:gd name="connsiteY58" fmla="*/ 551346 h 1001623"/>
              <a:gd name="connsiteX59" fmla="*/ 569825 w 1248776"/>
              <a:gd name="connsiteY59" fmla="*/ 551346 h 1001623"/>
              <a:gd name="connsiteX60" fmla="*/ 569825 w 1248776"/>
              <a:gd name="connsiteY60" fmla="*/ 549315 h 1001623"/>
              <a:gd name="connsiteX61" fmla="*/ 574513 w 1248776"/>
              <a:gd name="connsiteY61" fmla="*/ 547453 h 1001623"/>
              <a:gd name="connsiteX62" fmla="*/ 575771 w 1248776"/>
              <a:gd name="connsiteY62" fmla="*/ 538932 h 1001623"/>
              <a:gd name="connsiteX63" fmla="*/ 575771 w 1248776"/>
              <a:gd name="connsiteY63" fmla="*/ 509757 h 1001623"/>
              <a:gd name="connsiteX64" fmla="*/ 575314 w 1248776"/>
              <a:gd name="connsiteY64" fmla="*/ 504000 h 1001623"/>
              <a:gd name="connsiteX65" fmla="*/ 573656 w 1248776"/>
              <a:gd name="connsiteY65" fmla="*/ 501687 h 1001623"/>
              <a:gd name="connsiteX66" fmla="*/ 569825 w 1248776"/>
              <a:gd name="connsiteY66" fmla="*/ 500671 h 1001623"/>
              <a:gd name="connsiteX67" fmla="*/ 569825 w 1248776"/>
              <a:gd name="connsiteY67" fmla="*/ 498583 h 1001623"/>
              <a:gd name="connsiteX68" fmla="*/ 591662 w 1248776"/>
              <a:gd name="connsiteY68" fmla="*/ 498583 h 1001623"/>
              <a:gd name="connsiteX69" fmla="*/ 644540 w 1248776"/>
              <a:gd name="connsiteY69" fmla="*/ 497003 h 1001623"/>
              <a:gd name="connsiteX70" fmla="*/ 657516 w 1248776"/>
              <a:gd name="connsiteY70" fmla="*/ 500558 h 1001623"/>
              <a:gd name="connsiteX71" fmla="*/ 666605 w 1248776"/>
              <a:gd name="connsiteY71" fmla="*/ 510660 h 1001623"/>
              <a:gd name="connsiteX72" fmla="*/ 669749 w 1248776"/>
              <a:gd name="connsiteY72" fmla="*/ 524993 h 1001623"/>
              <a:gd name="connsiteX73" fmla="*/ 663975 w 1248776"/>
              <a:gd name="connsiteY73" fmla="*/ 543785 h 1001623"/>
              <a:gd name="connsiteX74" fmla="*/ 644711 w 1248776"/>
              <a:gd name="connsiteY74" fmla="*/ 552927 h 1001623"/>
              <a:gd name="connsiteX75" fmla="*/ 626133 w 1248776"/>
              <a:gd name="connsiteY75" fmla="*/ 544575 h 1001623"/>
              <a:gd name="connsiteX76" fmla="*/ 619616 w 1248776"/>
              <a:gd name="connsiteY76" fmla="*/ 525219 h 1001623"/>
              <a:gd name="connsiteX77" fmla="*/ 626247 w 1248776"/>
              <a:gd name="connsiteY77" fmla="*/ 505468 h 1001623"/>
              <a:gd name="connsiteX78" fmla="*/ 644540 w 1248776"/>
              <a:gd name="connsiteY78" fmla="*/ 497003 h 1001623"/>
              <a:gd name="connsiteX79" fmla="*/ 644768 w 1248776"/>
              <a:gd name="connsiteY79" fmla="*/ 501009 h 1001623"/>
              <a:gd name="connsiteX80" fmla="*/ 639738 w 1248776"/>
              <a:gd name="connsiteY80" fmla="*/ 503211 h 1001623"/>
              <a:gd name="connsiteX81" fmla="*/ 636994 w 1248776"/>
              <a:gd name="connsiteY81" fmla="*/ 511788 h 1001623"/>
              <a:gd name="connsiteX82" fmla="*/ 636365 w 1248776"/>
              <a:gd name="connsiteY82" fmla="*/ 529564 h 1001623"/>
              <a:gd name="connsiteX83" fmla="*/ 637166 w 1248776"/>
              <a:gd name="connsiteY83" fmla="*/ 540850 h 1001623"/>
              <a:gd name="connsiteX84" fmla="*/ 639852 w 1248776"/>
              <a:gd name="connsiteY84" fmla="*/ 546945 h 1001623"/>
              <a:gd name="connsiteX85" fmla="*/ 644540 w 1248776"/>
              <a:gd name="connsiteY85" fmla="*/ 549033 h 1001623"/>
              <a:gd name="connsiteX86" fmla="*/ 648827 w 1248776"/>
              <a:gd name="connsiteY86" fmla="*/ 547622 h 1001623"/>
              <a:gd name="connsiteX87" fmla="*/ 651800 w 1248776"/>
              <a:gd name="connsiteY87" fmla="*/ 542261 h 1001623"/>
              <a:gd name="connsiteX88" fmla="*/ 652942 w 1248776"/>
              <a:gd name="connsiteY88" fmla="*/ 520591 h 1001623"/>
              <a:gd name="connsiteX89" fmla="*/ 651857 w 1248776"/>
              <a:gd name="connsiteY89" fmla="*/ 507443 h 1001623"/>
              <a:gd name="connsiteX90" fmla="*/ 648655 w 1248776"/>
              <a:gd name="connsiteY90" fmla="*/ 502195 h 1001623"/>
              <a:gd name="connsiteX91" fmla="*/ 644768 w 1248776"/>
              <a:gd name="connsiteY91" fmla="*/ 501009 h 1001623"/>
              <a:gd name="connsiteX92" fmla="*/ 729486 w 1248776"/>
              <a:gd name="connsiteY92" fmla="*/ 498583 h 1001623"/>
              <a:gd name="connsiteX93" fmla="*/ 729486 w 1248776"/>
              <a:gd name="connsiteY93" fmla="*/ 539891 h 1001623"/>
              <a:gd name="connsiteX94" fmla="*/ 730629 w 1248776"/>
              <a:gd name="connsiteY94" fmla="*/ 547453 h 1001623"/>
              <a:gd name="connsiteX95" fmla="*/ 735259 w 1248776"/>
              <a:gd name="connsiteY95" fmla="*/ 549315 h 1001623"/>
              <a:gd name="connsiteX96" fmla="*/ 735259 w 1248776"/>
              <a:gd name="connsiteY96" fmla="*/ 551346 h 1001623"/>
              <a:gd name="connsiteX97" fmla="*/ 713480 w 1248776"/>
              <a:gd name="connsiteY97" fmla="*/ 551346 h 1001623"/>
              <a:gd name="connsiteX98" fmla="*/ 713480 w 1248776"/>
              <a:gd name="connsiteY98" fmla="*/ 544293 h 1001623"/>
              <a:gd name="connsiteX99" fmla="*/ 705820 w 1248776"/>
              <a:gd name="connsiteY99" fmla="*/ 550896 h 1001623"/>
              <a:gd name="connsiteX100" fmla="*/ 697245 w 1248776"/>
              <a:gd name="connsiteY100" fmla="*/ 552927 h 1001623"/>
              <a:gd name="connsiteX101" fmla="*/ 689185 w 1248776"/>
              <a:gd name="connsiteY101" fmla="*/ 550218 h 1001623"/>
              <a:gd name="connsiteX102" fmla="*/ 684497 w 1248776"/>
              <a:gd name="connsiteY102" fmla="*/ 543785 h 1001623"/>
              <a:gd name="connsiteX103" fmla="*/ 683297 w 1248776"/>
              <a:gd name="connsiteY103" fmla="*/ 530975 h 1001623"/>
              <a:gd name="connsiteX104" fmla="*/ 683297 w 1248776"/>
              <a:gd name="connsiteY104" fmla="*/ 510039 h 1001623"/>
              <a:gd name="connsiteX105" fmla="*/ 682153 w 1248776"/>
              <a:gd name="connsiteY105" fmla="*/ 502590 h 1001623"/>
              <a:gd name="connsiteX106" fmla="*/ 677524 w 1248776"/>
              <a:gd name="connsiteY106" fmla="*/ 500671 h 1001623"/>
              <a:gd name="connsiteX107" fmla="*/ 677524 w 1248776"/>
              <a:gd name="connsiteY107" fmla="*/ 498583 h 1001623"/>
              <a:gd name="connsiteX108" fmla="*/ 699303 w 1248776"/>
              <a:gd name="connsiteY108" fmla="*/ 498583 h 1001623"/>
              <a:gd name="connsiteX109" fmla="*/ 699303 w 1248776"/>
              <a:gd name="connsiteY109" fmla="*/ 534643 h 1001623"/>
              <a:gd name="connsiteX110" fmla="*/ 699817 w 1248776"/>
              <a:gd name="connsiteY110" fmla="*/ 541923 h 1001623"/>
              <a:gd name="connsiteX111" fmla="*/ 701532 w 1248776"/>
              <a:gd name="connsiteY111" fmla="*/ 544406 h 1001623"/>
              <a:gd name="connsiteX112" fmla="*/ 704276 w 1248776"/>
              <a:gd name="connsiteY112" fmla="*/ 545252 h 1001623"/>
              <a:gd name="connsiteX113" fmla="*/ 707992 w 1248776"/>
              <a:gd name="connsiteY113" fmla="*/ 544180 h 1001623"/>
              <a:gd name="connsiteX114" fmla="*/ 713480 w 1248776"/>
              <a:gd name="connsiteY114" fmla="*/ 538254 h 1001623"/>
              <a:gd name="connsiteX115" fmla="*/ 713480 w 1248776"/>
              <a:gd name="connsiteY115" fmla="*/ 510039 h 1001623"/>
              <a:gd name="connsiteX116" fmla="*/ 712336 w 1248776"/>
              <a:gd name="connsiteY116" fmla="*/ 502590 h 1001623"/>
              <a:gd name="connsiteX117" fmla="*/ 707706 w 1248776"/>
              <a:gd name="connsiteY117" fmla="*/ 500671 h 1001623"/>
              <a:gd name="connsiteX118" fmla="*/ 707706 w 1248776"/>
              <a:gd name="connsiteY118" fmla="*/ 498583 h 1001623"/>
              <a:gd name="connsiteX119" fmla="*/ 729486 w 1248776"/>
              <a:gd name="connsiteY119" fmla="*/ 498583 h 1001623"/>
              <a:gd name="connsiteX120" fmla="*/ 763727 w 1248776"/>
              <a:gd name="connsiteY120" fmla="*/ 545985 h 1001623"/>
              <a:gd name="connsiteX121" fmla="*/ 763727 w 1248776"/>
              <a:gd name="connsiteY121" fmla="*/ 565624 h 1001623"/>
              <a:gd name="connsiteX122" fmla="*/ 764357 w 1248776"/>
              <a:gd name="connsiteY122" fmla="*/ 571154 h 1001623"/>
              <a:gd name="connsiteX123" fmla="*/ 766414 w 1248776"/>
              <a:gd name="connsiteY123" fmla="*/ 573299 h 1001623"/>
              <a:gd name="connsiteX124" fmla="*/ 771788 w 1248776"/>
              <a:gd name="connsiteY124" fmla="*/ 573976 h 1001623"/>
              <a:gd name="connsiteX125" fmla="*/ 771788 w 1248776"/>
              <a:gd name="connsiteY125" fmla="*/ 576064 h 1001623"/>
              <a:gd name="connsiteX126" fmla="*/ 741319 w 1248776"/>
              <a:gd name="connsiteY126" fmla="*/ 576064 h 1001623"/>
              <a:gd name="connsiteX127" fmla="*/ 741319 w 1248776"/>
              <a:gd name="connsiteY127" fmla="*/ 573976 h 1001623"/>
              <a:gd name="connsiteX128" fmla="*/ 746578 w 1248776"/>
              <a:gd name="connsiteY128" fmla="*/ 572000 h 1001623"/>
              <a:gd name="connsiteX129" fmla="*/ 747721 w 1248776"/>
              <a:gd name="connsiteY129" fmla="*/ 565285 h 1001623"/>
              <a:gd name="connsiteX130" fmla="*/ 747721 w 1248776"/>
              <a:gd name="connsiteY130" fmla="*/ 509587 h 1001623"/>
              <a:gd name="connsiteX131" fmla="*/ 746406 w 1248776"/>
              <a:gd name="connsiteY131" fmla="*/ 502477 h 1001623"/>
              <a:gd name="connsiteX132" fmla="*/ 741319 w 1248776"/>
              <a:gd name="connsiteY132" fmla="*/ 500671 h 1001623"/>
              <a:gd name="connsiteX133" fmla="*/ 741319 w 1248776"/>
              <a:gd name="connsiteY133" fmla="*/ 498583 h 1001623"/>
              <a:gd name="connsiteX134" fmla="*/ 763727 w 1248776"/>
              <a:gd name="connsiteY134" fmla="*/ 498583 h 1001623"/>
              <a:gd name="connsiteX135" fmla="*/ 763727 w 1248776"/>
              <a:gd name="connsiteY135" fmla="*/ 505524 h 1001623"/>
              <a:gd name="connsiteX136" fmla="*/ 769444 w 1248776"/>
              <a:gd name="connsiteY136" fmla="*/ 499656 h 1001623"/>
              <a:gd name="connsiteX137" fmla="*/ 778533 w 1248776"/>
              <a:gd name="connsiteY137" fmla="*/ 497003 h 1001623"/>
              <a:gd name="connsiteX138" fmla="*/ 789223 w 1248776"/>
              <a:gd name="connsiteY138" fmla="*/ 500671 h 1001623"/>
              <a:gd name="connsiteX139" fmla="*/ 796597 w 1248776"/>
              <a:gd name="connsiteY139" fmla="*/ 510829 h 1001623"/>
              <a:gd name="connsiteX140" fmla="*/ 799112 w 1248776"/>
              <a:gd name="connsiteY140" fmla="*/ 524711 h 1001623"/>
              <a:gd name="connsiteX141" fmla="*/ 796483 w 1248776"/>
              <a:gd name="connsiteY141" fmla="*/ 539383 h 1001623"/>
              <a:gd name="connsiteX142" fmla="*/ 788937 w 1248776"/>
              <a:gd name="connsiteY142" fmla="*/ 549484 h 1001623"/>
              <a:gd name="connsiteX143" fmla="*/ 777961 w 1248776"/>
              <a:gd name="connsiteY143" fmla="*/ 552927 h 1001623"/>
              <a:gd name="connsiteX144" fmla="*/ 769729 w 1248776"/>
              <a:gd name="connsiteY144" fmla="*/ 551008 h 1001623"/>
              <a:gd name="connsiteX145" fmla="*/ 763727 w 1248776"/>
              <a:gd name="connsiteY145" fmla="*/ 545985 h 1001623"/>
              <a:gd name="connsiteX146" fmla="*/ 763727 w 1248776"/>
              <a:gd name="connsiteY146" fmla="*/ 540286 h 1001623"/>
              <a:gd name="connsiteX147" fmla="*/ 774245 w 1248776"/>
              <a:gd name="connsiteY147" fmla="*/ 547171 h 1001623"/>
              <a:gd name="connsiteX148" fmla="*/ 779333 w 1248776"/>
              <a:gd name="connsiteY148" fmla="*/ 543954 h 1001623"/>
              <a:gd name="connsiteX149" fmla="*/ 782306 w 1248776"/>
              <a:gd name="connsiteY149" fmla="*/ 525896 h 1001623"/>
              <a:gd name="connsiteX150" fmla="*/ 779048 w 1248776"/>
              <a:gd name="connsiteY150" fmla="*/ 507217 h 1001623"/>
              <a:gd name="connsiteX151" fmla="*/ 773217 w 1248776"/>
              <a:gd name="connsiteY151" fmla="*/ 503888 h 1001623"/>
              <a:gd name="connsiteX152" fmla="*/ 763727 w 1248776"/>
              <a:gd name="connsiteY152" fmla="*/ 512127 h 1001623"/>
              <a:gd name="connsiteX153" fmla="*/ 763727 w 1248776"/>
              <a:gd name="connsiteY153" fmla="*/ 540286 h 1001623"/>
              <a:gd name="connsiteX154" fmla="*/ 841985 w 1248776"/>
              <a:gd name="connsiteY154" fmla="*/ 497116 h 1001623"/>
              <a:gd name="connsiteX155" fmla="*/ 842843 w 1248776"/>
              <a:gd name="connsiteY155" fmla="*/ 515118 h 1001623"/>
              <a:gd name="connsiteX156" fmla="*/ 840900 w 1248776"/>
              <a:gd name="connsiteY156" fmla="*/ 515118 h 1001623"/>
              <a:gd name="connsiteX157" fmla="*/ 833640 w 1248776"/>
              <a:gd name="connsiteY157" fmla="*/ 504170 h 1001623"/>
              <a:gd name="connsiteX158" fmla="*/ 826209 w 1248776"/>
              <a:gd name="connsiteY158" fmla="*/ 501235 h 1001623"/>
              <a:gd name="connsiteX159" fmla="*/ 822207 w 1248776"/>
              <a:gd name="connsiteY159" fmla="*/ 502815 h 1001623"/>
              <a:gd name="connsiteX160" fmla="*/ 820549 w 1248776"/>
              <a:gd name="connsiteY160" fmla="*/ 506370 h 1001623"/>
              <a:gd name="connsiteX161" fmla="*/ 821692 w 1248776"/>
              <a:gd name="connsiteY161" fmla="*/ 509305 h 1001623"/>
              <a:gd name="connsiteX162" fmla="*/ 831925 w 1248776"/>
              <a:gd name="connsiteY162" fmla="*/ 517262 h 1001623"/>
              <a:gd name="connsiteX163" fmla="*/ 842958 w 1248776"/>
              <a:gd name="connsiteY163" fmla="*/ 526799 h 1001623"/>
              <a:gd name="connsiteX164" fmla="*/ 845644 w 1248776"/>
              <a:gd name="connsiteY164" fmla="*/ 535546 h 1001623"/>
              <a:gd name="connsiteX165" fmla="*/ 843414 w 1248776"/>
              <a:gd name="connsiteY165" fmla="*/ 544180 h 1001623"/>
              <a:gd name="connsiteX166" fmla="*/ 837127 w 1248776"/>
              <a:gd name="connsiteY166" fmla="*/ 550670 h 1001623"/>
              <a:gd name="connsiteX167" fmla="*/ 828152 w 1248776"/>
              <a:gd name="connsiteY167" fmla="*/ 552927 h 1001623"/>
              <a:gd name="connsiteX168" fmla="*/ 817919 w 1248776"/>
              <a:gd name="connsiteY168" fmla="*/ 550557 h 1001623"/>
              <a:gd name="connsiteX169" fmla="*/ 815575 w 1248776"/>
              <a:gd name="connsiteY169" fmla="*/ 549936 h 1001623"/>
              <a:gd name="connsiteX170" fmla="*/ 812431 w 1248776"/>
              <a:gd name="connsiteY170" fmla="*/ 552758 h 1001623"/>
              <a:gd name="connsiteX171" fmla="*/ 810545 w 1248776"/>
              <a:gd name="connsiteY171" fmla="*/ 552758 h 1001623"/>
              <a:gd name="connsiteX172" fmla="*/ 809630 w 1248776"/>
              <a:gd name="connsiteY172" fmla="*/ 533796 h 1001623"/>
              <a:gd name="connsiteX173" fmla="*/ 811574 w 1248776"/>
              <a:gd name="connsiteY173" fmla="*/ 533796 h 1001623"/>
              <a:gd name="connsiteX174" fmla="*/ 818605 w 1248776"/>
              <a:gd name="connsiteY174" fmla="*/ 544970 h 1001623"/>
              <a:gd name="connsiteX175" fmla="*/ 827122 w 1248776"/>
              <a:gd name="connsiteY175" fmla="*/ 548694 h 1001623"/>
              <a:gd name="connsiteX176" fmla="*/ 831581 w 1248776"/>
              <a:gd name="connsiteY176" fmla="*/ 547058 h 1001623"/>
              <a:gd name="connsiteX177" fmla="*/ 833354 w 1248776"/>
              <a:gd name="connsiteY177" fmla="*/ 542995 h 1001623"/>
              <a:gd name="connsiteX178" fmla="*/ 831639 w 1248776"/>
              <a:gd name="connsiteY178" fmla="*/ 538311 h 1001623"/>
              <a:gd name="connsiteX179" fmla="*/ 823979 w 1248776"/>
              <a:gd name="connsiteY179" fmla="*/ 532329 h 1001623"/>
              <a:gd name="connsiteX180" fmla="*/ 812660 w 1248776"/>
              <a:gd name="connsiteY180" fmla="*/ 523188 h 1001623"/>
              <a:gd name="connsiteX181" fmla="*/ 808887 w 1248776"/>
              <a:gd name="connsiteY181" fmla="*/ 512973 h 1001623"/>
              <a:gd name="connsiteX182" fmla="*/ 813117 w 1248776"/>
              <a:gd name="connsiteY182" fmla="*/ 501969 h 1001623"/>
              <a:gd name="connsiteX183" fmla="*/ 825465 w 1248776"/>
              <a:gd name="connsiteY183" fmla="*/ 497003 h 1001623"/>
              <a:gd name="connsiteX184" fmla="*/ 833868 w 1248776"/>
              <a:gd name="connsiteY184" fmla="*/ 499091 h 1001623"/>
              <a:gd name="connsiteX185" fmla="*/ 836384 w 1248776"/>
              <a:gd name="connsiteY185" fmla="*/ 499938 h 1001623"/>
              <a:gd name="connsiteX186" fmla="*/ 838041 w 1248776"/>
              <a:gd name="connsiteY186" fmla="*/ 499542 h 1001623"/>
              <a:gd name="connsiteX187" fmla="*/ 840042 w 1248776"/>
              <a:gd name="connsiteY187" fmla="*/ 497116 h 1001623"/>
              <a:gd name="connsiteX188" fmla="*/ 841985 w 1248776"/>
              <a:gd name="connsiteY188" fmla="*/ 497116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48776" h="1001623">
                <a:moveTo>
                  <a:pt x="555191" y="473076"/>
                </a:moveTo>
                <a:lnTo>
                  <a:pt x="555191" y="500050"/>
                </a:lnTo>
                <a:lnTo>
                  <a:pt x="553076" y="500050"/>
                </a:lnTo>
                <a:cubicBezTo>
                  <a:pt x="550523" y="492677"/>
                  <a:pt x="546693" y="487071"/>
                  <a:pt x="541586" y="483234"/>
                </a:cubicBezTo>
                <a:cubicBezTo>
                  <a:pt x="536480" y="479397"/>
                  <a:pt x="530896" y="477477"/>
                  <a:pt x="524837" y="477477"/>
                </a:cubicBezTo>
                <a:cubicBezTo>
                  <a:pt x="519044" y="477477"/>
                  <a:pt x="514223" y="479095"/>
                  <a:pt x="510374" y="482331"/>
                </a:cubicBezTo>
                <a:cubicBezTo>
                  <a:pt x="506525" y="485529"/>
                  <a:pt x="503801" y="490005"/>
                  <a:pt x="502200" y="495762"/>
                </a:cubicBezTo>
                <a:cubicBezTo>
                  <a:pt x="500599" y="501518"/>
                  <a:pt x="499799" y="507424"/>
                  <a:pt x="499799" y="513481"/>
                </a:cubicBezTo>
                <a:cubicBezTo>
                  <a:pt x="499799" y="520817"/>
                  <a:pt x="500676" y="527250"/>
                  <a:pt x="502429" y="532781"/>
                </a:cubicBezTo>
                <a:cubicBezTo>
                  <a:pt x="504182" y="538311"/>
                  <a:pt x="507002" y="542374"/>
                  <a:pt x="510889" y="544970"/>
                </a:cubicBezTo>
                <a:cubicBezTo>
                  <a:pt x="514814" y="547566"/>
                  <a:pt x="519464" y="548864"/>
                  <a:pt x="524837" y="548864"/>
                </a:cubicBezTo>
                <a:cubicBezTo>
                  <a:pt x="526704" y="548864"/>
                  <a:pt x="528610" y="548676"/>
                  <a:pt x="530554" y="548299"/>
                </a:cubicBezTo>
                <a:cubicBezTo>
                  <a:pt x="532535" y="547885"/>
                  <a:pt x="534555" y="547302"/>
                  <a:pt x="536613" y="546550"/>
                </a:cubicBezTo>
                <a:lnTo>
                  <a:pt x="536613" y="530637"/>
                </a:lnTo>
                <a:cubicBezTo>
                  <a:pt x="536613" y="527626"/>
                  <a:pt x="536403" y="525689"/>
                  <a:pt x="535984" y="524824"/>
                </a:cubicBezTo>
                <a:cubicBezTo>
                  <a:pt x="535565" y="523921"/>
                  <a:pt x="534689" y="523112"/>
                  <a:pt x="533355" y="522397"/>
                </a:cubicBezTo>
                <a:cubicBezTo>
                  <a:pt x="532059" y="521682"/>
                  <a:pt x="530477" y="521325"/>
                  <a:pt x="528610" y="521325"/>
                </a:cubicBezTo>
                <a:lnTo>
                  <a:pt x="526609" y="521325"/>
                </a:lnTo>
                <a:lnTo>
                  <a:pt x="526609" y="519237"/>
                </a:lnTo>
                <a:lnTo>
                  <a:pt x="564281" y="519237"/>
                </a:lnTo>
                <a:lnTo>
                  <a:pt x="564281" y="521325"/>
                </a:lnTo>
                <a:cubicBezTo>
                  <a:pt x="561423" y="521513"/>
                  <a:pt x="559421" y="521908"/>
                  <a:pt x="558278" y="522510"/>
                </a:cubicBezTo>
                <a:cubicBezTo>
                  <a:pt x="557173" y="523074"/>
                  <a:pt x="556316" y="524034"/>
                  <a:pt x="555706" y="525388"/>
                </a:cubicBezTo>
                <a:cubicBezTo>
                  <a:pt x="555363" y="526103"/>
                  <a:pt x="555191" y="527852"/>
                  <a:pt x="555191" y="530637"/>
                </a:cubicBezTo>
                <a:lnTo>
                  <a:pt x="555191" y="546550"/>
                </a:lnTo>
                <a:cubicBezTo>
                  <a:pt x="550237" y="548732"/>
                  <a:pt x="545073" y="550369"/>
                  <a:pt x="539700" y="551460"/>
                </a:cubicBezTo>
                <a:cubicBezTo>
                  <a:pt x="534365" y="552588"/>
                  <a:pt x="528819" y="553152"/>
                  <a:pt x="523065" y="553152"/>
                </a:cubicBezTo>
                <a:cubicBezTo>
                  <a:pt x="515709" y="553152"/>
                  <a:pt x="509593" y="552175"/>
                  <a:pt x="504715" y="550218"/>
                </a:cubicBezTo>
                <a:cubicBezTo>
                  <a:pt x="499875" y="548224"/>
                  <a:pt x="495588" y="545629"/>
                  <a:pt x="491853" y="542430"/>
                </a:cubicBezTo>
                <a:cubicBezTo>
                  <a:pt x="488157" y="539195"/>
                  <a:pt x="485260" y="535565"/>
                  <a:pt x="483164" y="531539"/>
                </a:cubicBezTo>
                <a:cubicBezTo>
                  <a:pt x="480496" y="526347"/>
                  <a:pt x="479162" y="520535"/>
                  <a:pt x="479162" y="514102"/>
                </a:cubicBezTo>
                <a:cubicBezTo>
                  <a:pt x="479162" y="502590"/>
                  <a:pt x="483259" y="492865"/>
                  <a:pt x="491453" y="484926"/>
                </a:cubicBezTo>
                <a:cubicBezTo>
                  <a:pt x="499646" y="476989"/>
                  <a:pt x="509955" y="473019"/>
                  <a:pt x="522379" y="473019"/>
                </a:cubicBezTo>
                <a:cubicBezTo>
                  <a:pt x="526228" y="473019"/>
                  <a:pt x="529696" y="473321"/>
                  <a:pt x="532783" y="473922"/>
                </a:cubicBezTo>
                <a:cubicBezTo>
                  <a:pt x="534460" y="474224"/>
                  <a:pt x="537166" y="475089"/>
                  <a:pt x="540900" y="476518"/>
                </a:cubicBezTo>
                <a:cubicBezTo>
                  <a:pt x="544673" y="477910"/>
                  <a:pt x="546902" y="478606"/>
                  <a:pt x="547588" y="478606"/>
                </a:cubicBezTo>
                <a:cubicBezTo>
                  <a:pt x="548655" y="478606"/>
                  <a:pt x="549647" y="478230"/>
                  <a:pt x="550561" y="477477"/>
                </a:cubicBezTo>
                <a:cubicBezTo>
                  <a:pt x="551476" y="476688"/>
                  <a:pt x="552314" y="475221"/>
                  <a:pt x="553076" y="473076"/>
                </a:cubicBezTo>
                <a:lnTo>
                  <a:pt x="555191" y="473076"/>
                </a:lnTo>
                <a:close/>
                <a:moveTo>
                  <a:pt x="591662" y="498583"/>
                </a:moveTo>
                <a:lnTo>
                  <a:pt x="591662" y="510546"/>
                </a:lnTo>
                <a:cubicBezTo>
                  <a:pt x="595207" y="505091"/>
                  <a:pt x="598312" y="501480"/>
                  <a:pt x="600980" y="499712"/>
                </a:cubicBezTo>
                <a:cubicBezTo>
                  <a:pt x="603648" y="497906"/>
                  <a:pt x="606220" y="497003"/>
                  <a:pt x="608697" y="497003"/>
                </a:cubicBezTo>
                <a:cubicBezTo>
                  <a:pt x="610831" y="497003"/>
                  <a:pt x="612527" y="497662"/>
                  <a:pt x="613785" y="498978"/>
                </a:cubicBezTo>
                <a:cubicBezTo>
                  <a:pt x="615081" y="500257"/>
                  <a:pt x="615729" y="502082"/>
                  <a:pt x="615729" y="504452"/>
                </a:cubicBezTo>
                <a:cubicBezTo>
                  <a:pt x="615729" y="506973"/>
                  <a:pt x="615100" y="508929"/>
                  <a:pt x="613842" y="510321"/>
                </a:cubicBezTo>
                <a:cubicBezTo>
                  <a:pt x="612622" y="511713"/>
                  <a:pt x="611136" y="512409"/>
                  <a:pt x="609383" y="512409"/>
                </a:cubicBezTo>
                <a:cubicBezTo>
                  <a:pt x="607363" y="512409"/>
                  <a:pt x="605610" y="511769"/>
                  <a:pt x="604124" y="510490"/>
                </a:cubicBezTo>
                <a:cubicBezTo>
                  <a:pt x="602638" y="509211"/>
                  <a:pt x="601761" y="508496"/>
                  <a:pt x="601495" y="508346"/>
                </a:cubicBezTo>
                <a:cubicBezTo>
                  <a:pt x="601113" y="508120"/>
                  <a:pt x="600675" y="508007"/>
                  <a:pt x="600180" y="508007"/>
                </a:cubicBezTo>
                <a:cubicBezTo>
                  <a:pt x="599075" y="508007"/>
                  <a:pt x="598027" y="508421"/>
                  <a:pt x="597036" y="509249"/>
                </a:cubicBezTo>
                <a:cubicBezTo>
                  <a:pt x="595474" y="510528"/>
                  <a:pt x="594292" y="512352"/>
                  <a:pt x="593492" y="514722"/>
                </a:cubicBezTo>
                <a:cubicBezTo>
                  <a:pt x="592272" y="518372"/>
                  <a:pt x="591662" y="522397"/>
                  <a:pt x="591662" y="526799"/>
                </a:cubicBezTo>
                <a:lnTo>
                  <a:pt x="591662" y="538932"/>
                </a:lnTo>
                <a:lnTo>
                  <a:pt x="591719" y="542092"/>
                </a:lnTo>
                <a:cubicBezTo>
                  <a:pt x="591719" y="544236"/>
                  <a:pt x="591853" y="545609"/>
                  <a:pt x="592120" y="546211"/>
                </a:cubicBezTo>
                <a:cubicBezTo>
                  <a:pt x="592577" y="547227"/>
                  <a:pt x="593244" y="547979"/>
                  <a:pt x="594120" y="548469"/>
                </a:cubicBezTo>
                <a:cubicBezTo>
                  <a:pt x="595035" y="548920"/>
                  <a:pt x="596559" y="549202"/>
                  <a:pt x="598694" y="549315"/>
                </a:cubicBezTo>
                <a:lnTo>
                  <a:pt x="598694" y="551346"/>
                </a:lnTo>
                <a:lnTo>
                  <a:pt x="569825" y="551346"/>
                </a:lnTo>
                <a:lnTo>
                  <a:pt x="569825" y="549315"/>
                </a:lnTo>
                <a:cubicBezTo>
                  <a:pt x="572150" y="549127"/>
                  <a:pt x="573713" y="548506"/>
                  <a:pt x="574513" y="547453"/>
                </a:cubicBezTo>
                <a:cubicBezTo>
                  <a:pt x="575351" y="546362"/>
                  <a:pt x="575771" y="543521"/>
                  <a:pt x="575771" y="538932"/>
                </a:cubicBezTo>
                <a:lnTo>
                  <a:pt x="575771" y="509757"/>
                </a:lnTo>
                <a:cubicBezTo>
                  <a:pt x="575771" y="506747"/>
                  <a:pt x="575618" y="504828"/>
                  <a:pt x="575314" y="504000"/>
                </a:cubicBezTo>
                <a:cubicBezTo>
                  <a:pt x="574932" y="502947"/>
                  <a:pt x="574379" y="502176"/>
                  <a:pt x="573656" y="501687"/>
                </a:cubicBezTo>
                <a:cubicBezTo>
                  <a:pt x="572932" y="501198"/>
                  <a:pt x="571655" y="500859"/>
                  <a:pt x="569825" y="500671"/>
                </a:cubicBezTo>
                <a:lnTo>
                  <a:pt x="569825" y="498583"/>
                </a:lnTo>
                <a:lnTo>
                  <a:pt x="591662" y="498583"/>
                </a:lnTo>
                <a:close/>
                <a:moveTo>
                  <a:pt x="644540" y="497003"/>
                </a:moveTo>
                <a:cubicBezTo>
                  <a:pt x="649189" y="497003"/>
                  <a:pt x="653514" y="498188"/>
                  <a:pt x="657516" y="500558"/>
                </a:cubicBezTo>
                <a:cubicBezTo>
                  <a:pt x="661517" y="502929"/>
                  <a:pt x="664547" y="506296"/>
                  <a:pt x="666605" y="510660"/>
                </a:cubicBezTo>
                <a:cubicBezTo>
                  <a:pt x="668701" y="515024"/>
                  <a:pt x="669749" y="519801"/>
                  <a:pt x="669749" y="524993"/>
                </a:cubicBezTo>
                <a:cubicBezTo>
                  <a:pt x="669749" y="532480"/>
                  <a:pt x="667825" y="538744"/>
                  <a:pt x="663975" y="543785"/>
                </a:cubicBezTo>
                <a:cubicBezTo>
                  <a:pt x="659326" y="549879"/>
                  <a:pt x="652905" y="552927"/>
                  <a:pt x="644711" y="552927"/>
                </a:cubicBezTo>
                <a:cubicBezTo>
                  <a:pt x="636670" y="552927"/>
                  <a:pt x="630477" y="550143"/>
                  <a:pt x="626133" y="544575"/>
                </a:cubicBezTo>
                <a:cubicBezTo>
                  <a:pt x="621788" y="539007"/>
                  <a:pt x="619616" y="532555"/>
                  <a:pt x="619616" y="525219"/>
                </a:cubicBezTo>
                <a:cubicBezTo>
                  <a:pt x="619616" y="517657"/>
                  <a:pt x="621826" y="511073"/>
                  <a:pt x="626247" y="505468"/>
                </a:cubicBezTo>
                <a:cubicBezTo>
                  <a:pt x="630705" y="499824"/>
                  <a:pt x="636803" y="497003"/>
                  <a:pt x="644540" y="497003"/>
                </a:cubicBezTo>
                <a:close/>
                <a:moveTo>
                  <a:pt x="644768" y="501009"/>
                </a:moveTo>
                <a:cubicBezTo>
                  <a:pt x="642825" y="501009"/>
                  <a:pt x="641148" y="501744"/>
                  <a:pt x="639738" y="503211"/>
                </a:cubicBezTo>
                <a:cubicBezTo>
                  <a:pt x="638366" y="504640"/>
                  <a:pt x="637451" y="507499"/>
                  <a:pt x="636994" y="511788"/>
                </a:cubicBezTo>
                <a:cubicBezTo>
                  <a:pt x="636575" y="516039"/>
                  <a:pt x="636365" y="521965"/>
                  <a:pt x="636365" y="529564"/>
                </a:cubicBezTo>
                <a:cubicBezTo>
                  <a:pt x="636365" y="533590"/>
                  <a:pt x="636632" y="537351"/>
                  <a:pt x="637166" y="540850"/>
                </a:cubicBezTo>
                <a:cubicBezTo>
                  <a:pt x="637585" y="543521"/>
                  <a:pt x="638480" y="545553"/>
                  <a:pt x="639852" y="546945"/>
                </a:cubicBezTo>
                <a:cubicBezTo>
                  <a:pt x="641224" y="548337"/>
                  <a:pt x="642787" y="549033"/>
                  <a:pt x="644540" y="549033"/>
                </a:cubicBezTo>
                <a:cubicBezTo>
                  <a:pt x="646254" y="549033"/>
                  <a:pt x="647683" y="548563"/>
                  <a:pt x="648827" y="547622"/>
                </a:cubicBezTo>
                <a:cubicBezTo>
                  <a:pt x="650313" y="546343"/>
                  <a:pt x="651304" y="544556"/>
                  <a:pt x="651800" y="542261"/>
                </a:cubicBezTo>
                <a:cubicBezTo>
                  <a:pt x="652561" y="538687"/>
                  <a:pt x="652942" y="531464"/>
                  <a:pt x="652942" y="520591"/>
                </a:cubicBezTo>
                <a:cubicBezTo>
                  <a:pt x="652942" y="514196"/>
                  <a:pt x="652581" y="509813"/>
                  <a:pt x="651857" y="507443"/>
                </a:cubicBezTo>
                <a:cubicBezTo>
                  <a:pt x="651132" y="505035"/>
                  <a:pt x="650065" y="503286"/>
                  <a:pt x="648655" y="502195"/>
                </a:cubicBezTo>
                <a:cubicBezTo>
                  <a:pt x="647665" y="501405"/>
                  <a:pt x="646369" y="501009"/>
                  <a:pt x="644768" y="501009"/>
                </a:cubicBezTo>
                <a:close/>
                <a:moveTo>
                  <a:pt x="729486" y="498583"/>
                </a:moveTo>
                <a:lnTo>
                  <a:pt x="729486" y="539891"/>
                </a:lnTo>
                <a:cubicBezTo>
                  <a:pt x="729486" y="543917"/>
                  <a:pt x="729867" y="546437"/>
                  <a:pt x="730629" y="547453"/>
                </a:cubicBezTo>
                <a:cubicBezTo>
                  <a:pt x="731391" y="548431"/>
                  <a:pt x="732935" y="549052"/>
                  <a:pt x="735259" y="549315"/>
                </a:cubicBezTo>
                <a:lnTo>
                  <a:pt x="735259" y="551346"/>
                </a:lnTo>
                <a:lnTo>
                  <a:pt x="713480" y="551346"/>
                </a:lnTo>
                <a:lnTo>
                  <a:pt x="713480" y="544293"/>
                </a:lnTo>
                <a:cubicBezTo>
                  <a:pt x="710926" y="547302"/>
                  <a:pt x="708373" y="549503"/>
                  <a:pt x="705820" y="550896"/>
                </a:cubicBezTo>
                <a:cubicBezTo>
                  <a:pt x="703266" y="552249"/>
                  <a:pt x="700408" y="552927"/>
                  <a:pt x="697245" y="552927"/>
                </a:cubicBezTo>
                <a:cubicBezTo>
                  <a:pt x="694235" y="552927"/>
                  <a:pt x="691547" y="552024"/>
                  <a:pt x="689185" y="550218"/>
                </a:cubicBezTo>
                <a:cubicBezTo>
                  <a:pt x="686861" y="548375"/>
                  <a:pt x="685298" y="546230"/>
                  <a:pt x="684497" y="543785"/>
                </a:cubicBezTo>
                <a:cubicBezTo>
                  <a:pt x="683697" y="541339"/>
                  <a:pt x="683297" y="537069"/>
                  <a:pt x="683297" y="530975"/>
                </a:cubicBezTo>
                <a:lnTo>
                  <a:pt x="683297" y="510039"/>
                </a:lnTo>
                <a:cubicBezTo>
                  <a:pt x="683297" y="506051"/>
                  <a:pt x="682916" y="503568"/>
                  <a:pt x="682153" y="502590"/>
                </a:cubicBezTo>
                <a:cubicBezTo>
                  <a:pt x="681430" y="501612"/>
                  <a:pt x="679886" y="500972"/>
                  <a:pt x="677524" y="500671"/>
                </a:cubicBezTo>
                <a:lnTo>
                  <a:pt x="677524" y="498583"/>
                </a:lnTo>
                <a:lnTo>
                  <a:pt x="699303" y="498583"/>
                </a:lnTo>
                <a:lnTo>
                  <a:pt x="699303" y="534643"/>
                </a:lnTo>
                <a:cubicBezTo>
                  <a:pt x="699303" y="538405"/>
                  <a:pt x="699475" y="540832"/>
                  <a:pt x="699817" y="541923"/>
                </a:cubicBezTo>
                <a:cubicBezTo>
                  <a:pt x="700198" y="543014"/>
                  <a:pt x="700770" y="543841"/>
                  <a:pt x="701532" y="544406"/>
                </a:cubicBezTo>
                <a:cubicBezTo>
                  <a:pt x="702333" y="544970"/>
                  <a:pt x="703248" y="545252"/>
                  <a:pt x="704276" y="545252"/>
                </a:cubicBezTo>
                <a:cubicBezTo>
                  <a:pt x="705648" y="545252"/>
                  <a:pt x="706887" y="544894"/>
                  <a:pt x="707992" y="544180"/>
                </a:cubicBezTo>
                <a:cubicBezTo>
                  <a:pt x="709517" y="543202"/>
                  <a:pt x="711346" y="541227"/>
                  <a:pt x="713480" y="538254"/>
                </a:cubicBezTo>
                <a:lnTo>
                  <a:pt x="713480" y="510039"/>
                </a:lnTo>
                <a:cubicBezTo>
                  <a:pt x="713480" y="506051"/>
                  <a:pt x="713099" y="503568"/>
                  <a:pt x="712336" y="502590"/>
                </a:cubicBezTo>
                <a:cubicBezTo>
                  <a:pt x="711612" y="501612"/>
                  <a:pt x="710069" y="500972"/>
                  <a:pt x="707706" y="500671"/>
                </a:cubicBezTo>
                <a:lnTo>
                  <a:pt x="707706" y="498583"/>
                </a:lnTo>
                <a:lnTo>
                  <a:pt x="729486" y="498583"/>
                </a:lnTo>
                <a:close/>
                <a:moveTo>
                  <a:pt x="763727" y="545985"/>
                </a:moveTo>
                <a:lnTo>
                  <a:pt x="763727" y="565624"/>
                </a:lnTo>
                <a:cubicBezTo>
                  <a:pt x="763727" y="568332"/>
                  <a:pt x="763937" y="570176"/>
                  <a:pt x="764357" y="571154"/>
                </a:cubicBezTo>
                <a:cubicBezTo>
                  <a:pt x="764813" y="572132"/>
                  <a:pt x="765499" y="572847"/>
                  <a:pt x="766414" y="573299"/>
                </a:cubicBezTo>
                <a:cubicBezTo>
                  <a:pt x="767329" y="573750"/>
                  <a:pt x="769120" y="573976"/>
                  <a:pt x="771788" y="573976"/>
                </a:cubicBezTo>
                <a:lnTo>
                  <a:pt x="771788" y="576064"/>
                </a:lnTo>
                <a:lnTo>
                  <a:pt x="741319" y="576064"/>
                </a:lnTo>
                <a:lnTo>
                  <a:pt x="741319" y="573976"/>
                </a:lnTo>
                <a:cubicBezTo>
                  <a:pt x="743682" y="573901"/>
                  <a:pt x="745434" y="573242"/>
                  <a:pt x="746578" y="572000"/>
                </a:cubicBezTo>
                <a:cubicBezTo>
                  <a:pt x="747340" y="571135"/>
                  <a:pt x="747721" y="568897"/>
                  <a:pt x="747721" y="565285"/>
                </a:cubicBezTo>
                <a:lnTo>
                  <a:pt x="747721" y="509587"/>
                </a:lnTo>
                <a:cubicBezTo>
                  <a:pt x="747721" y="505863"/>
                  <a:pt x="747283" y="503493"/>
                  <a:pt x="746406" y="502477"/>
                </a:cubicBezTo>
                <a:cubicBezTo>
                  <a:pt x="745530" y="501424"/>
                  <a:pt x="743834" y="500821"/>
                  <a:pt x="741319" y="500671"/>
                </a:cubicBezTo>
                <a:lnTo>
                  <a:pt x="741319" y="498583"/>
                </a:lnTo>
                <a:lnTo>
                  <a:pt x="763727" y="498583"/>
                </a:lnTo>
                <a:lnTo>
                  <a:pt x="763727" y="505524"/>
                </a:lnTo>
                <a:cubicBezTo>
                  <a:pt x="765594" y="502815"/>
                  <a:pt x="767500" y="500859"/>
                  <a:pt x="769444" y="499656"/>
                </a:cubicBezTo>
                <a:cubicBezTo>
                  <a:pt x="772226" y="497887"/>
                  <a:pt x="775255" y="497003"/>
                  <a:pt x="778533" y="497003"/>
                </a:cubicBezTo>
                <a:cubicBezTo>
                  <a:pt x="782458" y="497003"/>
                  <a:pt x="786021" y="498226"/>
                  <a:pt x="789223" y="500671"/>
                </a:cubicBezTo>
                <a:cubicBezTo>
                  <a:pt x="792462" y="503117"/>
                  <a:pt x="794920" y="506502"/>
                  <a:pt x="796597" y="510829"/>
                </a:cubicBezTo>
                <a:cubicBezTo>
                  <a:pt x="798274" y="515118"/>
                  <a:pt x="799112" y="519745"/>
                  <a:pt x="799112" y="524711"/>
                </a:cubicBezTo>
                <a:cubicBezTo>
                  <a:pt x="799112" y="530053"/>
                  <a:pt x="798236" y="534944"/>
                  <a:pt x="796483" y="539383"/>
                </a:cubicBezTo>
                <a:cubicBezTo>
                  <a:pt x="794767" y="543785"/>
                  <a:pt x="792253" y="547152"/>
                  <a:pt x="788937" y="549484"/>
                </a:cubicBezTo>
                <a:cubicBezTo>
                  <a:pt x="785659" y="551779"/>
                  <a:pt x="782001" y="552927"/>
                  <a:pt x="777961" y="552927"/>
                </a:cubicBezTo>
                <a:cubicBezTo>
                  <a:pt x="775027" y="552927"/>
                  <a:pt x="772283" y="552287"/>
                  <a:pt x="769729" y="551008"/>
                </a:cubicBezTo>
                <a:cubicBezTo>
                  <a:pt x="767824" y="550030"/>
                  <a:pt x="765823" y="548356"/>
                  <a:pt x="763727" y="545985"/>
                </a:cubicBezTo>
                <a:close/>
                <a:moveTo>
                  <a:pt x="763727" y="540286"/>
                </a:moveTo>
                <a:cubicBezTo>
                  <a:pt x="767005" y="544876"/>
                  <a:pt x="770511" y="547171"/>
                  <a:pt x="774245" y="547171"/>
                </a:cubicBezTo>
                <a:cubicBezTo>
                  <a:pt x="776303" y="547171"/>
                  <a:pt x="777999" y="546099"/>
                  <a:pt x="779333" y="543954"/>
                </a:cubicBezTo>
                <a:cubicBezTo>
                  <a:pt x="781315" y="540794"/>
                  <a:pt x="782306" y="534775"/>
                  <a:pt x="782306" y="525896"/>
                </a:cubicBezTo>
                <a:cubicBezTo>
                  <a:pt x="782306" y="516792"/>
                  <a:pt x="781220" y="510566"/>
                  <a:pt x="779048" y="507217"/>
                </a:cubicBezTo>
                <a:cubicBezTo>
                  <a:pt x="777599" y="504997"/>
                  <a:pt x="775656" y="503888"/>
                  <a:pt x="773217" y="503888"/>
                </a:cubicBezTo>
                <a:cubicBezTo>
                  <a:pt x="769367" y="503888"/>
                  <a:pt x="766205" y="506634"/>
                  <a:pt x="763727" y="512127"/>
                </a:cubicBezTo>
                <a:lnTo>
                  <a:pt x="763727" y="540286"/>
                </a:lnTo>
                <a:close/>
                <a:moveTo>
                  <a:pt x="841985" y="497116"/>
                </a:moveTo>
                <a:lnTo>
                  <a:pt x="842843" y="515118"/>
                </a:lnTo>
                <a:lnTo>
                  <a:pt x="840900" y="515118"/>
                </a:lnTo>
                <a:cubicBezTo>
                  <a:pt x="838574" y="509775"/>
                  <a:pt x="836155" y="506126"/>
                  <a:pt x="833640" y="504170"/>
                </a:cubicBezTo>
                <a:cubicBezTo>
                  <a:pt x="831162" y="502214"/>
                  <a:pt x="828685" y="501235"/>
                  <a:pt x="826209" y="501235"/>
                </a:cubicBezTo>
                <a:cubicBezTo>
                  <a:pt x="824646" y="501235"/>
                  <a:pt x="823312" y="501762"/>
                  <a:pt x="822207" y="502815"/>
                </a:cubicBezTo>
                <a:cubicBezTo>
                  <a:pt x="821102" y="503832"/>
                  <a:pt x="820549" y="505017"/>
                  <a:pt x="820549" y="506370"/>
                </a:cubicBezTo>
                <a:cubicBezTo>
                  <a:pt x="820549" y="507387"/>
                  <a:pt x="820930" y="508364"/>
                  <a:pt x="821692" y="509305"/>
                </a:cubicBezTo>
                <a:cubicBezTo>
                  <a:pt x="822912" y="510848"/>
                  <a:pt x="826322" y="513500"/>
                  <a:pt x="831925" y="517262"/>
                </a:cubicBezTo>
                <a:cubicBezTo>
                  <a:pt x="837527" y="520986"/>
                  <a:pt x="841204" y="524165"/>
                  <a:pt x="842958" y="526799"/>
                </a:cubicBezTo>
                <a:cubicBezTo>
                  <a:pt x="844748" y="529395"/>
                  <a:pt x="845644" y="532310"/>
                  <a:pt x="845644" y="535546"/>
                </a:cubicBezTo>
                <a:cubicBezTo>
                  <a:pt x="845644" y="538480"/>
                  <a:pt x="844901" y="541359"/>
                  <a:pt x="843414" y="544180"/>
                </a:cubicBezTo>
                <a:cubicBezTo>
                  <a:pt x="841928" y="547002"/>
                  <a:pt x="839833" y="549164"/>
                  <a:pt x="837127" y="550670"/>
                </a:cubicBezTo>
                <a:cubicBezTo>
                  <a:pt x="834421" y="552175"/>
                  <a:pt x="831429" y="552927"/>
                  <a:pt x="828152" y="552927"/>
                </a:cubicBezTo>
                <a:cubicBezTo>
                  <a:pt x="825598" y="552927"/>
                  <a:pt x="822187" y="552137"/>
                  <a:pt x="817919" y="550557"/>
                </a:cubicBezTo>
                <a:cubicBezTo>
                  <a:pt x="816776" y="550143"/>
                  <a:pt x="815995" y="549936"/>
                  <a:pt x="815575" y="549936"/>
                </a:cubicBezTo>
                <a:cubicBezTo>
                  <a:pt x="814318" y="549936"/>
                  <a:pt x="813270" y="550876"/>
                  <a:pt x="812431" y="552758"/>
                </a:cubicBezTo>
                <a:lnTo>
                  <a:pt x="810545" y="552758"/>
                </a:lnTo>
                <a:lnTo>
                  <a:pt x="809630" y="533796"/>
                </a:lnTo>
                <a:lnTo>
                  <a:pt x="811574" y="533796"/>
                </a:lnTo>
                <a:cubicBezTo>
                  <a:pt x="813289" y="538762"/>
                  <a:pt x="815633" y="542487"/>
                  <a:pt x="818605" y="544970"/>
                </a:cubicBezTo>
                <a:cubicBezTo>
                  <a:pt x="821616" y="547453"/>
                  <a:pt x="824455" y="548694"/>
                  <a:pt x="827122" y="548694"/>
                </a:cubicBezTo>
                <a:cubicBezTo>
                  <a:pt x="828952" y="548694"/>
                  <a:pt x="830438" y="548149"/>
                  <a:pt x="831581" y="547058"/>
                </a:cubicBezTo>
                <a:cubicBezTo>
                  <a:pt x="832763" y="545929"/>
                  <a:pt x="833354" y="544575"/>
                  <a:pt x="833354" y="542995"/>
                </a:cubicBezTo>
                <a:cubicBezTo>
                  <a:pt x="833354" y="541189"/>
                  <a:pt x="832782" y="539628"/>
                  <a:pt x="831639" y="538311"/>
                </a:cubicBezTo>
                <a:cubicBezTo>
                  <a:pt x="830496" y="536995"/>
                  <a:pt x="827942" y="535001"/>
                  <a:pt x="823979" y="532329"/>
                </a:cubicBezTo>
                <a:cubicBezTo>
                  <a:pt x="818148" y="528341"/>
                  <a:pt x="814375" y="525294"/>
                  <a:pt x="812660" y="523188"/>
                </a:cubicBezTo>
                <a:cubicBezTo>
                  <a:pt x="810145" y="520103"/>
                  <a:pt x="808887" y="516698"/>
                  <a:pt x="808887" y="512973"/>
                </a:cubicBezTo>
                <a:cubicBezTo>
                  <a:pt x="808887" y="508910"/>
                  <a:pt x="810298" y="505242"/>
                  <a:pt x="813117" y="501969"/>
                </a:cubicBezTo>
                <a:cubicBezTo>
                  <a:pt x="815976" y="498659"/>
                  <a:pt x="820092" y="497003"/>
                  <a:pt x="825465" y="497003"/>
                </a:cubicBezTo>
                <a:cubicBezTo>
                  <a:pt x="828361" y="497003"/>
                  <a:pt x="831162" y="497699"/>
                  <a:pt x="833868" y="499091"/>
                </a:cubicBezTo>
                <a:cubicBezTo>
                  <a:pt x="834897" y="499656"/>
                  <a:pt x="835736" y="499938"/>
                  <a:pt x="836384" y="499938"/>
                </a:cubicBezTo>
                <a:cubicBezTo>
                  <a:pt x="837070" y="499938"/>
                  <a:pt x="837622" y="499806"/>
                  <a:pt x="838041" y="499542"/>
                </a:cubicBezTo>
                <a:cubicBezTo>
                  <a:pt x="838461" y="499242"/>
                  <a:pt x="839127" y="498433"/>
                  <a:pt x="840042" y="497116"/>
                </a:cubicBezTo>
                <a:lnTo>
                  <a:pt x="841985" y="497116"/>
                </a:lnTo>
                <a:close/>
              </a:path>
            </a:pathLst>
          </a:custGeom>
          <a:solidFill>
            <a:srgbClr val="FFFFFF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633129FD-DDB3-4EC9-9E6D-BD32682E7C71}"/>
              </a:ext>
            </a:extLst>
          </p:cNvPr>
          <p:cNvSpPr/>
          <p:nvPr/>
        </p:nvSpPr>
        <p:spPr>
          <a:xfrm>
            <a:off x="338247" y="2487315"/>
            <a:ext cx="1248777" cy="1001623"/>
          </a:xfrm>
          <a:custGeom>
            <a:avLst/>
            <a:gdLst>
              <a:gd name="connsiteX0" fmla="*/ 510717 w 1248776"/>
              <a:gd name="connsiteY0" fmla="*/ 575894 h 1001623"/>
              <a:gd name="connsiteX1" fmla="*/ 510717 w 1248776"/>
              <a:gd name="connsiteY1" fmla="*/ 577982 h 1001623"/>
              <a:gd name="connsiteX2" fmla="*/ 496311 w 1248776"/>
              <a:gd name="connsiteY2" fmla="*/ 567937 h 1001623"/>
              <a:gd name="connsiteX3" fmla="*/ 483621 w 1248776"/>
              <a:gd name="connsiteY3" fmla="*/ 548637 h 1001623"/>
              <a:gd name="connsiteX4" fmla="*/ 479162 w 1248776"/>
              <a:gd name="connsiteY4" fmla="*/ 525557 h 1001623"/>
              <a:gd name="connsiteX5" fmla="*/ 487909 w 1248776"/>
              <a:gd name="connsiteY5" fmla="*/ 493673 h 1001623"/>
              <a:gd name="connsiteX6" fmla="*/ 510717 w 1248776"/>
              <a:gd name="connsiteY6" fmla="*/ 473019 h 1001623"/>
              <a:gd name="connsiteX7" fmla="*/ 510717 w 1248776"/>
              <a:gd name="connsiteY7" fmla="*/ 475389 h 1001623"/>
              <a:gd name="connsiteX8" fmla="*/ 499169 w 1248776"/>
              <a:gd name="connsiteY8" fmla="*/ 485886 h 1001623"/>
              <a:gd name="connsiteX9" fmla="*/ 492424 w 1248776"/>
              <a:gd name="connsiteY9" fmla="*/ 502758 h 1001623"/>
              <a:gd name="connsiteX10" fmla="*/ 490195 w 1248776"/>
              <a:gd name="connsiteY10" fmla="*/ 524090 h 1001623"/>
              <a:gd name="connsiteX11" fmla="*/ 492081 w 1248776"/>
              <a:gd name="connsiteY11" fmla="*/ 546042 h 1001623"/>
              <a:gd name="connsiteX12" fmla="*/ 495683 w 1248776"/>
              <a:gd name="connsiteY12" fmla="*/ 558513 h 1001623"/>
              <a:gd name="connsiteX13" fmla="*/ 501342 w 1248776"/>
              <a:gd name="connsiteY13" fmla="*/ 567599 h 1001623"/>
              <a:gd name="connsiteX14" fmla="*/ 510717 w 1248776"/>
              <a:gd name="connsiteY14" fmla="*/ 575894 h 1001623"/>
              <a:gd name="connsiteX15" fmla="*/ 567024 w 1248776"/>
              <a:gd name="connsiteY15" fmla="*/ 538536 h 1001623"/>
              <a:gd name="connsiteX16" fmla="*/ 561593 w 1248776"/>
              <a:gd name="connsiteY16" fmla="*/ 553265 h 1001623"/>
              <a:gd name="connsiteX17" fmla="*/ 515862 w 1248776"/>
              <a:gd name="connsiteY17" fmla="*/ 553265 h 1001623"/>
              <a:gd name="connsiteX18" fmla="*/ 515862 w 1248776"/>
              <a:gd name="connsiteY18" fmla="*/ 551177 h 1001623"/>
              <a:gd name="connsiteX19" fmla="*/ 544272 w 1248776"/>
              <a:gd name="connsiteY19" fmla="*/ 521494 h 1001623"/>
              <a:gd name="connsiteX20" fmla="*/ 552504 w 1248776"/>
              <a:gd name="connsiteY20" fmla="*/ 500445 h 1001623"/>
              <a:gd name="connsiteX21" fmla="*/ 547988 w 1248776"/>
              <a:gd name="connsiteY21" fmla="*/ 488481 h 1001623"/>
              <a:gd name="connsiteX22" fmla="*/ 537184 w 1248776"/>
              <a:gd name="connsiteY22" fmla="*/ 483798 h 1001623"/>
              <a:gd name="connsiteX23" fmla="*/ 526895 w 1248776"/>
              <a:gd name="connsiteY23" fmla="*/ 487127 h 1001623"/>
              <a:gd name="connsiteX24" fmla="*/ 520207 w 1248776"/>
              <a:gd name="connsiteY24" fmla="*/ 496777 h 1001623"/>
              <a:gd name="connsiteX25" fmla="*/ 518091 w 1248776"/>
              <a:gd name="connsiteY25" fmla="*/ 496777 h 1001623"/>
              <a:gd name="connsiteX26" fmla="*/ 525409 w 1248776"/>
              <a:gd name="connsiteY26" fmla="*/ 480750 h 1001623"/>
              <a:gd name="connsiteX27" fmla="*/ 540214 w 1248776"/>
              <a:gd name="connsiteY27" fmla="*/ 475164 h 1001623"/>
              <a:gd name="connsiteX28" fmla="*/ 555934 w 1248776"/>
              <a:gd name="connsiteY28" fmla="*/ 481145 h 1001623"/>
              <a:gd name="connsiteX29" fmla="*/ 562279 w 1248776"/>
              <a:gd name="connsiteY29" fmla="*/ 495253 h 1001623"/>
              <a:gd name="connsiteX30" fmla="*/ 559535 w 1248776"/>
              <a:gd name="connsiteY30" fmla="*/ 506878 h 1001623"/>
              <a:gd name="connsiteX31" fmla="*/ 545816 w 1248776"/>
              <a:gd name="connsiteY31" fmla="*/ 526234 h 1001623"/>
              <a:gd name="connsiteX32" fmla="*/ 528038 w 1248776"/>
              <a:gd name="connsiteY32" fmla="*/ 544743 h 1001623"/>
              <a:gd name="connsiteX33" fmla="*/ 548274 w 1248776"/>
              <a:gd name="connsiteY33" fmla="*/ 544743 h 1001623"/>
              <a:gd name="connsiteX34" fmla="*/ 556906 w 1248776"/>
              <a:gd name="connsiteY34" fmla="*/ 544292 h 1001623"/>
              <a:gd name="connsiteX35" fmla="*/ 561422 w 1248776"/>
              <a:gd name="connsiteY35" fmla="*/ 542487 h 1001623"/>
              <a:gd name="connsiteX36" fmla="*/ 564909 w 1248776"/>
              <a:gd name="connsiteY36" fmla="*/ 538536 h 1001623"/>
              <a:gd name="connsiteX37" fmla="*/ 567024 w 1248776"/>
              <a:gd name="connsiteY37" fmla="*/ 538536 h 1001623"/>
              <a:gd name="connsiteX38" fmla="*/ 578171 w 1248776"/>
              <a:gd name="connsiteY38" fmla="*/ 572508 h 1001623"/>
              <a:gd name="connsiteX39" fmla="*/ 578171 w 1248776"/>
              <a:gd name="connsiteY39" fmla="*/ 570025 h 1001623"/>
              <a:gd name="connsiteX40" fmla="*/ 587260 w 1248776"/>
              <a:gd name="connsiteY40" fmla="*/ 564043 h 1001623"/>
              <a:gd name="connsiteX41" fmla="*/ 590518 w 1248776"/>
              <a:gd name="connsiteY41" fmla="*/ 555522 h 1001623"/>
              <a:gd name="connsiteX42" fmla="*/ 590004 w 1248776"/>
              <a:gd name="connsiteY42" fmla="*/ 553716 h 1001623"/>
              <a:gd name="connsiteX43" fmla="*/ 589204 w 1248776"/>
              <a:gd name="connsiteY43" fmla="*/ 553209 h 1001623"/>
              <a:gd name="connsiteX44" fmla="*/ 586460 w 1248776"/>
              <a:gd name="connsiteY44" fmla="*/ 554337 h 1001623"/>
              <a:gd name="connsiteX45" fmla="*/ 584288 w 1248776"/>
              <a:gd name="connsiteY45" fmla="*/ 554845 h 1001623"/>
              <a:gd name="connsiteX46" fmla="*/ 579829 w 1248776"/>
              <a:gd name="connsiteY46" fmla="*/ 553209 h 1001623"/>
              <a:gd name="connsiteX47" fmla="*/ 578171 w 1248776"/>
              <a:gd name="connsiteY47" fmla="*/ 548694 h 1001623"/>
              <a:gd name="connsiteX48" fmla="*/ 580286 w 1248776"/>
              <a:gd name="connsiteY48" fmla="*/ 543954 h 1001623"/>
              <a:gd name="connsiteX49" fmla="*/ 585545 w 1248776"/>
              <a:gd name="connsiteY49" fmla="*/ 541979 h 1001623"/>
              <a:gd name="connsiteX50" fmla="*/ 592234 w 1248776"/>
              <a:gd name="connsiteY50" fmla="*/ 545252 h 1001623"/>
              <a:gd name="connsiteX51" fmla="*/ 595206 w 1248776"/>
              <a:gd name="connsiteY51" fmla="*/ 553829 h 1001623"/>
              <a:gd name="connsiteX52" fmla="*/ 591090 w 1248776"/>
              <a:gd name="connsiteY52" fmla="*/ 564608 h 1001623"/>
              <a:gd name="connsiteX53" fmla="*/ 578171 w 1248776"/>
              <a:gd name="connsiteY53" fmla="*/ 572508 h 1001623"/>
              <a:gd name="connsiteX54" fmla="*/ 644139 w 1248776"/>
              <a:gd name="connsiteY54" fmla="*/ 484249 h 1001623"/>
              <a:gd name="connsiteX55" fmla="*/ 663003 w 1248776"/>
              <a:gd name="connsiteY55" fmla="*/ 475164 h 1001623"/>
              <a:gd name="connsiteX56" fmla="*/ 664890 w 1248776"/>
              <a:gd name="connsiteY56" fmla="*/ 475164 h 1001623"/>
              <a:gd name="connsiteX57" fmla="*/ 664890 w 1248776"/>
              <a:gd name="connsiteY57" fmla="*/ 539778 h 1001623"/>
              <a:gd name="connsiteX58" fmla="*/ 665404 w 1248776"/>
              <a:gd name="connsiteY58" fmla="*/ 547791 h 1001623"/>
              <a:gd name="connsiteX59" fmla="*/ 667690 w 1248776"/>
              <a:gd name="connsiteY59" fmla="*/ 550218 h 1001623"/>
              <a:gd name="connsiteX60" fmla="*/ 674665 w 1248776"/>
              <a:gd name="connsiteY60" fmla="*/ 551177 h 1001623"/>
              <a:gd name="connsiteX61" fmla="*/ 674665 w 1248776"/>
              <a:gd name="connsiteY61" fmla="*/ 553265 h 1001623"/>
              <a:gd name="connsiteX62" fmla="*/ 645510 w 1248776"/>
              <a:gd name="connsiteY62" fmla="*/ 553265 h 1001623"/>
              <a:gd name="connsiteX63" fmla="*/ 645510 w 1248776"/>
              <a:gd name="connsiteY63" fmla="*/ 551177 h 1001623"/>
              <a:gd name="connsiteX64" fmla="*/ 652599 w 1248776"/>
              <a:gd name="connsiteY64" fmla="*/ 550274 h 1001623"/>
              <a:gd name="connsiteX65" fmla="*/ 654829 w 1248776"/>
              <a:gd name="connsiteY65" fmla="*/ 548073 h 1001623"/>
              <a:gd name="connsiteX66" fmla="*/ 655458 w 1248776"/>
              <a:gd name="connsiteY66" fmla="*/ 539778 h 1001623"/>
              <a:gd name="connsiteX67" fmla="*/ 655458 w 1248776"/>
              <a:gd name="connsiteY67" fmla="*/ 498470 h 1001623"/>
              <a:gd name="connsiteX68" fmla="*/ 654886 w 1248776"/>
              <a:gd name="connsiteY68" fmla="*/ 487748 h 1001623"/>
              <a:gd name="connsiteX69" fmla="*/ 653400 w 1248776"/>
              <a:gd name="connsiteY69" fmla="*/ 485095 h 1001623"/>
              <a:gd name="connsiteX70" fmla="*/ 650884 w 1248776"/>
              <a:gd name="connsiteY70" fmla="*/ 484249 h 1001623"/>
              <a:gd name="connsiteX71" fmla="*/ 644996 w 1248776"/>
              <a:gd name="connsiteY71" fmla="*/ 485998 h 1001623"/>
              <a:gd name="connsiteX72" fmla="*/ 644139 w 1248776"/>
              <a:gd name="connsiteY72" fmla="*/ 484249 h 1001623"/>
              <a:gd name="connsiteX73" fmla="*/ 695244 w 1248776"/>
              <a:gd name="connsiteY73" fmla="*/ 572508 h 1001623"/>
              <a:gd name="connsiteX74" fmla="*/ 695244 w 1248776"/>
              <a:gd name="connsiteY74" fmla="*/ 570025 h 1001623"/>
              <a:gd name="connsiteX75" fmla="*/ 704333 w 1248776"/>
              <a:gd name="connsiteY75" fmla="*/ 564043 h 1001623"/>
              <a:gd name="connsiteX76" fmla="*/ 707591 w 1248776"/>
              <a:gd name="connsiteY76" fmla="*/ 555522 h 1001623"/>
              <a:gd name="connsiteX77" fmla="*/ 707077 w 1248776"/>
              <a:gd name="connsiteY77" fmla="*/ 553716 h 1001623"/>
              <a:gd name="connsiteX78" fmla="*/ 706277 w 1248776"/>
              <a:gd name="connsiteY78" fmla="*/ 553209 h 1001623"/>
              <a:gd name="connsiteX79" fmla="*/ 703533 w 1248776"/>
              <a:gd name="connsiteY79" fmla="*/ 554337 h 1001623"/>
              <a:gd name="connsiteX80" fmla="*/ 701360 w 1248776"/>
              <a:gd name="connsiteY80" fmla="*/ 554845 h 1001623"/>
              <a:gd name="connsiteX81" fmla="*/ 696902 w 1248776"/>
              <a:gd name="connsiteY81" fmla="*/ 553209 h 1001623"/>
              <a:gd name="connsiteX82" fmla="*/ 695244 w 1248776"/>
              <a:gd name="connsiteY82" fmla="*/ 548694 h 1001623"/>
              <a:gd name="connsiteX83" fmla="*/ 697359 w 1248776"/>
              <a:gd name="connsiteY83" fmla="*/ 543954 h 1001623"/>
              <a:gd name="connsiteX84" fmla="*/ 702618 w 1248776"/>
              <a:gd name="connsiteY84" fmla="*/ 541979 h 1001623"/>
              <a:gd name="connsiteX85" fmla="*/ 709307 w 1248776"/>
              <a:gd name="connsiteY85" fmla="*/ 545252 h 1001623"/>
              <a:gd name="connsiteX86" fmla="*/ 712279 w 1248776"/>
              <a:gd name="connsiteY86" fmla="*/ 553829 h 1001623"/>
              <a:gd name="connsiteX87" fmla="*/ 708163 w 1248776"/>
              <a:gd name="connsiteY87" fmla="*/ 564608 h 1001623"/>
              <a:gd name="connsiteX88" fmla="*/ 695244 w 1248776"/>
              <a:gd name="connsiteY88" fmla="*/ 572508 h 1001623"/>
              <a:gd name="connsiteX89" fmla="*/ 761212 w 1248776"/>
              <a:gd name="connsiteY89" fmla="*/ 484249 h 1001623"/>
              <a:gd name="connsiteX90" fmla="*/ 780076 w 1248776"/>
              <a:gd name="connsiteY90" fmla="*/ 475164 h 1001623"/>
              <a:gd name="connsiteX91" fmla="*/ 781963 w 1248776"/>
              <a:gd name="connsiteY91" fmla="*/ 475164 h 1001623"/>
              <a:gd name="connsiteX92" fmla="*/ 781963 w 1248776"/>
              <a:gd name="connsiteY92" fmla="*/ 539778 h 1001623"/>
              <a:gd name="connsiteX93" fmla="*/ 782477 w 1248776"/>
              <a:gd name="connsiteY93" fmla="*/ 547791 h 1001623"/>
              <a:gd name="connsiteX94" fmla="*/ 784763 w 1248776"/>
              <a:gd name="connsiteY94" fmla="*/ 550218 h 1001623"/>
              <a:gd name="connsiteX95" fmla="*/ 791738 w 1248776"/>
              <a:gd name="connsiteY95" fmla="*/ 551177 h 1001623"/>
              <a:gd name="connsiteX96" fmla="*/ 791738 w 1248776"/>
              <a:gd name="connsiteY96" fmla="*/ 553265 h 1001623"/>
              <a:gd name="connsiteX97" fmla="*/ 762583 w 1248776"/>
              <a:gd name="connsiteY97" fmla="*/ 553265 h 1001623"/>
              <a:gd name="connsiteX98" fmla="*/ 762583 w 1248776"/>
              <a:gd name="connsiteY98" fmla="*/ 551177 h 1001623"/>
              <a:gd name="connsiteX99" fmla="*/ 769672 w 1248776"/>
              <a:gd name="connsiteY99" fmla="*/ 550274 h 1001623"/>
              <a:gd name="connsiteX100" fmla="*/ 771901 w 1248776"/>
              <a:gd name="connsiteY100" fmla="*/ 548073 h 1001623"/>
              <a:gd name="connsiteX101" fmla="*/ 772531 w 1248776"/>
              <a:gd name="connsiteY101" fmla="*/ 539778 h 1001623"/>
              <a:gd name="connsiteX102" fmla="*/ 772531 w 1248776"/>
              <a:gd name="connsiteY102" fmla="*/ 498470 h 1001623"/>
              <a:gd name="connsiteX103" fmla="*/ 771958 w 1248776"/>
              <a:gd name="connsiteY103" fmla="*/ 487748 h 1001623"/>
              <a:gd name="connsiteX104" fmla="*/ 770472 w 1248776"/>
              <a:gd name="connsiteY104" fmla="*/ 485095 h 1001623"/>
              <a:gd name="connsiteX105" fmla="*/ 767957 w 1248776"/>
              <a:gd name="connsiteY105" fmla="*/ 484249 h 1001623"/>
              <a:gd name="connsiteX106" fmla="*/ 762069 w 1248776"/>
              <a:gd name="connsiteY106" fmla="*/ 485998 h 1001623"/>
              <a:gd name="connsiteX107" fmla="*/ 761212 w 1248776"/>
              <a:gd name="connsiteY107" fmla="*/ 484249 h 1001623"/>
              <a:gd name="connsiteX108" fmla="*/ 808658 w 1248776"/>
              <a:gd name="connsiteY108" fmla="*/ 475389 h 1001623"/>
              <a:gd name="connsiteX109" fmla="*/ 808658 w 1248776"/>
              <a:gd name="connsiteY109" fmla="*/ 473019 h 1001623"/>
              <a:gd name="connsiteX110" fmla="*/ 823121 w 1248776"/>
              <a:gd name="connsiteY110" fmla="*/ 483007 h 1001623"/>
              <a:gd name="connsiteX111" fmla="*/ 835754 w 1248776"/>
              <a:gd name="connsiteY111" fmla="*/ 502364 h 1001623"/>
              <a:gd name="connsiteX112" fmla="*/ 840213 w 1248776"/>
              <a:gd name="connsiteY112" fmla="*/ 525444 h 1001623"/>
              <a:gd name="connsiteX113" fmla="*/ 831467 w 1248776"/>
              <a:gd name="connsiteY113" fmla="*/ 557328 h 1001623"/>
              <a:gd name="connsiteX114" fmla="*/ 808658 w 1248776"/>
              <a:gd name="connsiteY114" fmla="*/ 577982 h 1001623"/>
              <a:gd name="connsiteX115" fmla="*/ 808658 w 1248776"/>
              <a:gd name="connsiteY115" fmla="*/ 575894 h 1001623"/>
              <a:gd name="connsiteX116" fmla="*/ 820206 w 1248776"/>
              <a:gd name="connsiteY116" fmla="*/ 565341 h 1001623"/>
              <a:gd name="connsiteX117" fmla="*/ 826951 w 1248776"/>
              <a:gd name="connsiteY117" fmla="*/ 548525 h 1001623"/>
              <a:gd name="connsiteX118" fmla="*/ 829181 w 1248776"/>
              <a:gd name="connsiteY118" fmla="*/ 527137 h 1001623"/>
              <a:gd name="connsiteX119" fmla="*/ 827294 w 1248776"/>
              <a:gd name="connsiteY119" fmla="*/ 505185 h 1001623"/>
              <a:gd name="connsiteX120" fmla="*/ 823692 w 1248776"/>
              <a:gd name="connsiteY120" fmla="*/ 492714 h 1001623"/>
              <a:gd name="connsiteX121" fmla="*/ 818033 w 1248776"/>
              <a:gd name="connsiteY121" fmla="*/ 483684 h 1001623"/>
              <a:gd name="connsiteX122" fmla="*/ 808658 w 1248776"/>
              <a:gd name="connsiteY122" fmla="*/ 475389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248776" h="1001623">
                <a:moveTo>
                  <a:pt x="510717" y="575894"/>
                </a:moveTo>
                <a:lnTo>
                  <a:pt x="510717" y="577982"/>
                </a:lnTo>
                <a:cubicBezTo>
                  <a:pt x="504962" y="575122"/>
                  <a:pt x="500161" y="571774"/>
                  <a:pt x="496311" y="567937"/>
                </a:cubicBezTo>
                <a:cubicBezTo>
                  <a:pt x="490824" y="562482"/>
                  <a:pt x="486593" y="556049"/>
                  <a:pt x="483621" y="548637"/>
                </a:cubicBezTo>
                <a:cubicBezTo>
                  <a:pt x="480648" y="541226"/>
                  <a:pt x="479162" y="533533"/>
                  <a:pt x="479162" y="525557"/>
                </a:cubicBezTo>
                <a:cubicBezTo>
                  <a:pt x="479162" y="513894"/>
                  <a:pt x="482078" y="503266"/>
                  <a:pt x="487909" y="493673"/>
                </a:cubicBezTo>
                <a:cubicBezTo>
                  <a:pt x="493739" y="484042"/>
                  <a:pt x="501342" y="477158"/>
                  <a:pt x="510717" y="473019"/>
                </a:cubicBezTo>
                <a:lnTo>
                  <a:pt x="510717" y="475389"/>
                </a:lnTo>
                <a:cubicBezTo>
                  <a:pt x="506029" y="477947"/>
                  <a:pt x="502181" y="481446"/>
                  <a:pt x="499169" y="485886"/>
                </a:cubicBezTo>
                <a:cubicBezTo>
                  <a:pt x="496159" y="490325"/>
                  <a:pt x="493910" y="495949"/>
                  <a:pt x="492424" y="502758"/>
                </a:cubicBezTo>
                <a:cubicBezTo>
                  <a:pt x="490938" y="509568"/>
                  <a:pt x="490195" y="516679"/>
                  <a:pt x="490195" y="524090"/>
                </a:cubicBezTo>
                <a:cubicBezTo>
                  <a:pt x="490195" y="532141"/>
                  <a:pt x="490824" y="539458"/>
                  <a:pt x="492081" y="546042"/>
                </a:cubicBezTo>
                <a:cubicBezTo>
                  <a:pt x="493072" y="551233"/>
                  <a:pt x="494273" y="555390"/>
                  <a:pt x="495683" y="558513"/>
                </a:cubicBezTo>
                <a:cubicBezTo>
                  <a:pt x="497093" y="561673"/>
                  <a:pt x="498979" y="564702"/>
                  <a:pt x="501342" y="567599"/>
                </a:cubicBezTo>
                <a:cubicBezTo>
                  <a:pt x="503743" y="570495"/>
                  <a:pt x="506868" y="573260"/>
                  <a:pt x="510717" y="575894"/>
                </a:cubicBezTo>
                <a:close/>
                <a:moveTo>
                  <a:pt x="567024" y="538536"/>
                </a:moveTo>
                <a:lnTo>
                  <a:pt x="561593" y="553265"/>
                </a:lnTo>
                <a:lnTo>
                  <a:pt x="515862" y="553265"/>
                </a:lnTo>
                <a:lnTo>
                  <a:pt x="515862" y="551177"/>
                </a:lnTo>
                <a:cubicBezTo>
                  <a:pt x="529314" y="539063"/>
                  <a:pt x="538785" y="529169"/>
                  <a:pt x="544272" y="521494"/>
                </a:cubicBezTo>
                <a:cubicBezTo>
                  <a:pt x="549760" y="513819"/>
                  <a:pt x="552504" y="506803"/>
                  <a:pt x="552504" y="500445"/>
                </a:cubicBezTo>
                <a:cubicBezTo>
                  <a:pt x="552504" y="495591"/>
                  <a:pt x="550999" y="491604"/>
                  <a:pt x="547988" y="488481"/>
                </a:cubicBezTo>
                <a:cubicBezTo>
                  <a:pt x="544978" y="485359"/>
                  <a:pt x="541376" y="483798"/>
                  <a:pt x="537184" y="483798"/>
                </a:cubicBezTo>
                <a:cubicBezTo>
                  <a:pt x="533373" y="483798"/>
                  <a:pt x="529943" y="484907"/>
                  <a:pt x="526895" y="487127"/>
                </a:cubicBezTo>
                <a:cubicBezTo>
                  <a:pt x="523883" y="489309"/>
                  <a:pt x="521654" y="492526"/>
                  <a:pt x="520207" y="496777"/>
                </a:cubicBezTo>
                <a:lnTo>
                  <a:pt x="518091" y="496777"/>
                </a:lnTo>
                <a:cubicBezTo>
                  <a:pt x="519044" y="489817"/>
                  <a:pt x="521483" y="484475"/>
                  <a:pt x="525409" y="480750"/>
                </a:cubicBezTo>
                <a:cubicBezTo>
                  <a:pt x="529372" y="477026"/>
                  <a:pt x="534307" y="475164"/>
                  <a:pt x="540214" y="475164"/>
                </a:cubicBezTo>
                <a:cubicBezTo>
                  <a:pt x="546502" y="475164"/>
                  <a:pt x="551742" y="477158"/>
                  <a:pt x="555934" y="481145"/>
                </a:cubicBezTo>
                <a:cubicBezTo>
                  <a:pt x="560164" y="485133"/>
                  <a:pt x="562279" y="489836"/>
                  <a:pt x="562279" y="495253"/>
                </a:cubicBezTo>
                <a:cubicBezTo>
                  <a:pt x="562279" y="499128"/>
                  <a:pt x="561365" y="503003"/>
                  <a:pt x="559535" y="506878"/>
                </a:cubicBezTo>
                <a:cubicBezTo>
                  <a:pt x="556715" y="512973"/>
                  <a:pt x="552142" y="519425"/>
                  <a:pt x="545816" y="526234"/>
                </a:cubicBezTo>
                <a:cubicBezTo>
                  <a:pt x="536327" y="536467"/>
                  <a:pt x="530401" y="542637"/>
                  <a:pt x="528038" y="544743"/>
                </a:cubicBezTo>
                <a:lnTo>
                  <a:pt x="548274" y="544743"/>
                </a:lnTo>
                <a:cubicBezTo>
                  <a:pt x="552390" y="544743"/>
                  <a:pt x="555267" y="544593"/>
                  <a:pt x="556906" y="544292"/>
                </a:cubicBezTo>
                <a:cubicBezTo>
                  <a:pt x="558582" y="543991"/>
                  <a:pt x="560088" y="543390"/>
                  <a:pt x="561422" y="542487"/>
                </a:cubicBezTo>
                <a:cubicBezTo>
                  <a:pt x="562756" y="541546"/>
                  <a:pt x="563918" y="540229"/>
                  <a:pt x="564909" y="538536"/>
                </a:cubicBezTo>
                <a:lnTo>
                  <a:pt x="567024" y="538536"/>
                </a:lnTo>
                <a:close/>
                <a:moveTo>
                  <a:pt x="578171" y="572508"/>
                </a:moveTo>
                <a:lnTo>
                  <a:pt x="578171" y="570025"/>
                </a:lnTo>
                <a:cubicBezTo>
                  <a:pt x="582096" y="568746"/>
                  <a:pt x="585126" y="566752"/>
                  <a:pt x="587260" y="564043"/>
                </a:cubicBezTo>
                <a:cubicBezTo>
                  <a:pt x="589433" y="561372"/>
                  <a:pt x="590518" y="558532"/>
                  <a:pt x="590518" y="555522"/>
                </a:cubicBezTo>
                <a:cubicBezTo>
                  <a:pt x="590518" y="554807"/>
                  <a:pt x="590347" y="554206"/>
                  <a:pt x="590004" y="553716"/>
                </a:cubicBezTo>
                <a:cubicBezTo>
                  <a:pt x="589737" y="553377"/>
                  <a:pt x="589471" y="553209"/>
                  <a:pt x="589204" y="553209"/>
                </a:cubicBezTo>
                <a:cubicBezTo>
                  <a:pt x="588785" y="553209"/>
                  <a:pt x="587870" y="553585"/>
                  <a:pt x="586460" y="554337"/>
                </a:cubicBezTo>
                <a:cubicBezTo>
                  <a:pt x="585774" y="554676"/>
                  <a:pt x="585050" y="554845"/>
                  <a:pt x="584288" y="554845"/>
                </a:cubicBezTo>
                <a:cubicBezTo>
                  <a:pt x="582420" y="554845"/>
                  <a:pt x="580934" y="554300"/>
                  <a:pt x="579829" y="553209"/>
                </a:cubicBezTo>
                <a:cubicBezTo>
                  <a:pt x="578724" y="552118"/>
                  <a:pt x="578171" y="550613"/>
                  <a:pt x="578171" y="548694"/>
                </a:cubicBezTo>
                <a:cubicBezTo>
                  <a:pt x="578171" y="546851"/>
                  <a:pt x="578876" y="545270"/>
                  <a:pt x="580286" y="543954"/>
                </a:cubicBezTo>
                <a:cubicBezTo>
                  <a:pt x="581735" y="542637"/>
                  <a:pt x="583488" y="541979"/>
                  <a:pt x="585545" y="541979"/>
                </a:cubicBezTo>
                <a:cubicBezTo>
                  <a:pt x="588060" y="541979"/>
                  <a:pt x="590290" y="543070"/>
                  <a:pt x="592234" y="545252"/>
                </a:cubicBezTo>
                <a:cubicBezTo>
                  <a:pt x="594215" y="547396"/>
                  <a:pt x="595206" y="550255"/>
                  <a:pt x="595206" y="553829"/>
                </a:cubicBezTo>
                <a:cubicBezTo>
                  <a:pt x="595206" y="557704"/>
                  <a:pt x="593834" y="561297"/>
                  <a:pt x="591090" y="564608"/>
                </a:cubicBezTo>
                <a:cubicBezTo>
                  <a:pt x="588384" y="567955"/>
                  <a:pt x="584078" y="570589"/>
                  <a:pt x="578171" y="572508"/>
                </a:cubicBezTo>
                <a:close/>
                <a:moveTo>
                  <a:pt x="644139" y="484249"/>
                </a:moveTo>
                <a:lnTo>
                  <a:pt x="663003" y="475164"/>
                </a:lnTo>
                <a:lnTo>
                  <a:pt x="664890" y="475164"/>
                </a:lnTo>
                <a:lnTo>
                  <a:pt x="664890" y="539778"/>
                </a:lnTo>
                <a:cubicBezTo>
                  <a:pt x="664890" y="544067"/>
                  <a:pt x="665061" y="546737"/>
                  <a:pt x="665404" y="547791"/>
                </a:cubicBezTo>
                <a:cubicBezTo>
                  <a:pt x="665785" y="548845"/>
                  <a:pt x="666548" y="549653"/>
                  <a:pt x="667690" y="550218"/>
                </a:cubicBezTo>
                <a:cubicBezTo>
                  <a:pt x="668834" y="550782"/>
                  <a:pt x="671159" y="551101"/>
                  <a:pt x="674665" y="551177"/>
                </a:cubicBezTo>
                <a:lnTo>
                  <a:pt x="674665" y="553265"/>
                </a:lnTo>
                <a:lnTo>
                  <a:pt x="645510" y="553265"/>
                </a:lnTo>
                <a:lnTo>
                  <a:pt x="645510" y="551177"/>
                </a:lnTo>
                <a:cubicBezTo>
                  <a:pt x="649169" y="551101"/>
                  <a:pt x="651532" y="550801"/>
                  <a:pt x="652599" y="550274"/>
                </a:cubicBezTo>
                <a:cubicBezTo>
                  <a:pt x="653667" y="549710"/>
                  <a:pt x="654410" y="548976"/>
                  <a:pt x="654829" y="548073"/>
                </a:cubicBezTo>
                <a:cubicBezTo>
                  <a:pt x="655248" y="547133"/>
                  <a:pt x="655458" y="544367"/>
                  <a:pt x="655458" y="539778"/>
                </a:cubicBezTo>
                <a:lnTo>
                  <a:pt x="655458" y="498470"/>
                </a:lnTo>
                <a:cubicBezTo>
                  <a:pt x="655458" y="492902"/>
                  <a:pt x="655266" y="489328"/>
                  <a:pt x="654886" y="487748"/>
                </a:cubicBezTo>
                <a:cubicBezTo>
                  <a:pt x="654619" y="486544"/>
                  <a:pt x="654124" y="485660"/>
                  <a:pt x="653400" y="485095"/>
                </a:cubicBezTo>
                <a:cubicBezTo>
                  <a:pt x="652714" y="484531"/>
                  <a:pt x="651875" y="484249"/>
                  <a:pt x="650884" y="484249"/>
                </a:cubicBezTo>
                <a:cubicBezTo>
                  <a:pt x="649475" y="484249"/>
                  <a:pt x="647512" y="484832"/>
                  <a:pt x="644996" y="485998"/>
                </a:cubicBezTo>
                <a:lnTo>
                  <a:pt x="644139" y="484249"/>
                </a:lnTo>
                <a:close/>
                <a:moveTo>
                  <a:pt x="695244" y="572508"/>
                </a:moveTo>
                <a:lnTo>
                  <a:pt x="695244" y="570025"/>
                </a:lnTo>
                <a:cubicBezTo>
                  <a:pt x="699169" y="568746"/>
                  <a:pt x="702199" y="566752"/>
                  <a:pt x="704333" y="564043"/>
                </a:cubicBezTo>
                <a:cubicBezTo>
                  <a:pt x="706505" y="561372"/>
                  <a:pt x="707591" y="558532"/>
                  <a:pt x="707591" y="555522"/>
                </a:cubicBezTo>
                <a:cubicBezTo>
                  <a:pt x="707591" y="554807"/>
                  <a:pt x="707420" y="554206"/>
                  <a:pt x="707077" y="553716"/>
                </a:cubicBezTo>
                <a:cubicBezTo>
                  <a:pt x="706810" y="553377"/>
                  <a:pt x="706544" y="553209"/>
                  <a:pt x="706277" y="553209"/>
                </a:cubicBezTo>
                <a:cubicBezTo>
                  <a:pt x="705858" y="553209"/>
                  <a:pt x="704943" y="553585"/>
                  <a:pt x="703533" y="554337"/>
                </a:cubicBezTo>
                <a:cubicBezTo>
                  <a:pt x="702846" y="554676"/>
                  <a:pt x="702123" y="554845"/>
                  <a:pt x="701360" y="554845"/>
                </a:cubicBezTo>
                <a:cubicBezTo>
                  <a:pt x="699493" y="554845"/>
                  <a:pt x="698007" y="554300"/>
                  <a:pt x="696902" y="553209"/>
                </a:cubicBezTo>
                <a:cubicBezTo>
                  <a:pt x="695796" y="552118"/>
                  <a:pt x="695244" y="550613"/>
                  <a:pt x="695244" y="548694"/>
                </a:cubicBezTo>
                <a:cubicBezTo>
                  <a:pt x="695244" y="546851"/>
                  <a:pt x="695949" y="545270"/>
                  <a:pt x="697359" y="543954"/>
                </a:cubicBezTo>
                <a:cubicBezTo>
                  <a:pt x="698807" y="542637"/>
                  <a:pt x="700560" y="541979"/>
                  <a:pt x="702618" y="541979"/>
                </a:cubicBezTo>
                <a:cubicBezTo>
                  <a:pt x="705133" y="541979"/>
                  <a:pt x="707362" y="543070"/>
                  <a:pt x="709307" y="545252"/>
                </a:cubicBezTo>
                <a:cubicBezTo>
                  <a:pt x="711288" y="547396"/>
                  <a:pt x="712279" y="550255"/>
                  <a:pt x="712279" y="553829"/>
                </a:cubicBezTo>
                <a:cubicBezTo>
                  <a:pt x="712279" y="557704"/>
                  <a:pt x="710907" y="561297"/>
                  <a:pt x="708163" y="564608"/>
                </a:cubicBezTo>
                <a:cubicBezTo>
                  <a:pt x="705457" y="567955"/>
                  <a:pt x="701150" y="570589"/>
                  <a:pt x="695244" y="572508"/>
                </a:cubicBezTo>
                <a:close/>
                <a:moveTo>
                  <a:pt x="761212" y="484249"/>
                </a:moveTo>
                <a:lnTo>
                  <a:pt x="780076" y="475164"/>
                </a:lnTo>
                <a:lnTo>
                  <a:pt x="781963" y="475164"/>
                </a:lnTo>
                <a:lnTo>
                  <a:pt x="781963" y="539778"/>
                </a:lnTo>
                <a:cubicBezTo>
                  <a:pt x="781963" y="544067"/>
                  <a:pt x="782134" y="546737"/>
                  <a:pt x="782477" y="547791"/>
                </a:cubicBezTo>
                <a:cubicBezTo>
                  <a:pt x="782858" y="548845"/>
                  <a:pt x="783620" y="549653"/>
                  <a:pt x="784763" y="550218"/>
                </a:cubicBezTo>
                <a:cubicBezTo>
                  <a:pt x="785907" y="550782"/>
                  <a:pt x="788232" y="551101"/>
                  <a:pt x="791738" y="551177"/>
                </a:cubicBezTo>
                <a:lnTo>
                  <a:pt x="791738" y="553265"/>
                </a:lnTo>
                <a:lnTo>
                  <a:pt x="762583" y="553265"/>
                </a:lnTo>
                <a:lnTo>
                  <a:pt x="762583" y="551177"/>
                </a:lnTo>
                <a:cubicBezTo>
                  <a:pt x="766242" y="551101"/>
                  <a:pt x="768605" y="550801"/>
                  <a:pt x="769672" y="550274"/>
                </a:cubicBezTo>
                <a:cubicBezTo>
                  <a:pt x="770739" y="549710"/>
                  <a:pt x="771482" y="548976"/>
                  <a:pt x="771901" y="548073"/>
                </a:cubicBezTo>
                <a:cubicBezTo>
                  <a:pt x="772321" y="547133"/>
                  <a:pt x="772531" y="544367"/>
                  <a:pt x="772531" y="539778"/>
                </a:cubicBezTo>
                <a:lnTo>
                  <a:pt x="772531" y="498470"/>
                </a:lnTo>
                <a:cubicBezTo>
                  <a:pt x="772531" y="492902"/>
                  <a:pt x="772339" y="489328"/>
                  <a:pt x="771958" y="487748"/>
                </a:cubicBezTo>
                <a:cubicBezTo>
                  <a:pt x="771692" y="486544"/>
                  <a:pt x="771197" y="485660"/>
                  <a:pt x="770472" y="485095"/>
                </a:cubicBezTo>
                <a:cubicBezTo>
                  <a:pt x="769786" y="484531"/>
                  <a:pt x="768948" y="484249"/>
                  <a:pt x="767957" y="484249"/>
                </a:cubicBezTo>
                <a:cubicBezTo>
                  <a:pt x="766547" y="484249"/>
                  <a:pt x="764584" y="484832"/>
                  <a:pt x="762069" y="485998"/>
                </a:cubicBezTo>
                <a:lnTo>
                  <a:pt x="761212" y="484249"/>
                </a:lnTo>
                <a:close/>
                <a:moveTo>
                  <a:pt x="808658" y="475389"/>
                </a:moveTo>
                <a:lnTo>
                  <a:pt x="808658" y="473019"/>
                </a:lnTo>
                <a:cubicBezTo>
                  <a:pt x="814450" y="475841"/>
                  <a:pt x="819271" y="479170"/>
                  <a:pt x="823121" y="483007"/>
                </a:cubicBezTo>
                <a:cubicBezTo>
                  <a:pt x="828570" y="488500"/>
                  <a:pt x="832782" y="494952"/>
                  <a:pt x="835754" y="502364"/>
                </a:cubicBezTo>
                <a:cubicBezTo>
                  <a:pt x="838727" y="509737"/>
                  <a:pt x="840213" y="517431"/>
                  <a:pt x="840213" y="525444"/>
                </a:cubicBezTo>
                <a:cubicBezTo>
                  <a:pt x="840213" y="537106"/>
                  <a:pt x="837298" y="547734"/>
                  <a:pt x="831467" y="557328"/>
                </a:cubicBezTo>
                <a:cubicBezTo>
                  <a:pt x="825674" y="566958"/>
                  <a:pt x="818071" y="573843"/>
                  <a:pt x="808658" y="577982"/>
                </a:cubicBezTo>
                <a:lnTo>
                  <a:pt x="808658" y="575894"/>
                </a:lnTo>
                <a:cubicBezTo>
                  <a:pt x="813345" y="573298"/>
                  <a:pt x="817195" y="569781"/>
                  <a:pt x="820206" y="565341"/>
                </a:cubicBezTo>
                <a:cubicBezTo>
                  <a:pt x="823254" y="560939"/>
                  <a:pt x="825503" y="555334"/>
                  <a:pt x="826951" y="548525"/>
                </a:cubicBezTo>
                <a:cubicBezTo>
                  <a:pt x="828437" y="541678"/>
                  <a:pt x="829181" y="534548"/>
                  <a:pt x="829181" y="527137"/>
                </a:cubicBezTo>
                <a:cubicBezTo>
                  <a:pt x="829181" y="519123"/>
                  <a:pt x="828551" y="511806"/>
                  <a:pt x="827294" y="505185"/>
                </a:cubicBezTo>
                <a:cubicBezTo>
                  <a:pt x="826341" y="499993"/>
                  <a:pt x="825141" y="495836"/>
                  <a:pt x="823692" y="492714"/>
                </a:cubicBezTo>
                <a:cubicBezTo>
                  <a:pt x="822283" y="489591"/>
                  <a:pt x="820396" y="486581"/>
                  <a:pt x="818033" y="483684"/>
                </a:cubicBezTo>
                <a:cubicBezTo>
                  <a:pt x="815670" y="480788"/>
                  <a:pt x="812545" y="478023"/>
                  <a:pt x="808658" y="475389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6AB12784-0B9E-44A5-8599-D9D3D1E3B9A2}"/>
              </a:ext>
            </a:extLst>
          </p:cNvPr>
          <p:cNvSpPr/>
          <p:nvPr/>
        </p:nvSpPr>
        <p:spPr>
          <a:xfrm>
            <a:off x="3133399" y="2546176"/>
            <a:ext cx="1560971" cy="1001623"/>
          </a:xfrm>
          <a:custGeom>
            <a:avLst/>
            <a:gdLst>
              <a:gd name="connsiteX0" fmla="*/ 1142575 w 1560971"/>
              <a:gd name="connsiteY0" fmla="*/ 517503 h 1001623"/>
              <a:gd name="connsiteX1" fmla="*/ 1064527 w 1560971"/>
              <a:gd name="connsiteY1" fmla="*/ 473019 h 1001623"/>
              <a:gd name="connsiteX2" fmla="*/ 1064527 w 1560971"/>
              <a:gd name="connsiteY2" fmla="*/ 561987 h 1001623"/>
              <a:gd name="connsiteX3" fmla="*/ 1142575 w 1560971"/>
              <a:gd name="connsiteY3" fmla="*/ 517503 h 1001623"/>
              <a:gd name="connsiteX4" fmla="*/ 479162 w 1560971"/>
              <a:gd name="connsiteY4" fmla="*/ 517503 h 1001623"/>
              <a:gd name="connsiteX5" fmla="*/ 479162 w 1560971"/>
              <a:gd name="connsiteY5" fmla="*/ 525208 h 1001623"/>
              <a:gd name="connsiteX6" fmla="*/ 813655 w 1560971"/>
              <a:gd name="connsiteY6" fmla="*/ 525208 h 1001623"/>
              <a:gd name="connsiteX7" fmla="*/ 813655 w 1560971"/>
              <a:gd name="connsiteY7" fmla="*/ 517503 h 1001623"/>
              <a:gd name="connsiteX8" fmla="*/ 813655 w 1560971"/>
              <a:gd name="connsiteY8" fmla="*/ 509798 h 1001623"/>
              <a:gd name="connsiteX9" fmla="*/ 479162 w 1560971"/>
              <a:gd name="connsiteY9" fmla="*/ 509798 h 1001623"/>
              <a:gd name="connsiteX10" fmla="*/ 479162 w 1560971"/>
              <a:gd name="connsiteY10" fmla="*/ 517503 h 1001623"/>
              <a:gd name="connsiteX11" fmla="*/ 813655 w 1560971"/>
              <a:gd name="connsiteY11" fmla="*/ 517503 h 1001623"/>
              <a:gd name="connsiteX12" fmla="*/ 813655 w 1560971"/>
              <a:gd name="connsiteY12" fmla="*/ 525208 h 1001623"/>
              <a:gd name="connsiteX13" fmla="*/ 1072331 w 1560971"/>
              <a:gd name="connsiteY13" fmla="*/ 525208 h 1001623"/>
              <a:gd name="connsiteX14" fmla="*/ 1072331 w 1560971"/>
              <a:gd name="connsiteY14" fmla="*/ 517503 h 1001623"/>
              <a:gd name="connsiteX15" fmla="*/ 1072331 w 1560971"/>
              <a:gd name="connsiteY15" fmla="*/ 509798 h 1001623"/>
              <a:gd name="connsiteX16" fmla="*/ 813655 w 1560971"/>
              <a:gd name="connsiteY16" fmla="*/ 509798 h 1001623"/>
              <a:gd name="connsiteX17" fmla="*/ 813655 w 1560971"/>
              <a:gd name="connsiteY17" fmla="*/ 517503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60971" h="1001623">
                <a:moveTo>
                  <a:pt x="1142575" y="517503"/>
                </a:moveTo>
                <a:lnTo>
                  <a:pt x="1064527" y="473019"/>
                </a:lnTo>
                <a:lnTo>
                  <a:pt x="1064527" y="561987"/>
                </a:lnTo>
                <a:lnTo>
                  <a:pt x="1142575" y="517503"/>
                </a:lnTo>
                <a:close/>
                <a:moveTo>
                  <a:pt x="479162" y="517503"/>
                </a:moveTo>
                <a:lnTo>
                  <a:pt x="479162" y="525208"/>
                </a:lnTo>
                <a:lnTo>
                  <a:pt x="813655" y="525208"/>
                </a:lnTo>
                <a:lnTo>
                  <a:pt x="813655" y="517503"/>
                </a:lnTo>
                <a:lnTo>
                  <a:pt x="813655" y="509798"/>
                </a:lnTo>
                <a:lnTo>
                  <a:pt x="479162" y="509798"/>
                </a:lnTo>
                <a:lnTo>
                  <a:pt x="479162" y="517503"/>
                </a:lnTo>
                <a:close/>
                <a:moveTo>
                  <a:pt x="813655" y="517503"/>
                </a:moveTo>
                <a:lnTo>
                  <a:pt x="813655" y="525208"/>
                </a:lnTo>
                <a:lnTo>
                  <a:pt x="1072331" y="525208"/>
                </a:lnTo>
                <a:lnTo>
                  <a:pt x="1072331" y="517503"/>
                </a:lnTo>
                <a:lnTo>
                  <a:pt x="1072331" y="509798"/>
                </a:lnTo>
                <a:lnTo>
                  <a:pt x="813655" y="509798"/>
                </a:lnTo>
                <a:lnTo>
                  <a:pt x="813655" y="517503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5EF606BE-58F2-45CB-816C-AA854D5E0205}"/>
              </a:ext>
            </a:extLst>
          </p:cNvPr>
          <p:cNvSpPr/>
          <p:nvPr/>
        </p:nvSpPr>
        <p:spPr>
          <a:xfrm>
            <a:off x="3216708" y="2422042"/>
            <a:ext cx="1404874" cy="1232767"/>
          </a:xfrm>
          <a:custGeom>
            <a:avLst/>
            <a:gdLst>
              <a:gd name="connsiteX0" fmla="*/ 512162 w 1404874"/>
              <a:gd name="connsiteY0" fmla="*/ 521626 h 1232766"/>
              <a:gd name="connsiteX1" fmla="*/ 519709 w 1404874"/>
              <a:gd name="connsiteY1" fmla="*/ 545703 h 1232766"/>
              <a:gd name="connsiteX2" fmla="*/ 537621 w 1404874"/>
              <a:gd name="connsiteY2" fmla="*/ 554431 h 1232766"/>
              <a:gd name="connsiteX3" fmla="*/ 549516 w 1404874"/>
              <a:gd name="connsiteY3" fmla="*/ 550745 h 1232766"/>
              <a:gd name="connsiteX4" fmla="*/ 558046 w 1404874"/>
              <a:gd name="connsiteY4" fmla="*/ 537953 h 1232766"/>
              <a:gd name="connsiteX5" fmla="*/ 560411 w 1404874"/>
              <a:gd name="connsiteY5" fmla="*/ 539458 h 1232766"/>
              <a:gd name="connsiteX6" fmla="*/ 551116 w 1404874"/>
              <a:gd name="connsiteY6" fmla="*/ 558268 h 1232766"/>
              <a:gd name="connsiteX7" fmla="*/ 531830 w 1404874"/>
              <a:gd name="connsiteY7" fmla="*/ 566696 h 1232766"/>
              <a:gd name="connsiteX8" fmla="*/ 510257 w 1404874"/>
              <a:gd name="connsiteY8" fmla="*/ 557065 h 1232766"/>
              <a:gd name="connsiteX9" fmla="*/ 501344 w 1404874"/>
              <a:gd name="connsiteY9" fmla="*/ 531031 h 1232766"/>
              <a:gd name="connsiteX10" fmla="*/ 510491 w 1404874"/>
              <a:gd name="connsiteY10" fmla="*/ 503493 h 1232766"/>
              <a:gd name="connsiteX11" fmla="*/ 533586 w 1404874"/>
              <a:gd name="connsiteY11" fmla="*/ 493560 h 1232766"/>
              <a:gd name="connsiteX12" fmla="*/ 552864 w 1404874"/>
              <a:gd name="connsiteY12" fmla="*/ 501235 h 1232766"/>
              <a:gd name="connsiteX13" fmla="*/ 560411 w 1404874"/>
              <a:gd name="connsiteY13" fmla="*/ 521626 h 1232766"/>
              <a:gd name="connsiteX14" fmla="*/ 512162 w 1404874"/>
              <a:gd name="connsiteY14" fmla="*/ 521626 h 1232766"/>
              <a:gd name="connsiteX15" fmla="*/ 512162 w 1404874"/>
              <a:gd name="connsiteY15" fmla="*/ 517262 h 1232766"/>
              <a:gd name="connsiteX16" fmla="*/ 544481 w 1404874"/>
              <a:gd name="connsiteY16" fmla="*/ 517262 h 1232766"/>
              <a:gd name="connsiteX17" fmla="*/ 542881 w 1404874"/>
              <a:gd name="connsiteY17" fmla="*/ 507931 h 1232766"/>
              <a:gd name="connsiteX18" fmla="*/ 537168 w 1404874"/>
              <a:gd name="connsiteY18" fmla="*/ 501311 h 1232766"/>
              <a:gd name="connsiteX19" fmla="*/ 529317 w 1404874"/>
              <a:gd name="connsiteY19" fmla="*/ 498903 h 1232766"/>
              <a:gd name="connsiteX20" fmla="*/ 517960 w 1404874"/>
              <a:gd name="connsiteY20" fmla="*/ 503793 h 1232766"/>
              <a:gd name="connsiteX21" fmla="*/ 512162 w 1404874"/>
              <a:gd name="connsiteY21" fmla="*/ 517262 h 1232766"/>
              <a:gd name="connsiteX22" fmla="*/ 566967 w 1404874"/>
              <a:gd name="connsiteY22" fmla="*/ 495667 h 1232766"/>
              <a:gd name="connsiteX23" fmla="*/ 599818 w 1404874"/>
              <a:gd name="connsiteY23" fmla="*/ 495667 h 1232766"/>
              <a:gd name="connsiteX24" fmla="*/ 599818 w 1404874"/>
              <a:gd name="connsiteY24" fmla="*/ 498451 h 1232766"/>
              <a:gd name="connsiteX25" fmla="*/ 595392 w 1404874"/>
              <a:gd name="connsiteY25" fmla="*/ 499505 h 1232766"/>
              <a:gd name="connsiteX26" fmla="*/ 594175 w 1404874"/>
              <a:gd name="connsiteY26" fmla="*/ 502288 h 1232766"/>
              <a:gd name="connsiteX27" fmla="*/ 596844 w 1404874"/>
              <a:gd name="connsiteY27" fmla="*/ 507857 h 1232766"/>
              <a:gd name="connsiteX28" fmla="*/ 599357 w 1404874"/>
              <a:gd name="connsiteY28" fmla="*/ 511618 h 1232766"/>
              <a:gd name="connsiteX29" fmla="*/ 604313 w 1404874"/>
              <a:gd name="connsiteY29" fmla="*/ 519444 h 1232766"/>
              <a:gd name="connsiteX30" fmla="*/ 610027 w 1404874"/>
              <a:gd name="connsiteY30" fmla="*/ 511618 h 1232766"/>
              <a:gd name="connsiteX31" fmla="*/ 615521 w 1404874"/>
              <a:gd name="connsiteY31" fmla="*/ 502213 h 1232766"/>
              <a:gd name="connsiteX32" fmla="*/ 614225 w 1404874"/>
              <a:gd name="connsiteY32" fmla="*/ 499579 h 1232766"/>
              <a:gd name="connsiteX33" fmla="*/ 610027 w 1404874"/>
              <a:gd name="connsiteY33" fmla="*/ 498451 h 1232766"/>
              <a:gd name="connsiteX34" fmla="*/ 610027 w 1404874"/>
              <a:gd name="connsiteY34" fmla="*/ 495667 h 1232766"/>
              <a:gd name="connsiteX35" fmla="*/ 633660 w 1404874"/>
              <a:gd name="connsiteY35" fmla="*/ 495667 h 1232766"/>
              <a:gd name="connsiteX36" fmla="*/ 633660 w 1404874"/>
              <a:gd name="connsiteY36" fmla="*/ 498451 h 1232766"/>
              <a:gd name="connsiteX37" fmla="*/ 627182 w 1404874"/>
              <a:gd name="connsiteY37" fmla="*/ 500482 h 1232766"/>
              <a:gd name="connsiteX38" fmla="*/ 616965 w 1404874"/>
              <a:gd name="connsiteY38" fmla="*/ 511618 h 1232766"/>
              <a:gd name="connsiteX39" fmla="*/ 607435 w 1404874"/>
              <a:gd name="connsiteY39" fmla="*/ 524184 h 1232766"/>
              <a:gd name="connsiteX40" fmla="*/ 624817 w 1404874"/>
              <a:gd name="connsiteY40" fmla="*/ 548863 h 1232766"/>
              <a:gd name="connsiteX41" fmla="*/ 633964 w 1404874"/>
              <a:gd name="connsiteY41" fmla="*/ 559848 h 1232766"/>
              <a:gd name="connsiteX42" fmla="*/ 641051 w 1404874"/>
              <a:gd name="connsiteY42" fmla="*/ 561880 h 1232766"/>
              <a:gd name="connsiteX43" fmla="*/ 641051 w 1404874"/>
              <a:gd name="connsiteY43" fmla="*/ 564588 h 1232766"/>
              <a:gd name="connsiteX44" fmla="*/ 608122 w 1404874"/>
              <a:gd name="connsiteY44" fmla="*/ 564588 h 1232766"/>
              <a:gd name="connsiteX45" fmla="*/ 608122 w 1404874"/>
              <a:gd name="connsiteY45" fmla="*/ 561880 h 1232766"/>
              <a:gd name="connsiteX46" fmla="*/ 613461 w 1404874"/>
              <a:gd name="connsiteY46" fmla="*/ 560376 h 1232766"/>
              <a:gd name="connsiteX47" fmla="*/ 614905 w 1404874"/>
              <a:gd name="connsiteY47" fmla="*/ 557591 h 1232766"/>
              <a:gd name="connsiteX48" fmla="*/ 610027 w 1404874"/>
              <a:gd name="connsiteY48" fmla="*/ 548863 h 1232766"/>
              <a:gd name="connsiteX49" fmla="*/ 599818 w 1404874"/>
              <a:gd name="connsiteY49" fmla="*/ 534116 h 1232766"/>
              <a:gd name="connsiteX50" fmla="*/ 588610 w 1404874"/>
              <a:gd name="connsiteY50" fmla="*/ 548863 h 1232766"/>
              <a:gd name="connsiteX51" fmla="*/ 583427 w 1404874"/>
              <a:gd name="connsiteY51" fmla="*/ 556989 h 1232766"/>
              <a:gd name="connsiteX52" fmla="*/ 585106 w 1404874"/>
              <a:gd name="connsiteY52" fmla="*/ 560300 h 1232766"/>
              <a:gd name="connsiteX53" fmla="*/ 590288 w 1404874"/>
              <a:gd name="connsiteY53" fmla="*/ 561880 h 1232766"/>
              <a:gd name="connsiteX54" fmla="*/ 590288 w 1404874"/>
              <a:gd name="connsiteY54" fmla="*/ 564588 h 1232766"/>
              <a:gd name="connsiteX55" fmla="*/ 567498 w 1404874"/>
              <a:gd name="connsiteY55" fmla="*/ 564588 h 1232766"/>
              <a:gd name="connsiteX56" fmla="*/ 567498 w 1404874"/>
              <a:gd name="connsiteY56" fmla="*/ 561880 h 1232766"/>
              <a:gd name="connsiteX57" fmla="*/ 572298 w 1404874"/>
              <a:gd name="connsiteY57" fmla="*/ 559999 h 1232766"/>
              <a:gd name="connsiteX58" fmla="*/ 582054 w 1404874"/>
              <a:gd name="connsiteY58" fmla="*/ 548863 h 1232766"/>
              <a:gd name="connsiteX59" fmla="*/ 596688 w 1404874"/>
              <a:gd name="connsiteY59" fmla="*/ 529677 h 1232766"/>
              <a:gd name="connsiteX60" fmla="*/ 583427 w 1404874"/>
              <a:gd name="connsiteY60" fmla="*/ 510716 h 1232766"/>
              <a:gd name="connsiteX61" fmla="*/ 574663 w 1404874"/>
              <a:gd name="connsiteY61" fmla="*/ 500558 h 1232766"/>
              <a:gd name="connsiteX62" fmla="*/ 566967 w 1404874"/>
              <a:gd name="connsiteY62" fmla="*/ 498451 h 1232766"/>
              <a:gd name="connsiteX63" fmla="*/ 566967 w 1404874"/>
              <a:gd name="connsiteY63" fmla="*/ 495667 h 1232766"/>
              <a:gd name="connsiteX64" fmla="*/ 668110 w 1404874"/>
              <a:gd name="connsiteY64" fmla="*/ 473019 h 1232766"/>
              <a:gd name="connsiteX65" fmla="*/ 668110 w 1404874"/>
              <a:gd name="connsiteY65" fmla="*/ 495667 h 1232766"/>
              <a:gd name="connsiteX66" fmla="*/ 684422 w 1404874"/>
              <a:gd name="connsiteY66" fmla="*/ 495667 h 1232766"/>
              <a:gd name="connsiteX67" fmla="*/ 684422 w 1404874"/>
              <a:gd name="connsiteY67" fmla="*/ 500934 h 1232766"/>
              <a:gd name="connsiteX68" fmla="*/ 668110 w 1404874"/>
              <a:gd name="connsiteY68" fmla="*/ 500934 h 1232766"/>
              <a:gd name="connsiteX69" fmla="*/ 668110 w 1404874"/>
              <a:gd name="connsiteY69" fmla="*/ 545628 h 1232766"/>
              <a:gd name="connsiteX70" fmla="*/ 670015 w 1404874"/>
              <a:gd name="connsiteY70" fmla="*/ 554657 h 1232766"/>
              <a:gd name="connsiteX71" fmla="*/ 675049 w 1404874"/>
              <a:gd name="connsiteY71" fmla="*/ 556989 h 1232766"/>
              <a:gd name="connsiteX72" fmla="*/ 679927 w 1404874"/>
              <a:gd name="connsiteY72" fmla="*/ 555485 h 1232766"/>
              <a:gd name="connsiteX73" fmla="*/ 683580 w 1404874"/>
              <a:gd name="connsiteY73" fmla="*/ 550895 h 1232766"/>
              <a:gd name="connsiteX74" fmla="*/ 686553 w 1404874"/>
              <a:gd name="connsiteY74" fmla="*/ 550895 h 1232766"/>
              <a:gd name="connsiteX75" fmla="*/ 679006 w 1404874"/>
              <a:gd name="connsiteY75" fmla="*/ 562031 h 1232766"/>
              <a:gd name="connsiteX76" fmla="*/ 668946 w 1404874"/>
              <a:gd name="connsiteY76" fmla="*/ 565717 h 1232766"/>
              <a:gd name="connsiteX77" fmla="*/ 662085 w 1404874"/>
              <a:gd name="connsiteY77" fmla="*/ 563837 h 1232766"/>
              <a:gd name="connsiteX78" fmla="*/ 657137 w 1404874"/>
              <a:gd name="connsiteY78" fmla="*/ 558344 h 1232766"/>
              <a:gd name="connsiteX79" fmla="*/ 655537 w 1404874"/>
              <a:gd name="connsiteY79" fmla="*/ 547284 h 1232766"/>
              <a:gd name="connsiteX80" fmla="*/ 655537 w 1404874"/>
              <a:gd name="connsiteY80" fmla="*/ 500934 h 1232766"/>
              <a:gd name="connsiteX81" fmla="*/ 644485 w 1404874"/>
              <a:gd name="connsiteY81" fmla="*/ 500934 h 1232766"/>
              <a:gd name="connsiteX82" fmla="*/ 644485 w 1404874"/>
              <a:gd name="connsiteY82" fmla="*/ 498451 h 1232766"/>
              <a:gd name="connsiteX83" fmla="*/ 653016 w 1404874"/>
              <a:gd name="connsiteY83" fmla="*/ 492883 h 1232766"/>
              <a:gd name="connsiteX84" fmla="*/ 660867 w 1404874"/>
              <a:gd name="connsiteY84" fmla="*/ 483478 h 1232766"/>
              <a:gd name="connsiteX85" fmla="*/ 665745 w 1404874"/>
              <a:gd name="connsiteY85" fmla="*/ 473019 h 1232766"/>
              <a:gd name="connsiteX86" fmla="*/ 668110 w 1404874"/>
              <a:gd name="connsiteY86" fmla="*/ 473019 h 1232766"/>
              <a:gd name="connsiteX87" fmla="*/ 711708 w 1404874"/>
              <a:gd name="connsiteY87" fmla="*/ 493636 h 1232766"/>
              <a:gd name="connsiteX88" fmla="*/ 711708 w 1404874"/>
              <a:gd name="connsiteY88" fmla="*/ 509136 h 1232766"/>
              <a:gd name="connsiteX89" fmla="*/ 729691 w 1404874"/>
              <a:gd name="connsiteY89" fmla="*/ 493636 h 1232766"/>
              <a:gd name="connsiteX90" fmla="*/ 736629 w 1404874"/>
              <a:gd name="connsiteY90" fmla="*/ 496194 h 1232766"/>
              <a:gd name="connsiteX91" fmla="*/ 739376 w 1404874"/>
              <a:gd name="connsiteY91" fmla="*/ 501987 h 1232766"/>
              <a:gd name="connsiteX92" fmla="*/ 737394 w 1404874"/>
              <a:gd name="connsiteY92" fmla="*/ 506954 h 1232766"/>
              <a:gd name="connsiteX93" fmla="*/ 732664 w 1404874"/>
              <a:gd name="connsiteY93" fmla="*/ 508985 h 1232766"/>
              <a:gd name="connsiteX94" fmla="*/ 726647 w 1404874"/>
              <a:gd name="connsiteY94" fmla="*/ 506427 h 1232766"/>
              <a:gd name="connsiteX95" fmla="*/ 721769 w 1404874"/>
              <a:gd name="connsiteY95" fmla="*/ 503793 h 1232766"/>
              <a:gd name="connsiteX96" fmla="*/ 718795 w 1404874"/>
              <a:gd name="connsiteY96" fmla="*/ 505298 h 1232766"/>
              <a:gd name="connsiteX97" fmla="*/ 711708 w 1404874"/>
              <a:gd name="connsiteY97" fmla="*/ 515456 h 1232766"/>
              <a:gd name="connsiteX98" fmla="*/ 711708 w 1404874"/>
              <a:gd name="connsiteY98" fmla="*/ 548487 h 1232766"/>
              <a:gd name="connsiteX99" fmla="*/ 713152 w 1404874"/>
              <a:gd name="connsiteY99" fmla="*/ 557140 h 1232766"/>
              <a:gd name="connsiteX100" fmla="*/ 716664 w 1404874"/>
              <a:gd name="connsiteY100" fmla="*/ 560526 h 1232766"/>
              <a:gd name="connsiteX101" fmla="*/ 723899 w 1404874"/>
              <a:gd name="connsiteY101" fmla="*/ 561880 h 1232766"/>
              <a:gd name="connsiteX102" fmla="*/ 723899 w 1404874"/>
              <a:gd name="connsiteY102" fmla="*/ 564588 h 1232766"/>
              <a:gd name="connsiteX103" fmla="*/ 688153 w 1404874"/>
              <a:gd name="connsiteY103" fmla="*/ 564588 h 1232766"/>
              <a:gd name="connsiteX104" fmla="*/ 688153 w 1404874"/>
              <a:gd name="connsiteY104" fmla="*/ 561880 h 1232766"/>
              <a:gd name="connsiteX105" fmla="*/ 696083 w 1404874"/>
              <a:gd name="connsiteY105" fmla="*/ 560224 h 1232766"/>
              <a:gd name="connsiteX106" fmla="*/ 698752 w 1404874"/>
              <a:gd name="connsiteY106" fmla="*/ 556387 h 1232766"/>
              <a:gd name="connsiteX107" fmla="*/ 699127 w 1404874"/>
              <a:gd name="connsiteY107" fmla="*/ 549089 h 1232766"/>
              <a:gd name="connsiteX108" fmla="*/ 699127 w 1404874"/>
              <a:gd name="connsiteY108" fmla="*/ 522378 h 1232766"/>
              <a:gd name="connsiteX109" fmla="*/ 698596 w 1404874"/>
              <a:gd name="connsiteY109" fmla="*/ 508082 h 1232766"/>
              <a:gd name="connsiteX110" fmla="*/ 696770 w 1404874"/>
              <a:gd name="connsiteY110" fmla="*/ 504696 h 1232766"/>
              <a:gd name="connsiteX111" fmla="*/ 693492 w 1404874"/>
              <a:gd name="connsiteY111" fmla="*/ 503643 h 1232766"/>
              <a:gd name="connsiteX112" fmla="*/ 688153 w 1404874"/>
              <a:gd name="connsiteY112" fmla="*/ 504772 h 1232766"/>
              <a:gd name="connsiteX113" fmla="*/ 687396 w 1404874"/>
              <a:gd name="connsiteY113" fmla="*/ 502063 h 1232766"/>
              <a:gd name="connsiteX114" fmla="*/ 708508 w 1404874"/>
              <a:gd name="connsiteY114" fmla="*/ 493636 h 1232766"/>
              <a:gd name="connsiteX115" fmla="*/ 711708 w 1404874"/>
              <a:gd name="connsiteY115" fmla="*/ 493636 h 1232766"/>
              <a:gd name="connsiteX116" fmla="*/ 782818 w 1404874"/>
              <a:gd name="connsiteY116" fmla="*/ 554657 h 1232766"/>
              <a:gd name="connsiteX117" fmla="*/ 769331 w 1404874"/>
              <a:gd name="connsiteY117" fmla="*/ 564138 h 1232766"/>
              <a:gd name="connsiteX118" fmla="*/ 760566 w 1404874"/>
              <a:gd name="connsiteY118" fmla="*/ 566018 h 1232766"/>
              <a:gd name="connsiteX119" fmla="*/ 748594 w 1404874"/>
              <a:gd name="connsiteY119" fmla="*/ 561127 h 1232766"/>
              <a:gd name="connsiteX120" fmla="*/ 743950 w 1404874"/>
              <a:gd name="connsiteY120" fmla="*/ 548261 h 1232766"/>
              <a:gd name="connsiteX121" fmla="*/ 746237 w 1404874"/>
              <a:gd name="connsiteY121" fmla="*/ 539533 h 1232766"/>
              <a:gd name="connsiteX122" fmla="*/ 757054 w 1404874"/>
              <a:gd name="connsiteY122" fmla="*/ 529902 h 1232766"/>
              <a:gd name="connsiteX123" fmla="*/ 782818 w 1404874"/>
              <a:gd name="connsiteY123" fmla="*/ 518917 h 1232766"/>
              <a:gd name="connsiteX124" fmla="*/ 782818 w 1404874"/>
              <a:gd name="connsiteY124" fmla="*/ 516209 h 1232766"/>
              <a:gd name="connsiteX125" fmla="*/ 779462 w 1404874"/>
              <a:gd name="connsiteY125" fmla="*/ 502063 h 1232766"/>
              <a:gd name="connsiteX126" fmla="*/ 769862 w 1404874"/>
              <a:gd name="connsiteY126" fmla="*/ 498226 h 1232766"/>
              <a:gd name="connsiteX127" fmla="*/ 762237 w 1404874"/>
              <a:gd name="connsiteY127" fmla="*/ 500784 h 1232766"/>
              <a:gd name="connsiteX128" fmla="*/ 759341 w 1404874"/>
              <a:gd name="connsiteY128" fmla="*/ 506652 h 1232766"/>
              <a:gd name="connsiteX129" fmla="*/ 759497 w 1404874"/>
              <a:gd name="connsiteY129" fmla="*/ 511016 h 1232766"/>
              <a:gd name="connsiteX130" fmla="*/ 757663 w 1404874"/>
              <a:gd name="connsiteY130" fmla="*/ 516359 h 1232766"/>
              <a:gd name="connsiteX131" fmla="*/ 753019 w 1404874"/>
              <a:gd name="connsiteY131" fmla="*/ 518240 h 1232766"/>
              <a:gd name="connsiteX132" fmla="*/ 748368 w 1404874"/>
              <a:gd name="connsiteY132" fmla="*/ 516283 h 1232766"/>
              <a:gd name="connsiteX133" fmla="*/ 746611 w 1404874"/>
              <a:gd name="connsiteY133" fmla="*/ 510942 h 1232766"/>
              <a:gd name="connsiteX134" fmla="*/ 753324 w 1404874"/>
              <a:gd name="connsiteY134" fmla="*/ 499053 h 1232766"/>
              <a:gd name="connsiteX135" fmla="*/ 772149 w 1404874"/>
              <a:gd name="connsiteY135" fmla="*/ 493636 h 1232766"/>
              <a:gd name="connsiteX136" fmla="*/ 787392 w 1404874"/>
              <a:gd name="connsiteY136" fmla="*/ 496721 h 1232766"/>
              <a:gd name="connsiteX137" fmla="*/ 794026 w 1404874"/>
              <a:gd name="connsiteY137" fmla="*/ 504019 h 1232766"/>
              <a:gd name="connsiteX138" fmla="*/ 795392 w 1404874"/>
              <a:gd name="connsiteY138" fmla="*/ 517262 h 1232766"/>
              <a:gd name="connsiteX139" fmla="*/ 795392 w 1404874"/>
              <a:gd name="connsiteY139" fmla="*/ 540662 h 1232766"/>
              <a:gd name="connsiteX140" fmla="*/ 795774 w 1404874"/>
              <a:gd name="connsiteY140" fmla="*/ 552776 h 1232766"/>
              <a:gd name="connsiteX141" fmla="*/ 797000 w 1404874"/>
              <a:gd name="connsiteY141" fmla="*/ 555710 h 1232766"/>
              <a:gd name="connsiteX142" fmla="*/ 799052 w 1404874"/>
              <a:gd name="connsiteY142" fmla="*/ 556463 h 1232766"/>
              <a:gd name="connsiteX143" fmla="*/ 801191 w 1404874"/>
              <a:gd name="connsiteY143" fmla="*/ 555936 h 1232766"/>
              <a:gd name="connsiteX144" fmla="*/ 807365 w 1404874"/>
              <a:gd name="connsiteY144" fmla="*/ 550443 h 1232766"/>
              <a:gd name="connsiteX145" fmla="*/ 807365 w 1404874"/>
              <a:gd name="connsiteY145" fmla="*/ 554657 h 1232766"/>
              <a:gd name="connsiteX146" fmla="*/ 791052 w 1404874"/>
              <a:gd name="connsiteY146" fmla="*/ 565943 h 1232766"/>
              <a:gd name="connsiteX147" fmla="*/ 785105 w 1404874"/>
              <a:gd name="connsiteY147" fmla="*/ 563385 h 1232766"/>
              <a:gd name="connsiteX148" fmla="*/ 782818 w 1404874"/>
              <a:gd name="connsiteY148" fmla="*/ 554657 h 1232766"/>
              <a:gd name="connsiteX149" fmla="*/ 782818 w 1404874"/>
              <a:gd name="connsiteY149" fmla="*/ 549766 h 1232766"/>
              <a:gd name="connsiteX150" fmla="*/ 782818 w 1404874"/>
              <a:gd name="connsiteY150" fmla="*/ 523507 h 1232766"/>
              <a:gd name="connsiteX151" fmla="*/ 767958 w 1404874"/>
              <a:gd name="connsiteY151" fmla="*/ 529902 h 1232766"/>
              <a:gd name="connsiteX152" fmla="*/ 759341 w 1404874"/>
              <a:gd name="connsiteY152" fmla="*/ 536824 h 1232766"/>
              <a:gd name="connsiteX153" fmla="*/ 756750 w 1404874"/>
              <a:gd name="connsiteY153" fmla="*/ 544725 h 1232766"/>
              <a:gd name="connsiteX154" fmla="*/ 760028 w 1404874"/>
              <a:gd name="connsiteY154" fmla="*/ 553754 h 1232766"/>
              <a:gd name="connsiteX155" fmla="*/ 767575 w 1404874"/>
              <a:gd name="connsiteY155" fmla="*/ 557291 h 1232766"/>
              <a:gd name="connsiteX156" fmla="*/ 782818 w 1404874"/>
              <a:gd name="connsiteY156" fmla="*/ 549766 h 1232766"/>
              <a:gd name="connsiteX157" fmla="*/ 871918 w 1404874"/>
              <a:gd name="connsiteY157" fmla="*/ 538405 h 1232766"/>
              <a:gd name="connsiteX158" fmla="*/ 860867 w 1404874"/>
              <a:gd name="connsiteY158" fmla="*/ 559397 h 1232766"/>
              <a:gd name="connsiteX159" fmla="*/ 842650 w 1404874"/>
              <a:gd name="connsiteY159" fmla="*/ 566696 h 1232766"/>
              <a:gd name="connsiteX160" fmla="*/ 821921 w 1404874"/>
              <a:gd name="connsiteY160" fmla="*/ 556839 h 1232766"/>
              <a:gd name="connsiteX161" fmla="*/ 813078 w 1404874"/>
              <a:gd name="connsiteY161" fmla="*/ 530204 h 1232766"/>
              <a:gd name="connsiteX162" fmla="*/ 822834 w 1404874"/>
              <a:gd name="connsiteY162" fmla="*/ 503793 h 1232766"/>
              <a:gd name="connsiteX163" fmla="*/ 846389 w 1404874"/>
              <a:gd name="connsiteY163" fmla="*/ 493636 h 1232766"/>
              <a:gd name="connsiteX164" fmla="*/ 863310 w 1404874"/>
              <a:gd name="connsiteY164" fmla="*/ 499053 h 1232766"/>
              <a:gd name="connsiteX165" fmla="*/ 869936 w 1404874"/>
              <a:gd name="connsiteY165" fmla="*/ 510189 h 1232766"/>
              <a:gd name="connsiteX166" fmla="*/ 868032 w 1404874"/>
              <a:gd name="connsiteY166" fmla="*/ 514854 h 1232766"/>
              <a:gd name="connsiteX167" fmla="*/ 862849 w 1404874"/>
              <a:gd name="connsiteY167" fmla="*/ 516585 h 1232766"/>
              <a:gd name="connsiteX168" fmla="*/ 856067 w 1404874"/>
              <a:gd name="connsiteY168" fmla="*/ 513725 h 1232766"/>
              <a:gd name="connsiteX169" fmla="*/ 854311 w 1404874"/>
              <a:gd name="connsiteY169" fmla="*/ 507706 h 1232766"/>
              <a:gd name="connsiteX170" fmla="*/ 851267 w 1404874"/>
              <a:gd name="connsiteY170" fmla="*/ 500934 h 1232766"/>
              <a:gd name="connsiteX171" fmla="*/ 843868 w 1404874"/>
              <a:gd name="connsiteY171" fmla="*/ 498677 h 1232766"/>
              <a:gd name="connsiteX172" fmla="*/ 831599 w 1404874"/>
              <a:gd name="connsiteY172" fmla="*/ 504245 h 1232766"/>
              <a:gd name="connsiteX173" fmla="*/ 825425 w 1404874"/>
              <a:gd name="connsiteY173" fmla="*/ 523732 h 1232766"/>
              <a:gd name="connsiteX174" fmla="*/ 831521 w 1404874"/>
              <a:gd name="connsiteY174" fmla="*/ 545552 h 1232766"/>
              <a:gd name="connsiteX175" fmla="*/ 848137 w 1404874"/>
              <a:gd name="connsiteY175" fmla="*/ 554957 h 1232766"/>
              <a:gd name="connsiteX176" fmla="*/ 861554 w 1404874"/>
              <a:gd name="connsiteY176" fmla="*/ 549917 h 1232766"/>
              <a:gd name="connsiteX177" fmla="*/ 869710 w 1404874"/>
              <a:gd name="connsiteY177" fmla="*/ 537351 h 1232766"/>
              <a:gd name="connsiteX178" fmla="*/ 871918 w 1404874"/>
              <a:gd name="connsiteY178" fmla="*/ 538405 h 1232766"/>
              <a:gd name="connsiteX179" fmla="*/ 902256 w 1404874"/>
              <a:gd name="connsiteY179" fmla="*/ 473019 h 1232766"/>
              <a:gd name="connsiteX180" fmla="*/ 902256 w 1404874"/>
              <a:gd name="connsiteY180" fmla="*/ 495667 h 1232766"/>
              <a:gd name="connsiteX181" fmla="*/ 918568 w 1404874"/>
              <a:gd name="connsiteY181" fmla="*/ 495667 h 1232766"/>
              <a:gd name="connsiteX182" fmla="*/ 918568 w 1404874"/>
              <a:gd name="connsiteY182" fmla="*/ 500934 h 1232766"/>
              <a:gd name="connsiteX183" fmla="*/ 902256 w 1404874"/>
              <a:gd name="connsiteY183" fmla="*/ 500934 h 1232766"/>
              <a:gd name="connsiteX184" fmla="*/ 902256 w 1404874"/>
              <a:gd name="connsiteY184" fmla="*/ 545628 h 1232766"/>
              <a:gd name="connsiteX185" fmla="*/ 904160 w 1404874"/>
              <a:gd name="connsiteY185" fmla="*/ 554657 h 1232766"/>
              <a:gd name="connsiteX186" fmla="*/ 909194 w 1404874"/>
              <a:gd name="connsiteY186" fmla="*/ 556989 h 1232766"/>
              <a:gd name="connsiteX187" fmla="*/ 914072 w 1404874"/>
              <a:gd name="connsiteY187" fmla="*/ 555485 h 1232766"/>
              <a:gd name="connsiteX188" fmla="*/ 917725 w 1404874"/>
              <a:gd name="connsiteY188" fmla="*/ 550895 h 1232766"/>
              <a:gd name="connsiteX189" fmla="*/ 920699 w 1404874"/>
              <a:gd name="connsiteY189" fmla="*/ 550895 h 1232766"/>
              <a:gd name="connsiteX190" fmla="*/ 913152 w 1404874"/>
              <a:gd name="connsiteY190" fmla="*/ 562031 h 1232766"/>
              <a:gd name="connsiteX191" fmla="*/ 903091 w 1404874"/>
              <a:gd name="connsiteY191" fmla="*/ 565717 h 1232766"/>
              <a:gd name="connsiteX192" fmla="*/ 896231 w 1404874"/>
              <a:gd name="connsiteY192" fmla="*/ 563837 h 1232766"/>
              <a:gd name="connsiteX193" fmla="*/ 891282 w 1404874"/>
              <a:gd name="connsiteY193" fmla="*/ 558344 h 1232766"/>
              <a:gd name="connsiteX194" fmla="*/ 889682 w 1404874"/>
              <a:gd name="connsiteY194" fmla="*/ 547284 h 1232766"/>
              <a:gd name="connsiteX195" fmla="*/ 889682 w 1404874"/>
              <a:gd name="connsiteY195" fmla="*/ 500934 h 1232766"/>
              <a:gd name="connsiteX196" fmla="*/ 878631 w 1404874"/>
              <a:gd name="connsiteY196" fmla="*/ 500934 h 1232766"/>
              <a:gd name="connsiteX197" fmla="*/ 878631 w 1404874"/>
              <a:gd name="connsiteY197" fmla="*/ 498451 h 1232766"/>
              <a:gd name="connsiteX198" fmla="*/ 887161 w 1404874"/>
              <a:gd name="connsiteY198" fmla="*/ 492883 h 1232766"/>
              <a:gd name="connsiteX199" fmla="*/ 895013 w 1404874"/>
              <a:gd name="connsiteY199" fmla="*/ 483478 h 1232766"/>
              <a:gd name="connsiteX200" fmla="*/ 899891 w 1404874"/>
              <a:gd name="connsiteY200" fmla="*/ 473019 h 1232766"/>
              <a:gd name="connsiteX201" fmla="*/ 902256 w 1404874"/>
              <a:gd name="connsiteY201" fmla="*/ 473019 h 1232766"/>
              <a:gd name="connsiteX202" fmla="*/ 538003 w 1404874"/>
              <a:gd name="connsiteY202" fmla="*/ 769548 h 1232766"/>
              <a:gd name="connsiteX203" fmla="*/ 526952 w 1404874"/>
              <a:gd name="connsiteY203" fmla="*/ 790541 h 1232766"/>
              <a:gd name="connsiteX204" fmla="*/ 508735 w 1404874"/>
              <a:gd name="connsiteY204" fmla="*/ 797840 h 1232766"/>
              <a:gd name="connsiteX205" fmla="*/ 488005 w 1404874"/>
              <a:gd name="connsiteY205" fmla="*/ 787983 h 1232766"/>
              <a:gd name="connsiteX206" fmla="*/ 479162 w 1404874"/>
              <a:gd name="connsiteY206" fmla="*/ 761347 h 1232766"/>
              <a:gd name="connsiteX207" fmla="*/ 488919 w 1404874"/>
              <a:gd name="connsiteY207" fmla="*/ 734937 h 1232766"/>
              <a:gd name="connsiteX208" fmla="*/ 512466 w 1404874"/>
              <a:gd name="connsiteY208" fmla="*/ 724780 h 1232766"/>
              <a:gd name="connsiteX209" fmla="*/ 529387 w 1404874"/>
              <a:gd name="connsiteY209" fmla="*/ 730197 h 1232766"/>
              <a:gd name="connsiteX210" fmla="*/ 536021 w 1404874"/>
              <a:gd name="connsiteY210" fmla="*/ 741333 h 1232766"/>
              <a:gd name="connsiteX211" fmla="*/ 534117 w 1404874"/>
              <a:gd name="connsiteY211" fmla="*/ 745998 h 1232766"/>
              <a:gd name="connsiteX212" fmla="*/ 528934 w 1404874"/>
              <a:gd name="connsiteY212" fmla="*/ 747728 h 1232766"/>
              <a:gd name="connsiteX213" fmla="*/ 522152 w 1404874"/>
              <a:gd name="connsiteY213" fmla="*/ 744869 h 1232766"/>
              <a:gd name="connsiteX214" fmla="*/ 520396 w 1404874"/>
              <a:gd name="connsiteY214" fmla="*/ 738849 h 1232766"/>
              <a:gd name="connsiteX215" fmla="*/ 517344 w 1404874"/>
              <a:gd name="connsiteY215" fmla="*/ 732078 h 1232766"/>
              <a:gd name="connsiteX216" fmla="*/ 509953 w 1404874"/>
              <a:gd name="connsiteY216" fmla="*/ 729821 h 1232766"/>
              <a:gd name="connsiteX217" fmla="*/ 497683 w 1404874"/>
              <a:gd name="connsiteY217" fmla="*/ 735388 h 1232766"/>
              <a:gd name="connsiteX218" fmla="*/ 491510 w 1404874"/>
              <a:gd name="connsiteY218" fmla="*/ 754876 h 1232766"/>
              <a:gd name="connsiteX219" fmla="*/ 497605 w 1404874"/>
              <a:gd name="connsiteY219" fmla="*/ 776696 h 1232766"/>
              <a:gd name="connsiteX220" fmla="*/ 514222 w 1404874"/>
              <a:gd name="connsiteY220" fmla="*/ 786101 h 1232766"/>
              <a:gd name="connsiteX221" fmla="*/ 527639 w 1404874"/>
              <a:gd name="connsiteY221" fmla="*/ 781061 h 1232766"/>
              <a:gd name="connsiteX222" fmla="*/ 535795 w 1404874"/>
              <a:gd name="connsiteY222" fmla="*/ 768495 h 1232766"/>
              <a:gd name="connsiteX223" fmla="*/ 538003 w 1404874"/>
              <a:gd name="connsiteY223" fmla="*/ 769548 h 1232766"/>
              <a:gd name="connsiteX224" fmla="*/ 582210 w 1404874"/>
              <a:gd name="connsiteY224" fmla="*/ 724780 h 1232766"/>
              <a:gd name="connsiteX225" fmla="*/ 607669 w 1404874"/>
              <a:gd name="connsiteY225" fmla="*/ 736667 h 1232766"/>
              <a:gd name="connsiteX226" fmla="*/ 615825 w 1404874"/>
              <a:gd name="connsiteY226" fmla="*/ 759993 h 1232766"/>
              <a:gd name="connsiteX227" fmla="*/ 611322 w 1404874"/>
              <a:gd name="connsiteY227" fmla="*/ 778728 h 1232766"/>
              <a:gd name="connsiteX228" fmla="*/ 598905 w 1404874"/>
              <a:gd name="connsiteY228" fmla="*/ 793024 h 1232766"/>
              <a:gd name="connsiteX229" fmla="*/ 581375 w 1404874"/>
              <a:gd name="connsiteY229" fmla="*/ 797840 h 1232766"/>
              <a:gd name="connsiteX230" fmla="*/ 556298 w 1404874"/>
              <a:gd name="connsiteY230" fmla="*/ 785425 h 1232766"/>
              <a:gd name="connsiteX231" fmla="*/ 548446 w 1404874"/>
              <a:gd name="connsiteY231" fmla="*/ 761949 h 1232766"/>
              <a:gd name="connsiteX232" fmla="*/ 553168 w 1404874"/>
              <a:gd name="connsiteY232" fmla="*/ 743139 h 1232766"/>
              <a:gd name="connsiteX233" fmla="*/ 565750 w 1404874"/>
              <a:gd name="connsiteY233" fmla="*/ 729294 h 1232766"/>
              <a:gd name="connsiteX234" fmla="*/ 582210 w 1404874"/>
              <a:gd name="connsiteY234" fmla="*/ 724780 h 1232766"/>
              <a:gd name="connsiteX235" fmla="*/ 579845 w 1404874"/>
              <a:gd name="connsiteY235" fmla="*/ 729670 h 1232766"/>
              <a:gd name="connsiteX236" fmla="*/ 571689 w 1404874"/>
              <a:gd name="connsiteY236" fmla="*/ 732078 h 1232766"/>
              <a:gd name="connsiteX237" fmla="*/ 565141 w 1404874"/>
              <a:gd name="connsiteY237" fmla="*/ 740354 h 1232766"/>
              <a:gd name="connsiteX238" fmla="*/ 562620 w 1404874"/>
              <a:gd name="connsiteY238" fmla="*/ 755629 h 1232766"/>
              <a:gd name="connsiteX239" fmla="*/ 568645 w 1404874"/>
              <a:gd name="connsiteY239" fmla="*/ 781587 h 1232766"/>
              <a:gd name="connsiteX240" fmla="*/ 584653 w 1404874"/>
              <a:gd name="connsiteY240" fmla="*/ 792497 h 1232766"/>
              <a:gd name="connsiteX241" fmla="*/ 596844 w 1404874"/>
              <a:gd name="connsiteY241" fmla="*/ 786478 h 1232766"/>
              <a:gd name="connsiteX242" fmla="*/ 601644 w 1404874"/>
              <a:gd name="connsiteY242" fmla="*/ 765786 h 1232766"/>
              <a:gd name="connsiteX243" fmla="*/ 593644 w 1404874"/>
              <a:gd name="connsiteY243" fmla="*/ 736893 h 1232766"/>
              <a:gd name="connsiteX244" fmla="*/ 579845 w 1404874"/>
              <a:gd name="connsiteY244" fmla="*/ 729670 h 1232766"/>
              <a:gd name="connsiteX245" fmla="*/ 650120 w 1404874"/>
              <a:gd name="connsiteY245" fmla="*/ 688738 h 1232766"/>
              <a:gd name="connsiteX246" fmla="*/ 650120 w 1404874"/>
              <a:gd name="connsiteY246" fmla="*/ 780158 h 1232766"/>
              <a:gd name="connsiteX247" fmla="*/ 651033 w 1404874"/>
              <a:gd name="connsiteY247" fmla="*/ 788735 h 1232766"/>
              <a:gd name="connsiteX248" fmla="*/ 654007 w 1404874"/>
              <a:gd name="connsiteY248" fmla="*/ 791971 h 1232766"/>
              <a:gd name="connsiteX249" fmla="*/ 661398 w 1404874"/>
              <a:gd name="connsiteY249" fmla="*/ 793024 h 1232766"/>
              <a:gd name="connsiteX250" fmla="*/ 661398 w 1404874"/>
              <a:gd name="connsiteY250" fmla="*/ 795732 h 1232766"/>
              <a:gd name="connsiteX251" fmla="*/ 627182 w 1404874"/>
              <a:gd name="connsiteY251" fmla="*/ 795732 h 1232766"/>
              <a:gd name="connsiteX252" fmla="*/ 627182 w 1404874"/>
              <a:gd name="connsiteY252" fmla="*/ 793024 h 1232766"/>
              <a:gd name="connsiteX253" fmla="*/ 633738 w 1404874"/>
              <a:gd name="connsiteY253" fmla="*/ 792046 h 1232766"/>
              <a:gd name="connsiteX254" fmla="*/ 636477 w 1404874"/>
              <a:gd name="connsiteY254" fmla="*/ 788810 h 1232766"/>
              <a:gd name="connsiteX255" fmla="*/ 637468 w 1404874"/>
              <a:gd name="connsiteY255" fmla="*/ 780158 h 1232766"/>
              <a:gd name="connsiteX256" fmla="*/ 637468 w 1404874"/>
              <a:gd name="connsiteY256" fmla="*/ 717556 h 1232766"/>
              <a:gd name="connsiteX257" fmla="*/ 636938 w 1404874"/>
              <a:gd name="connsiteY257" fmla="*/ 703260 h 1232766"/>
              <a:gd name="connsiteX258" fmla="*/ 635182 w 1404874"/>
              <a:gd name="connsiteY258" fmla="*/ 699573 h 1232766"/>
              <a:gd name="connsiteX259" fmla="*/ 632208 w 1404874"/>
              <a:gd name="connsiteY259" fmla="*/ 698595 h 1232766"/>
              <a:gd name="connsiteX260" fmla="*/ 627182 w 1404874"/>
              <a:gd name="connsiteY260" fmla="*/ 699799 h 1232766"/>
              <a:gd name="connsiteX261" fmla="*/ 625886 w 1404874"/>
              <a:gd name="connsiteY261" fmla="*/ 697166 h 1232766"/>
              <a:gd name="connsiteX262" fmla="*/ 646694 w 1404874"/>
              <a:gd name="connsiteY262" fmla="*/ 688738 h 1232766"/>
              <a:gd name="connsiteX263" fmla="*/ 650120 w 1404874"/>
              <a:gd name="connsiteY263" fmla="*/ 688738 h 1232766"/>
              <a:gd name="connsiteX264" fmla="*/ 730760 w 1404874"/>
              <a:gd name="connsiteY264" fmla="*/ 726811 h 1232766"/>
              <a:gd name="connsiteX265" fmla="*/ 730760 w 1404874"/>
              <a:gd name="connsiteY265" fmla="*/ 768571 h 1232766"/>
              <a:gd name="connsiteX266" fmla="*/ 731298 w 1404874"/>
              <a:gd name="connsiteY266" fmla="*/ 783243 h 1232766"/>
              <a:gd name="connsiteX267" fmla="*/ 733125 w 1404874"/>
              <a:gd name="connsiteY267" fmla="*/ 786930 h 1232766"/>
              <a:gd name="connsiteX268" fmla="*/ 736098 w 1404874"/>
              <a:gd name="connsiteY268" fmla="*/ 787983 h 1232766"/>
              <a:gd name="connsiteX269" fmla="*/ 741429 w 1404874"/>
              <a:gd name="connsiteY269" fmla="*/ 786704 h 1232766"/>
              <a:gd name="connsiteX270" fmla="*/ 742498 w 1404874"/>
              <a:gd name="connsiteY270" fmla="*/ 789337 h 1232766"/>
              <a:gd name="connsiteX271" fmla="*/ 721612 w 1404874"/>
              <a:gd name="connsiteY271" fmla="*/ 797840 h 1232766"/>
              <a:gd name="connsiteX272" fmla="*/ 718186 w 1404874"/>
              <a:gd name="connsiteY272" fmla="*/ 797840 h 1232766"/>
              <a:gd name="connsiteX273" fmla="*/ 718186 w 1404874"/>
              <a:gd name="connsiteY273" fmla="*/ 783243 h 1232766"/>
              <a:gd name="connsiteX274" fmla="*/ 704465 w 1404874"/>
              <a:gd name="connsiteY274" fmla="*/ 795356 h 1232766"/>
              <a:gd name="connsiteX275" fmla="*/ 694483 w 1404874"/>
              <a:gd name="connsiteY275" fmla="*/ 797840 h 1232766"/>
              <a:gd name="connsiteX276" fmla="*/ 684266 w 1404874"/>
              <a:gd name="connsiteY276" fmla="*/ 794529 h 1232766"/>
              <a:gd name="connsiteX277" fmla="*/ 678319 w 1404874"/>
              <a:gd name="connsiteY277" fmla="*/ 785876 h 1232766"/>
              <a:gd name="connsiteX278" fmla="*/ 676649 w 1404874"/>
              <a:gd name="connsiteY278" fmla="*/ 770978 h 1232766"/>
              <a:gd name="connsiteX279" fmla="*/ 676649 w 1404874"/>
              <a:gd name="connsiteY279" fmla="*/ 740204 h 1232766"/>
              <a:gd name="connsiteX280" fmla="*/ 675580 w 1404874"/>
              <a:gd name="connsiteY280" fmla="*/ 733432 h 1232766"/>
              <a:gd name="connsiteX281" fmla="*/ 672380 w 1404874"/>
              <a:gd name="connsiteY281" fmla="*/ 730573 h 1232766"/>
              <a:gd name="connsiteX282" fmla="*/ 664832 w 1404874"/>
              <a:gd name="connsiteY282" fmla="*/ 729595 h 1232766"/>
              <a:gd name="connsiteX283" fmla="*/ 664832 w 1404874"/>
              <a:gd name="connsiteY283" fmla="*/ 726811 h 1232766"/>
              <a:gd name="connsiteX284" fmla="*/ 689301 w 1404874"/>
              <a:gd name="connsiteY284" fmla="*/ 726811 h 1232766"/>
              <a:gd name="connsiteX285" fmla="*/ 689301 w 1404874"/>
              <a:gd name="connsiteY285" fmla="*/ 772935 h 1232766"/>
              <a:gd name="connsiteX286" fmla="*/ 692649 w 1404874"/>
              <a:gd name="connsiteY286" fmla="*/ 785575 h 1232766"/>
              <a:gd name="connsiteX287" fmla="*/ 700883 w 1404874"/>
              <a:gd name="connsiteY287" fmla="*/ 788585 h 1232766"/>
              <a:gd name="connsiteX288" fmla="*/ 708274 w 1404874"/>
              <a:gd name="connsiteY288" fmla="*/ 786553 h 1232766"/>
              <a:gd name="connsiteX289" fmla="*/ 718186 w 1404874"/>
              <a:gd name="connsiteY289" fmla="*/ 778803 h 1232766"/>
              <a:gd name="connsiteX290" fmla="*/ 718186 w 1404874"/>
              <a:gd name="connsiteY290" fmla="*/ 739752 h 1232766"/>
              <a:gd name="connsiteX291" fmla="*/ 715978 w 1404874"/>
              <a:gd name="connsiteY291" fmla="*/ 731852 h 1232766"/>
              <a:gd name="connsiteX292" fmla="*/ 706978 w 1404874"/>
              <a:gd name="connsiteY292" fmla="*/ 729595 h 1232766"/>
              <a:gd name="connsiteX293" fmla="*/ 706978 w 1404874"/>
              <a:gd name="connsiteY293" fmla="*/ 726811 h 1232766"/>
              <a:gd name="connsiteX294" fmla="*/ 730760 w 1404874"/>
              <a:gd name="connsiteY294" fmla="*/ 726811 h 1232766"/>
              <a:gd name="connsiteX295" fmla="*/ 768340 w 1404874"/>
              <a:gd name="connsiteY295" fmla="*/ 739452 h 1232766"/>
              <a:gd name="connsiteX296" fmla="*/ 777331 w 1404874"/>
              <a:gd name="connsiteY296" fmla="*/ 730799 h 1232766"/>
              <a:gd name="connsiteX297" fmla="*/ 784723 w 1404874"/>
              <a:gd name="connsiteY297" fmla="*/ 726359 h 1232766"/>
              <a:gd name="connsiteX298" fmla="*/ 792574 w 1404874"/>
              <a:gd name="connsiteY298" fmla="*/ 724780 h 1232766"/>
              <a:gd name="connsiteX299" fmla="*/ 803852 w 1404874"/>
              <a:gd name="connsiteY299" fmla="*/ 728541 h 1232766"/>
              <a:gd name="connsiteX300" fmla="*/ 810182 w 1404874"/>
              <a:gd name="connsiteY300" fmla="*/ 739452 h 1232766"/>
              <a:gd name="connsiteX301" fmla="*/ 823443 w 1404874"/>
              <a:gd name="connsiteY301" fmla="*/ 727639 h 1232766"/>
              <a:gd name="connsiteX302" fmla="*/ 834572 w 1404874"/>
              <a:gd name="connsiteY302" fmla="*/ 724780 h 1232766"/>
              <a:gd name="connsiteX303" fmla="*/ 844406 w 1404874"/>
              <a:gd name="connsiteY303" fmla="*/ 727639 h 1232766"/>
              <a:gd name="connsiteX304" fmla="*/ 851267 w 1404874"/>
              <a:gd name="connsiteY304" fmla="*/ 736818 h 1232766"/>
              <a:gd name="connsiteX305" fmla="*/ 852937 w 1404874"/>
              <a:gd name="connsiteY305" fmla="*/ 750512 h 1232766"/>
              <a:gd name="connsiteX306" fmla="*/ 852937 w 1404874"/>
              <a:gd name="connsiteY306" fmla="*/ 780158 h 1232766"/>
              <a:gd name="connsiteX307" fmla="*/ 853928 w 1404874"/>
              <a:gd name="connsiteY307" fmla="*/ 789036 h 1232766"/>
              <a:gd name="connsiteX308" fmla="*/ 856754 w 1404874"/>
              <a:gd name="connsiteY308" fmla="*/ 791895 h 1232766"/>
              <a:gd name="connsiteX309" fmla="*/ 863458 w 1404874"/>
              <a:gd name="connsiteY309" fmla="*/ 793024 h 1232766"/>
              <a:gd name="connsiteX310" fmla="*/ 863458 w 1404874"/>
              <a:gd name="connsiteY310" fmla="*/ 795732 h 1232766"/>
              <a:gd name="connsiteX311" fmla="*/ 829008 w 1404874"/>
              <a:gd name="connsiteY311" fmla="*/ 795732 h 1232766"/>
              <a:gd name="connsiteX312" fmla="*/ 829008 w 1404874"/>
              <a:gd name="connsiteY312" fmla="*/ 793024 h 1232766"/>
              <a:gd name="connsiteX313" fmla="*/ 830459 w 1404874"/>
              <a:gd name="connsiteY313" fmla="*/ 793024 h 1232766"/>
              <a:gd name="connsiteX314" fmla="*/ 837468 w 1404874"/>
              <a:gd name="connsiteY314" fmla="*/ 791294 h 1232766"/>
              <a:gd name="connsiteX315" fmla="*/ 839981 w 1404874"/>
              <a:gd name="connsiteY315" fmla="*/ 787456 h 1232766"/>
              <a:gd name="connsiteX316" fmla="*/ 840285 w 1404874"/>
              <a:gd name="connsiteY316" fmla="*/ 780158 h 1232766"/>
              <a:gd name="connsiteX317" fmla="*/ 840285 w 1404874"/>
              <a:gd name="connsiteY317" fmla="*/ 750512 h 1232766"/>
              <a:gd name="connsiteX318" fmla="*/ 838233 w 1404874"/>
              <a:gd name="connsiteY318" fmla="*/ 738624 h 1232766"/>
              <a:gd name="connsiteX319" fmla="*/ 828703 w 1404874"/>
              <a:gd name="connsiteY319" fmla="*/ 733808 h 1232766"/>
              <a:gd name="connsiteX320" fmla="*/ 820547 w 1404874"/>
              <a:gd name="connsiteY320" fmla="*/ 735840 h 1232766"/>
              <a:gd name="connsiteX321" fmla="*/ 810713 w 1404874"/>
              <a:gd name="connsiteY321" fmla="*/ 743213 h 1232766"/>
              <a:gd name="connsiteX322" fmla="*/ 810565 w 1404874"/>
              <a:gd name="connsiteY322" fmla="*/ 744042 h 1232766"/>
              <a:gd name="connsiteX323" fmla="*/ 810713 w 1404874"/>
              <a:gd name="connsiteY323" fmla="*/ 747277 h 1232766"/>
              <a:gd name="connsiteX324" fmla="*/ 810713 w 1404874"/>
              <a:gd name="connsiteY324" fmla="*/ 780158 h 1232766"/>
              <a:gd name="connsiteX325" fmla="*/ 811478 w 1404874"/>
              <a:gd name="connsiteY325" fmla="*/ 788961 h 1232766"/>
              <a:gd name="connsiteX326" fmla="*/ 814529 w 1404874"/>
              <a:gd name="connsiteY326" fmla="*/ 791895 h 1232766"/>
              <a:gd name="connsiteX327" fmla="*/ 822069 w 1404874"/>
              <a:gd name="connsiteY327" fmla="*/ 793024 h 1232766"/>
              <a:gd name="connsiteX328" fmla="*/ 822069 w 1404874"/>
              <a:gd name="connsiteY328" fmla="*/ 795732 h 1232766"/>
              <a:gd name="connsiteX329" fmla="*/ 786783 w 1404874"/>
              <a:gd name="connsiteY329" fmla="*/ 795732 h 1232766"/>
              <a:gd name="connsiteX330" fmla="*/ 786783 w 1404874"/>
              <a:gd name="connsiteY330" fmla="*/ 793024 h 1232766"/>
              <a:gd name="connsiteX331" fmla="*/ 794713 w 1404874"/>
              <a:gd name="connsiteY331" fmla="*/ 791670 h 1232766"/>
              <a:gd name="connsiteX332" fmla="*/ 797757 w 1404874"/>
              <a:gd name="connsiteY332" fmla="*/ 787607 h 1232766"/>
              <a:gd name="connsiteX333" fmla="*/ 798139 w 1404874"/>
              <a:gd name="connsiteY333" fmla="*/ 780158 h 1232766"/>
              <a:gd name="connsiteX334" fmla="*/ 798139 w 1404874"/>
              <a:gd name="connsiteY334" fmla="*/ 750512 h 1232766"/>
              <a:gd name="connsiteX335" fmla="*/ 795626 w 1404874"/>
              <a:gd name="connsiteY335" fmla="*/ 738398 h 1232766"/>
              <a:gd name="connsiteX336" fmla="*/ 786252 w 1404874"/>
              <a:gd name="connsiteY336" fmla="*/ 733582 h 1232766"/>
              <a:gd name="connsiteX337" fmla="*/ 778096 w 1404874"/>
              <a:gd name="connsiteY337" fmla="*/ 735764 h 1232766"/>
              <a:gd name="connsiteX338" fmla="*/ 768340 w 1404874"/>
              <a:gd name="connsiteY338" fmla="*/ 743213 h 1232766"/>
              <a:gd name="connsiteX339" fmla="*/ 768340 w 1404874"/>
              <a:gd name="connsiteY339" fmla="*/ 780158 h 1232766"/>
              <a:gd name="connsiteX340" fmla="*/ 769253 w 1404874"/>
              <a:gd name="connsiteY340" fmla="*/ 788961 h 1232766"/>
              <a:gd name="connsiteX341" fmla="*/ 772071 w 1404874"/>
              <a:gd name="connsiteY341" fmla="*/ 792046 h 1232766"/>
              <a:gd name="connsiteX342" fmla="*/ 779696 w 1404874"/>
              <a:gd name="connsiteY342" fmla="*/ 793024 h 1232766"/>
              <a:gd name="connsiteX343" fmla="*/ 779696 w 1404874"/>
              <a:gd name="connsiteY343" fmla="*/ 795732 h 1232766"/>
              <a:gd name="connsiteX344" fmla="*/ 745167 w 1404874"/>
              <a:gd name="connsiteY344" fmla="*/ 795732 h 1232766"/>
              <a:gd name="connsiteX345" fmla="*/ 745167 w 1404874"/>
              <a:gd name="connsiteY345" fmla="*/ 793024 h 1232766"/>
              <a:gd name="connsiteX346" fmla="*/ 751872 w 1404874"/>
              <a:gd name="connsiteY346" fmla="*/ 792046 h 1232766"/>
              <a:gd name="connsiteX347" fmla="*/ 754768 w 1404874"/>
              <a:gd name="connsiteY347" fmla="*/ 788810 h 1232766"/>
              <a:gd name="connsiteX348" fmla="*/ 755759 w 1404874"/>
              <a:gd name="connsiteY348" fmla="*/ 780158 h 1232766"/>
              <a:gd name="connsiteX349" fmla="*/ 755759 w 1404874"/>
              <a:gd name="connsiteY349" fmla="*/ 753823 h 1232766"/>
              <a:gd name="connsiteX350" fmla="*/ 755072 w 1404874"/>
              <a:gd name="connsiteY350" fmla="*/ 739151 h 1232766"/>
              <a:gd name="connsiteX351" fmla="*/ 753402 w 1404874"/>
              <a:gd name="connsiteY351" fmla="*/ 735764 h 1232766"/>
              <a:gd name="connsiteX352" fmla="*/ 750272 w 1404874"/>
              <a:gd name="connsiteY352" fmla="*/ 734787 h 1232766"/>
              <a:gd name="connsiteX353" fmla="*/ 745167 w 1404874"/>
              <a:gd name="connsiteY353" fmla="*/ 735915 h 1232766"/>
              <a:gd name="connsiteX354" fmla="*/ 744020 w 1404874"/>
              <a:gd name="connsiteY354" fmla="*/ 733206 h 1232766"/>
              <a:gd name="connsiteX355" fmla="*/ 765062 w 1404874"/>
              <a:gd name="connsiteY355" fmla="*/ 724780 h 1232766"/>
              <a:gd name="connsiteX356" fmla="*/ 768340 w 1404874"/>
              <a:gd name="connsiteY356" fmla="*/ 724780 h 1232766"/>
              <a:gd name="connsiteX357" fmla="*/ 768340 w 1404874"/>
              <a:gd name="connsiteY357" fmla="*/ 739452 h 1232766"/>
              <a:gd name="connsiteX358" fmla="*/ 889448 w 1404874"/>
              <a:gd name="connsiteY358" fmla="*/ 739376 h 1232766"/>
              <a:gd name="connsiteX359" fmla="*/ 912847 w 1404874"/>
              <a:gd name="connsiteY359" fmla="*/ 724780 h 1232766"/>
              <a:gd name="connsiteX360" fmla="*/ 922681 w 1404874"/>
              <a:gd name="connsiteY360" fmla="*/ 727639 h 1232766"/>
              <a:gd name="connsiteX361" fmla="*/ 929237 w 1404874"/>
              <a:gd name="connsiteY361" fmla="*/ 736893 h 1232766"/>
              <a:gd name="connsiteX362" fmla="*/ 930915 w 1404874"/>
              <a:gd name="connsiteY362" fmla="*/ 750738 h 1232766"/>
              <a:gd name="connsiteX363" fmla="*/ 930915 w 1404874"/>
              <a:gd name="connsiteY363" fmla="*/ 780158 h 1232766"/>
              <a:gd name="connsiteX364" fmla="*/ 931977 w 1404874"/>
              <a:gd name="connsiteY364" fmla="*/ 789036 h 1232766"/>
              <a:gd name="connsiteX365" fmla="*/ 934646 w 1404874"/>
              <a:gd name="connsiteY365" fmla="*/ 791971 h 1232766"/>
              <a:gd name="connsiteX366" fmla="*/ 941585 w 1404874"/>
              <a:gd name="connsiteY366" fmla="*/ 793024 h 1232766"/>
              <a:gd name="connsiteX367" fmla="*/ 941585 w 1404874"/>
              <a:gd name="connsiteY367" fmla="*/ 795732 h 1232766"/>
              <a:gd name="connsiteX368" fmla="*/ 907056 w 1404874"/>
              <a:gd name="connsiteY368" fmla="*/ 795732 h 1232766"/>
              <a:gd name="connsiteX369" fmla="*/ 907056 w 1404874"/>
              <a:gd name="connsiteY369" fmla="*/ 793024 h 1232766"/>
              <a:gd name="connsiteX370" fmla="*/ 908508 w 1404874"/>
              <a:gd name="connsiteY370" fmla="*/ 793024 h 1232766"/>
              <a:gd name="connsiteX371" fmla="*/ 915290 w 1404874"/>
              <a:gd name="connsiteY371" fmla="*/ 791594 h 1232766"/>
              <a:gd name="connsiteX372" fmla="*/ 918030 w 1404874"/>
              <a:gd name="connsiteY372" fmla="*/ 787230 h 1232766"/>
              <a:gd name="connsiteX373" fmla="*/ 918334 w 1404874"/>
              <a:gd name="connsiteY373" fmla="*/ 780158 h 1232766"/>
              <a:gd name="connsiteX374" fmla="*/ 918334 w 1404874"/>
              <a:gd name="connsiteY374" fmla="*/ 751942 h 1232766"/>
              <a:gd name="connsiteX375" fmla="*/ 915821 w 1404874"/>
              <a:gd name="connsiteY375" fmla="*/ 738323 h 1232766"/>
              <a:gd name="connsiteX376" fmla="*/ 907516 w 1404874"/>
              <a:gd name="connsiteY376" fmla="*/ 734034 h 1232766"/>
              <a:gd name="connsiteX377" fmla="*/ 889448 w 1404874"/>
              <a:gd name="connsiteY377" fmla="*/ 743816 h 1232766"/>
              <a:gd name="connsiteX378" fmla="*/ 889448 w 1404874"/>
              <a:gd name="connsiteY378" fmla="*/ 780158 h 1232766"/>
              <a:gd name="connsiteX379" fmla="*/ 890291 w 1404874"/>
              <a:gd name="connsiteY379" fmla="*/ 788810 h 1232766"/>
              <a:gd name="connsiteX380" fmla="*/ 893187 w 1404874"/>
              <a:gd name="connsiteY380" fmla="*/ 792046 h 1232766"/>
              <a:gd name="connsiteX381" fmla="*/ 900804 w 1404874"/>
              <a:gd name="connsiteY381" fmla="*/ 793024 h 1232766"/>
              <a:gd name="connsiteX382" fmla="*/ 900804 w 1404874"/>
              <a:gd name="connsiteY382" fmla="*/ 795732 h 1232766"/>
              <a:gd name="connsiteX383" fmla="*/ 866275 w 1404874"/>
              <a:gd name="connsiteY383" fmla="*/ 795732 h 1232766"/>
              <a:gd name="connsiteX384" fmla="*/ 866275 w 1404874"/>
              <a:gd name="connsiteY384" fmla="*/ 793024 h 1232766"/>
              <a:gd name="connsiteX385" fmla="*/ 867805 w 1404874"/>
              <a:gd name="connsiteY385" fmla="*/ 793024 h 1232766"/>
              <a:gd name="connsiteX386" fmla="*/ 874970 w 1404874"/>
              <a:gd name="connsiteY386" fmla="*/ 790391 h 1232766"/>
              <a:gd name="connsiteX387" fmla="*/ 876874 w 1404874"/>
              <a:gd name="connsiteY387" fmla="*/ 780158 h 1232766"/>
              <a:gd name="connsiteX388" fmla="*/ 876874 w 1404874"/>
              <a:gd name="connsiteY388" fmla="*/ 754575 h 1232766"/>
              <a:gd name="connsiteX389" fmla="*/ 876266 w 1404874"/>
              <a:gd name="connsiteY389" fmla="*/ 739452 h 1232766"/>
              <a:gd name="connsiteX390" fmla="*/ 874510 w 1404874"/>
              <a:gd name="connsiteY390" fmla="*/ 735764 h 1232766"/>
              <a:gd name="connsiteX391" fmla="*/ 871388 w 1404874"/>
              <a:gd name="connsiteY391" fmla="*/ 734787 h 1232766"/>
              <a:gd name="connsiteX392" fmla="*/ 866275 w 1404874"/>
              <a:gd name="connsiteY392" fmla="*/ 735915 h 1232766"/>
              <a:gd name="connsiteX393" fmla="*/ 865136 w 1404874"/>
              <a:gd name="connsiteY393" fmla="*/ 733206 h 1232766"/>
              <a:gd name="connsiteX394" fmla="*/ 886170 w 1404874"/>
              <a:gd name="connsiteY394" fmla="*/ 724780 h 1232766"/>
              <a:gd name="connsiteX395" fmla="*/ 889448 w 1404874"/>
              <a:gd name="connsiteY395" fmla="*/ 724780 h 1232766"/>
              <a:gd name="connsiteX396" fmla="*/ 889448 w 1404874"/>
              <a:gd name="connsiteY396" fmla="*/ 739376 h 123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</a:cxnLst>
            <a:rect l="l" t="t" r="r" b="b"/>
            <a:pathLst>
              <a:path w="1404874" h="1232766">
                <a:moveTo>
                  <a:pt x="512162" y="521626"/>
                </a:moveTo>
                <a:cubicBezTo>
                  <a:pt x="512114" y="531859"/>
                  <a:pt x="514628" y="539885"/>
                  <a:pt x="519709" y="545703"/>
                </a:cubicBezTo>
                <a:cubicBezTo>
                  <a:pt x="524790" y="551522"/>
                  <a:pt x="530761" y="554431"/>
                  <a:pt x="537621" y="554431"/>
                </a:cubicBezTo>
                <a:cubicBezTo>
                  <a:pt x="542195" y="554431"/>
                  <a:pt x="546160" y="553202"/>
                  <a:pt x="549516" y="550745"/>
                </a:cubicBezTo>
                <a:cubicBezTo>
                  <a:pt x="552918" y="548237"/>
                  <a:pt x="555759" y="543973"/>
                  <a:pt x="558046" y="537953"/>
                </a:cubicBezTo>
                <a:lnTo>
                  <a:pt x="560411" y="539458"/>
                </a:lnTo>
                <a:cubicBezTo>
                  <a:pt x="559342" y="546330"/>
                  <a:pt x="556243" y="552601"/>
                  <a:pt x="551116" y="558268"/>
                </a:cubicBezTo>
                <a:cubicBezTo>
                  <a:pt x="545980" y="563887"/>
                  <a:pt x="539556" y="566696"/>
                  <a:pt x="531830" y="566696"/>
                </a:cubicBezTo>
                <a:cubicBezTo>
                  <a:pt x="523447" y="566696"/>
                  <a:pt x="516251" y="563485"/>
                  <a:pt x="510257" y="557065"/>
                </a:cubicBezTo>
                <a:cubicBezTo>
                  <a:pt x="504317" y="550593"/>
                  <a:pt x="501344" y="541916"/>
                  <a:pt x="501344" y="531031"/>
                </a:cubicBezTo>
                <a:cubicBezTo>
                  <a:pt x="501344" y="519243"/>
                  <a:pt x="504388" y="510063"/>
                  <a:pt x="510491" y="503493"/>
                </a:cubicBezTo>
                <a:cubicBezTo>
                  <a:pt x="516634" y="496871"/>
                  <a:pt x="524337" y="493560"/>
                  <a:pt x="533586" y="493560"/>
                </a:cubicBezTo>
                <a:cubicBezTo>
                  <a:pt x="541406" y="493560"/>
                  <a:pt x="547838" y="496118"/>
                  <a:pt x="552864" y="501235"/>
                </a:cubicBezTo>
                <a:cubicBezTo>
                  <a:pt x="557898" y="506301"/>
                  <a:pt x="560411" y="513098"/>
                  <a:pt x="560411" y="521626"/>
                </a:cubicBezTo>
                <a:lnTo>
                  <a:pt x="512162" y="521626"/>
                </a:lnTo>
                <a:close/>
                <a:moveTo>
                  <a:pt x="512162" y="517262"/>
                </a:moveTo>
                <a:lnTo>
                  <a:pt x="544481" y="517262"/>
                </a:lnTo>
                <a:cubicBezTo>
                  <a:pt x="544224" y="512848"/>
                  <a:pt x="543693" y="509737"/>
                  <a:pt x="542881" y="507931"/>
                </a:cubicBezTo>
                <a:cubicBezTo>
                  <a:pt x="541609" y="505122"/>
                  <a:pt x="539705" y="502915"/>
                  <a:pt x="537168" y="501311"/>
                </a:cubicBezTo>
                <a:cubicBezTo>
                  <a:pt x="534678" y="499705"/>
                  <a:pt x="532056" y="498903"/>
                  <a:pt x="529317" y="498903"/>
                </a:cubicBezTo>
                <a:cubicBezTo>
                  <a:pt x="525094" y="498903"/>
                  <a:pt x="521309" y="500532"/>
                  <a:pt x="517960" y="503793"/>
                </a:cubicBezTo>
                <a:cubicBezTo>
                  <a:pt x="514651" y="507004"/>
                  <a:pt x="512723" y="511493"/>
                  <a:pt x="512162" y="517262"/>
                </a:cubicBezTo>
                <a:close/>
                <a:moveTo>
                  <a:pt x="566967" y="495667"/>
                </a:moveTo>
                <a:lnTo>
                  <a:pt x="599818" y="495667"/>
                </a:lnTo>
                <a:lnTo>
                  <a:pt x="599818" y="498451"/>
                </a:lnTo>
                <a:cubicBezTo>
                  <a:pt x="597734" y="498451"/>
                  <a:pt x="596259" y="498802"/>
                  <a:pt x="595392" y="499505"/>
                </a:cubicBezTo>
                <a:cubicBezTo>
                  <a:pt x="594581" y="500206"/>
                  <a:pt x="594175" y="501135"/>
                  <a:pt x="594175" y="502288"/>
                </a:cubicBezTo>
                <a:cubicBezTo>
                  <a:pt x="594175" y="503493"/>
                  <a:pt x="595065" y="505348"/>
                  <a:pt x="596844" y="507857"/>
                </a:cubicBezTo>
                <a:cubicBezTo>
                  <a:pt x="597406" y="508659"/>
                  <a:pt x="598241" y="509913"/>
                  <a:pt x="599357" y="511618"/>
                </a:cubicBezTo>
                <a:lnTo>
                  <a:pt x="604313" y="519444"/>
                </a:lnTo>
                <a:lnTo>
                  <a:pt x="610027" y="511618"/>
                </a:lnTo>
                <a:cubicBezTo>
                  <a:pt x="613687" y="506652"/>
                  <a:pt x="615521" y="503517"/>
                  <a:pt x="615521" y="502213"/>
                </a:cubicBezTo>
                <a:cubicBezTo>
                  <a:pt x="615521" y="501160"/>
                  <a:pt x="615084" y="500282"/>
                  <a:pt x="614225" y="499579"/>
                </a:cubicBezTo>
                <a:cubicBezTo>
                  <a:pt x="613359" y="498827"/>
                  <a:pt x="611962" y="498451"/>
                  <a:pt x="610027" y="498451"/>
                </a:cubicBezTo>
                <a:lnTo>
                  <a:pt x="610027" y="495667"/>
                </a:lnTo>
                <a:lnTo>
                  <a:pt x="633660" y="495667"/>
                </a:lnTo>
                <a:lnTo>
                  <a:pt x="633660" y="498451"/>
                </a:lnTo>
                <a:cubicBezTo>
                  <a:pt x="631170" y="498602"/>
                  <a:pt x="629008" y="499279"/>
                  <a:pt x="627182" y="500482"/>
                </a:cubicBezTo>
                <a:cubicBezTo>
                  <a:pt x="624692" y="502188"/>
                  <a:pt x="621289" y="505900"/>
                  <a:pt x="616965" y="511618"/>
                </a:cubicBezTo>
                <a:lnTo>
                  <a:pt x="607435" y="524184"/>
                </a:lnTo>
                <a:lnTo>
                  <a:pt x="624817" y="548863"/>
                </a:lnTo>
                <a:cubicBezTo>
                  <a:pt x="629086" y="554933"/>
                  <a:pt x="632130" y="558595"/>
                  <a:pt x="633964" y="559848"/>
                </a:cubicBezTo>
                <a:cubicBezTo>
                  <a:pt x="635790" y="561053"/>
                  <a:pt x="638155" y="561730"/>
                  <a:pt x="641051" y="561880"/>
                </a:cubicBezTo>
                <a:lnTo>
                  <a:pt x="641051" y="564588"/>
                </a:lnTo>
                <a:lnTo>
                  <a:pt x="608122" y="564588"/>
                </a:lnTo>
                <a:lnTo>
                  <a:pt x="608122" y="561880"/>
                </a:lnTo>
                <a:cubicBezTo>
                  <a:pt x="610409" y="561880"/>
                  <a:pt x="612189" y="561379"/>
                  <a:pt x="613461" y="560376"/>
                </a:cubicBezTo>
                <a:cubicBezTo>
                  <a:pt x="614428" y="559673"/>
                  <a:pt x="614905" y="558745"/>
                  <a:pt x="614905" y="557591"/>
                </a:cubicBezTo>
                <a:cubicBezTo>
                  <a:pt x="614905" y="556438"/>
                  <a:pt x="613281" y="553528"/>
                  <a:pt x="610027" y="548863"/>
                </a:cubicBezTo>
                <a:lnTo>
                  <a:pt x="599818" y="534116"/>
                </a:lnTo>
                <a:lnTo>
                  <a:pt x="588610" y="548863"/>
                </a:lnTo>
                <a:cubicBezTo>
                  <a:pt x="585160" y="553428"/>
                  <a:pt x="583427" y="556136"/>
                  <a:pt x="583427" y="556989"/>
                </a:cubicBezTo>
                <a:cubicBezTo>
                  <a:pt x="583427" y="558194"/>
                  <a:pt x="583990" y="559297"/>
                  <a:pt x="585106" y="560300"/>
                </a:cubicBezTo>
                <a:cubicBezTo>
                  <a:pt x="586276" y="561253"/>
                  <a:pt x="588001" y="561780"/>
                  <a:pt x="590288" y="561880"/>
                </a:cubicBezTo>
                <a:lnTo>
                  <a:pt x="590288" y="564588"/>
                </a:lnTo>
                <a:lnTo>
                  <a:pt x="567498" y="564588"/>
                </a:lnTo>
                <a:lnTo>
                  <a:pt x="567498" y="561880"/>
                </a:lnTo>
                <a:cubicBezTo>
                  <a:pt x="569332" y="561629"/>
                  <a:pt x="570932" y="561003"/>
                  <a:pt x="572298" y="559999"/>
                </a:cubicBezTo>
                <a:cubicBezTo>
                  <a:pt x="574234" y="558544"/>
                  <a:pt x="577488" y="554833"/>
                  <a:pt x="582054" y="548863"/>
                </a:cubicBezTo>
                <a:lnTo>
                  <a:pt x="596688" y="529677"/>
                </a:lnTo>
                <a:lnTo>
                  <a:pt x="583427" y="510716"/>
                </a:lnTo>
                <a:cubicBezTo>
                  <a:pt x="579666" y="505298"/>
                  <a:pt x="576747" y="501912"/>
                  <a:pt x="574663" y="500558"/>
                </a:cubicBezTo>
                <a:cubicBezTo>
                  <a:pt x="572634" y="499153"/>
                  <a:pt x="570066" y="498451"/>
                  <a:pt x="566967" y="498451"/>
                </a:cubicBezTo>
                <a:lnTo>
                  <a:pt x="566967" y="495667"/>
                </a:lnTo>
                <a:close/>
                <a:moveTo>
                  <a:pt x="668110" y="473019"/>
                </a:moveTo>
                <a:lnTo>
                  <a:pt x="668110" y="495667"/>
                </a:lnTo>
                <a:lnTo>
                  <a:pt x="684422" y="495667"/>
                </a:lnTo>
                <a:lnTo>
                  <a:pt x="684422" y="500934"/>
                </a:lnTo>
                <a:lnTo>
                  <a:pt x="668110" y="500934"/>
                </a:lnTo>
                <a:lnTo>
                  <a:pt x="668110" y="545628"/>
                </a:lnTo>
                <a:cubicBezTo>
                  <a:pt x="668110" y="550092"/>
                  <a:pt x="668742" y="553102"/>
                  <a:pt x="670015" y="554657"/>
                </a:cubicBezTo>
                <a:cubicBezTo>
                  <a:pt x="671334" y="556212"/>
                  <a:pt x="673012" y="556989"/>
                  <a:pt x="675049" y="556989"/>
                </a:cubicBezTo>
                <a:cubicBezTo>
                  <a:pt x="676719" y="556989"/>
                  <a:pt x="678350" y="556488"/>
                  <a:pt x="679927" y="555485"/>
                </a:cubicBezTo>
                <a:cubicBezTo>
                  <a:pt x="681495" y="554431"/>
                  <a:pt x="682721" y="552901"/>
                  <a:pt x="683580" y="550895"/>
                </a:cubicBezTo>
                <a:lnTo>
                  <a:pt x="686553" y="550895"/>
                </a:lnTo>
                <a:cubicBezTo>
                  <a:pt x="684774" y="555810"/>
                  <a:pt x="682260" y="559523"/>
                  <a:pt x="679006" y="562031"/>
                </a:cubicBezTo>
                <a:cubicBezTo>
                  <a:pt x="675759" y="564488"/>
                  <a:pt x="672403" y="565717"/>
                  <a:pt x="668946" y="565717"/>
                </a:cubicBezTo>
                <a:cubicBezTo>
                  <a:pt x="666612" y="565717"/>
                  <a:pt x="664325" y="565091"/>
                  <a:pt x="662085" y="563837"/>
                </a:cubicBezTo>
                <a:cubicBezTo>
                  <a:pt x="659853" y="562532"/>
                  <a:pt x="658198" y="560701"/>
                  <a:pt x="657137" y="558344"/>
                </a:cubicBezTo>
                <a:cubicBezTo>
                  <a:pt x="656067" y="555936"/>
                  <a:pt x="655537" y="552249"/>
                  <a:pt x="655537" y="547284"/>
                </a:cubicBezTo>
                <a:lnTo>
                  <a:pt x="655537" y="500934"/>
                </a:lnTo>
                <a:lnTo>
                  <a:pt x="644485" y="500934"/>
                </a:lnTo>
                <a:lnTo>
                  <a:pt x="644485" y="498451"/>
                </a:lnTo>
                <a:cubicBezTo>
                  <a:pt x="647279" y="497347"/>
                  <a:pt x="650120" y="495491"/>
                  <a:pt x="653016" y="492883"/>
                </a:cubicBezTo>
                <a:cubicBezTo>
                  <a:pt x="655966" y="490225"/>
                  <a:pt x="658581" y="487090"/>
                  <a:pt x="660867" y="483478"/>
                </a:cubicBezTo>
                <a:cubicBezTo>
                  <a:pt x="662038" y="481572"/>
                  <a:pt x="663661" y="478085"/>
                  <a:pt x="665745" y="473019"/>
                </a:cubicBezTo>
                <a:lnTo>
                  <a:pt x="668110" y="473019"/>
                </a:lnTo>
                <a:close/>
                <a:moveTo>
                  <a:pt x="711708" y="493636"/>
                </a:moveTo>
                <a:lnTo>
                  <a:pt x="711708" y="509136"/>
                </a:lnTo>
                <a:cubicBezTo>
                  <a:pt x="717546" y="498802"/>
                  <a:pt x="723548" y="493636"/>
                  <a:pt x="729691" y="493636"/>
                </a:cubicBezTo>
                <a:cubicBezTo>
                  <a:pt x="732492" y="493636"/>
                  <a:pt x="734803" y="494488"/>
                  <a:pt x="736629" y="496194"/>
                </a:cubicBezTo>
                <a:cubicBezTo>
                  <a:pt x="738463" y="497849"/>
                  <a:pt x="739376" y="499780"/>
                  <a:pt x="739376" y="501987"/>
                </a:cubicBezTo>
                <a:cubicBezTo>
                  <a:pt x="739376" y="503944"/>
                  <a:pt x="738713" y="505599"/>
                  <a:pt x="737394" y="506954"/>
                </a:cubicBezTo>
                <a:cubicBezTo>
                  <a:pt x="736075" y="508308"/>
                  <a:pt x="734498" y="508985"/>
                  <a:pt x="732664" y="508985"/>
                </a:cubicBezTo>
                <a:cubicBezTo>
                  <a:pt x="730885" y="508985"/>
                  <a:pt x="728879" y="508132"/>
                  <a:pt x="726647" y="506427"/>
                </a:cubicBezTo>
                <a:cubicBezTo>
                  <a:pt x="724461" y="504671"/>
                  <a:pt x="722838" y="503793"/>
                  <a:pt x="721769" y="503793"/>
                </a:cubicBezTo>
                <a:cubicBezTo>
                  <a:pt x="720856" y="503793"/>
                  <a:pt x="719864" y="504295"/>
                  <a:pt x="718795" y="505298"/>
                </a:cubicBezTo>
                <a:cubicBezTo>
                  <a:pt x="716508" y="507355"/>
                  <a:pt x="714143" y="510740"/>
                  <a:pt x="711708" y="515456"/>
                </a:cubicBezTo>
                <a:lnTo>
                  <a:pt x="711708" y="548487"/>
                </a:lnTo>
                <a:cubicBezTo>
                  <a:pt x="711708" y="552299"/>
                  <a:pt x="712192" y="555183"/>
                  <a:pt x="713152" y="557140"/>
                </a:cubicBezTo>
                <a:cubicBezTo>
                  <a:pt x="713815" y="558494"/>
                  <a:pt x="714986" y="559623"/>
                  <a:pt x="716664" y="560526"/>
                </a:cubicBezTo>
                <a:cubicBezTo>
                  <a:pt x="718334" y="561429"/>
                  <a:pt x="720754" y="561880"/>
                  <a:pt x="723899" y="561880"/>
                </a:cubicBezTo>
                <a:lnTo>
                  <a:pt x="723899" y="564588"/>
                </a:lnTo>
                <a:lnTo>
                  <a:pt x="688153" y="564588"/>
                </a:lnTo>
                <a:lnTo>
                  <a:pt x="688153" y="561880"/>
                </a:lnTo>
                <a:cubicBezTo>
                  <a:pt x="691712" y="561880"/>
                  <a:pt x="694350" y="561329"/>
                  <a:pt x="696083" y="560224"/>
                </a:cubicBezTo>
                <a:cubicBezTo>
                  <a:pt x="697355" y="559422"/>
                  <a:pt x="698245" y="558143"/>
                  <a:pt x="698752" y="556387"/>
                </a:cubicBezTo>
                <a:cubicBezTo>
                  <a:pt x="699002" y="555535"/>
                  <a:pt x="699127" y="553102"/>
                  <a:pt x="699127" y="549089"/>
                </a:cubicBezTo>
                <a:lnTo>
                  <a:pt x="699127" y="522378"/>
                </a:lnTo>
                <a:cubicBezTo>
                  <a:pt x="699127" y="514352"/>
                  <a:pt x="698955" y="509587"/>
                  <a:pt x="698596" y="508082"/>
                </a:cubicBezTo>
                <a:cubicBezTo>
                  <a:pt x="698292" y="506527"/>
                  <a:pt x="697683" y="505399"/>
                  <a:pt x="696770" y="504696"/>
                </a:cubicBezTo>
                <a:cubicBezTo>
                  <a:pt x="695903" y="503994"/>
                  <a:pt x="694811" y="503643"/>
                  <a:pt x="693492" y="503643"/>
                </a:cubicBezTo>
                <a:cubicBezTo>
                  <a:pt x="691915" y="503643"/>
                  <a:pt x="690136" y="504019"/>
                  <a:pt x="688153" y="504772"/>
                </a:cubicBezTo>
                <a:lnTo>
                  <a:pt x="687396" y="502063"/>
                </a:lnTo>
                <a:lnTo>
                  <a:pt x="708508" y="493636"/>
                </a:lnTo>
                <a:lnTo>
                  <a:pt x="711708" y="493636"/>
                </a:lnTo>
                <a:close/>
                <a:moveTo>
                  <a:pt x="782818" y="554657"/>
                </a:moveTo>
                <a:cubicBezTo>
                  <a:pt x="775653" y="560124"/>
                  <a:pt x="771158" y="563285"/>
                  <a:pt x="769331" y="564138"/>
                </a:cubicBezTo>
                <a:cubicBezTo>
                  <a:pt x="766584" y="565391"/>
                  <a:pt x="763665" y="566018"/>
                  <a:pt x="760566" y="566018"/>
                </a:cubicBezTo>
                <a:cubicBezTo>
                  <a:pt x="755735" y="566018"/>
                  <a:pt x="751747" y="564388"/>
                  <a:pt x="748594" y="561127"/>
                </a:cubicBezTo>
                <a:cubicBezTo>
                  <a:pt x="745495" y="557868"/>
                  <a:pt x="743950" y="553578"/>
                  <a:pt x="743950" y="548261"/>
                </a:cubicBezTo>
                <a:cubicBezTo>
                  <a:pt x="743950" y="544900"/>
                  <a:pt x="744707" y="541991"/>
                  <a:pt x="746237" y="539533"/>
                </a:cubicBezTo>
                <a:cubicBezTo>
                  <a:pt x="748321" y="536122"/>
                  <a:pt x="751927" y="532912"/>
                  <a:pt x="757054" y="529902"/>
                </a:cubicBezTo>
                <a:cubicBezTo>
                  <a:pt x="762237" y="526893"/>
                  <a:pt x="770830" y="523231"/>
                  <a:pt x="782818" y="518917"/>
                </a:cubicBezTo>
                <a:lnTo>
                  <a:pt x="782818" y="516209"/>
                </a:lnTo>
                <a:cubicBezTo>
                  <a:pt x="782818" y="509336"/>
                  <a:pt x="781702" y="504621"/>
                  <a:pt x="779462" y="502063"/>
                </a:cubicBezTo>
                <a:cubicBezTo>
                  <a:pt x="777277" y="499505"/>
                  <a:pt x="774077" y="498226"/>
                  <a:pt x="769862" y="498226"/>
                </a:cubicBezTo>
                <a:cubicBezTo>
                  <a:pt x="766662" y="498226"/>
                  <a:pt x="764118" y="499078"/>
                  <a:pt x="762237" y="500784"/>
                </a:cubicBezTo>
                <a:cubicBezTo>
                  <a:pt x="760309" y="502489"/>
                  <a:pt x="759341" y="504446"/>
                  <a:pt x="759341" y="506652"/>
                </a:cubicBezTo>
                <a:lnTo>
                  <a:pt x="759497" y="511016"/>
                </a:lnTo>
                <a:cubicBezTo>
                  <a:pt x="759497" y="513324"/>
                  <a:pt x="758888" y="515104"/>
                  <a:pt x="757663" y="516359"/>
                </a:cubicBezTo>
                <a:cubicBezTo>
                  <a:pt x="756500" y="517612"/>
                  <a:pt x="754947" y="518240"/>
                  <a:pt x="753019" y="518240"/>
                </a:cubicBezTo>
                <a:cubicBezTo>
                  <a:pt x="751138" y="518240"/>
                  <a:pt x="749585" y="517588"/>
                  <a:pt x="748368" y="516283"/>
                </a:cubicBezTo>
                <a:cubicBezTo>
                  <a:pt x="747197" y="514979"/>
                  <a:pt x="746611" y="513198"/>
                  <a:pt x="746611" y="510942"/>
                </a:cubicBezTo>
                <a:cubicBezTo>
                  <a:pt x="746611" y="506628"/>
                  <a:pt x="748852" y="502664"/>
                  <a:pt x="753324" y="499053"/>
                </a:cubicBezTo>
                <a:cubicBezTo>
                  <a:pt x="757796" y="495441"/>
                  <a:pt x="764071" y="493636"/>
                  <a:pt x="772149" y="493636"/>
                </a:cubicBezTo>
                <a:cubicBezTo>
                  <a:pt x="778346" y="493636"/>
                  <a:pt x="783427" y="494664"/>
                  <a:pt x="787392" y="496721"/>
                </a:cubicBezTo>
                <a:cubicBezTo>
                  <a:pt x="790389" y="498276"/>
                  <a:pt x="792598" y="500708"/>
                  <a:pt x="794026" y="504019"/>
                </a:cubicBezTo>
                <a:cubicBezTo>
                  <a:pt x="794939" y="506176"/>
                  <a:pt x="795392" y="510590"/>
                  <a:pt x="795392" y="517262"/>
                </a:cubicBezTo>
                <a:lnTo>
                  <a:pt x="795392" y="540662"/>
                </a:lnTo>
                <a:cubicBezTo>
                  <a:pt x="795392" y="547233"/>
                  <a:pt x="795525" y="551271"/>
                  <a:pt x="795774" y="552776"/>
                </a:cubicBezTo>
                <a:cubicBezTo>
                  <a:pt x="796032" y="554230"/>
                  <a:pt x="796438" y="555209"/>
                  <a:pt x="797000" y="555710"/>
                </a:cubicBezTo>
                <a:cubicBezTo>
                  <a:pt x="797608" y="556212"/>
                  <a:pt x="798295" y="556463"/>
                  <a:pt x="799052" y="556463"/>
                </a:cubicBezTo>
                <a:cubicBezTo>
                  <a:pt x="799864" y="556463"/>
                  <a:pt x="800582" y="556287"/>
                  <a:pt x="801191" y="555936"/>
                </a:cubicBezTo>
                <a:cubicBezTo>
                  <a:pt x="802252" y="555284"/>
                  <a:pt x="804313" y="553453"/>
                  <a:pt x="807365" y="550443"/>
                </a:cubicBezTo>
                <a:lnTo>
                  <a:pt x="807365" y="554657"/>
                </a:lnTo>
                <a:cubicBezTo>
                  <a:pt x="801667" y="562181"/>
                  <a:pt x="796235" y="565943"/>
                  <a:pt x="791052" y="565943"/>
                </a:cubicBezTo>
                <a:cubicBezTo>
                  <a:pt x="788563" y="565943"/>
                  <a:pt x="786580" y="565091"/>
                  <a:pt x="785105" y="563385"/>
                </a:cubicBezTo>
                <a:cubicBezTo>
                  <a:pt x="783630" y="561679"/>
                  <a:pt x="782873" y="558770"/>
                  <a:pt x="782818" y="554657"/>
                </a:cubicBezTo>
                <a:close/>
                <a:moveTo>
                  <a:pt x="782818" y="549766"/>
                </a:moveTo>
                <a:lnTo>
                  <a:pt x="782818" y="523507"/>
                </a:lnTo>
                <a:cubicBezTo>
                  <a:pt x="775146" y="526516"/>
                  <a:pt x="770190" y="528648"/>
                  <a:pt x="767958" y="529902"/>
                </a:cubicBezTo>
                <a:cubicBezTo>
                  <a:pt x="763946" y="532110"/>
                  <a:pt x="761074" y="534417"/>
                  <a:pt x="759341" y="536824"/>
                </a:cubicBezTo>
                <a:cubicBezTo>
                  <a:pt x="757616" y="539232"/>
                  <a:pt x="756750" y="541866"/>
                  <a:pt x="756750" y="544725"/>
                </a:cubicBezTo>
                <a:cubicBezTo>
                  <a:pt x="756750" y="548337"/>
                  <a:pt x="757843" y="551346"/>
                  <a:pt x="760028" y="553754"/>
                </a:cubicBezTo>
                <a:cubicBezTo>
                  <a:pt x="762214" y="556112"/>
                  <a:pt x="764727" y="557291"/>
                  <a:pt x="767575" y="557291"/>
                </a:cubicBezTo>
                <a:cubicBezTo>
                  <a:pt x="771439" y="557291"/>
                  <a:pt x="776520" y="554783"/>
                  <a:pt x="782818" y="549766"/>
                </a:cubicBezTo>
                <a:close/>
                <a:moveTo>
                  <a:pt x="871918" y="538405"/>
                </a:moveTo>
                <a:cubicBezTo>
                  <a:pt x="870038" y="547484"/>
                  <a:pt x="866353" y="554481"/>
                  <a:pt x="860867" y="559397"/>
                </a:cubicBezTo>
                <a:cubicBezTo>
                  <a:pt x="855380" y="564263"/>
                  <a:pt x="849308" y="566696"/>
                  <a:pt x="842650" y="566696"/>
                </a:cubicBezTo>
                <a:cubicBezTo>
                  <a:pt x="834728" y="566696"/>
                  <a:pt x="827813" y="563410"/>
                  <a:pt x="821921" y="556839"/>
                </a:cubicBezTo>
                <a:cubicBezTo>
                  <a:pt x="816028" y="550268"/>
                  <a:pt x="813078" y="541389"/>
                  <a:pt x="813078" y="530204"/>
                </a:cubicBezTo>
                <a:cubicBezTo>
                  <a:pt x="813078" y="519368"/>
                  <a:pt x="816332" y="510565"/>
                  <a:pt x="822834" y="503793"/>
                </a:cubicBezTo>
                <a:cubicBezTo>
                  <a:pt x="829390" y="497021"/>
                  <a:pt x="837242" y="493636"/>
                  <a:pt x="846389" y="493636"/>
                </a:cubicBezTo>
                <a:cubicBezTo>
                  <a:pt x="853249" y="493636"/>
                  <a:pt x="858884" y="495441"/>
                  <a:pt x="863310" y="499053"/>
                </a:cubicBezTo>
                <a:cubicBezTo>
                  <a:pt x="867727" y="502614"/>
                  <a:pt x="869936" y="506326"/>
                  <a:pt x="869936" y="510189"/>
                </a:cubicBezTo>
                <a:cubicBezTo>
                  <a:pt x="869936" y="512095"/>
                  <a:pt x="869304" y="513650"/>
                  <a:pt x="868032" y="514854"/>
                </a:cubicBezTo>
                <a:cubicBezTo>
                  <a:pt x="866814" y="516007"/>
                  <a:pt x="865081" y="516585"/>
                  <a:pt x="862849" y="516585"/>
                </a:cubicBezTo>
                <a:cubicBezTo>
                  <a:pt x="859852" y="516585"/>
                  <a:pt x="857589" y="515631"/>
                  <a:pt x="856067" y="513725"/>
                </a:cubicBezTo>
                <a:cubicBezTo>
                  <a:pt x="855200" y="512672"/>
                  <a:pt x="854615" y="510665"/>
                  <a:pt x="854311" y="507706"/>
                </a:cubicBezTo>
                <a:cubicBezTo>
                  <a:pt x="854061" y="504746"/>
                  <a:pt x="853046" y="502489"/>
                  <a:pt x="851267" y="500934"/>
                </a:cubicBezTo>
                <a:cubicBezTo>
                  <a:pt x="849487" y="499429"/>
                  <a:pt x="847021" y="498677"/>
                  <a:pt x="843868" y="498677"/>
                </a:cubicBezTo>
                <a:cubicBezTo>
                  <a:pt x="838787" y="498677"/>
                  <a:pt x="834697" y="500532"/>
                  <a:pt x="831599" y="504245"/>
                </a:cubicBezTo>
                <a:cubicBezTo>
                  <a:pt x="827486" y="509160"/>
                  <a:pt x="825425" y="515656"/>
                  <a:pt x="825425" y="523732"/>
                </a:cubicBezTo>
                <a:cubicBezTo>
                  <a:pt x="825425" y="531959"/>
                  <a:pt x="827462" y="539232"/>
                  <a:pt x="831521" y="545552"/>
                </a:cubicBezTo>
                <a:cubicBezTo>
                  <a:pt x="835642" y="551822"/>
                  <a:pt x="841175" y="554957"/>
                  <a:pt x="848137" y="554957"/>
                </a:cubicBezTo>
                <a:cubicBezTo>
                  <a:pt x="853117" y="554957"/>
                  <a:pt x="857589" y="553277"/>
                  <a:pt x="861554" y="549917"/>
                </a:cubicBezTo>
                <a:cubicBezTo>
                  <a:pt x="864348" y="547609"/>
                  <a:pt x="867064" y="543421"/>
                  <a:pt x="869710" y="537351"/>
                </a:cubicBezTo>
                <a:lnTo>
                  <a:pt x="871918" y="538405"/>
                </a:lnTo>
                <a:close/>
                <a:moveTo>
                  <a:pt x="902256" y="473019"/>
                </a:moveTo>
                <a:lnTo>
                  <a:pt x="902256" y="495667"/>
                </a:lnTo>
                <a:lnTo>
                  <a:pt x="918568" y="495667"/>
                </a:lnTo>
                <a:lnTo>
                  <a:pt x="918568" y="500934"/>
                </a:lnTo>
                <a:lnTo>
                  <a:pt x="902256" y="500934"/>
                </a:lnTo>
                <a:lnTo>
                  <a:pt x="902256" y="545628"/>
                </a:lnTo>
                <a:cubicBezTo>
                  <a:pt x="902256" y="550092"/>
                  <a:pt x="902888" y="553102"/>
                  <a:pt x="904160" y="554657"/>
                </a:cubicBezTo>
                <a:cubicBezTo>
                  <a:pt x="905479" y="556212"/>
                  <a:pt x="907157" y="556989"/>
                  <a:pt x="909194" y="556989"/>
                </a:cubicBezTo>
                <a:cubicBezTo>
                  <a:pt x="910865" y="556989"/>
                  <a:pt x="912496" y="556488"/>
                  <a:pt x="914072" y="555485"/>
                </a:cubicBezTo>
                <a:cubicBezTo>
                  <a:pt x="915641" y="554431"/>
                  <a:pt x="916867" y="552901"/>
                  <a:pt x="917725" y="550895"/>
                </a:cubicBezTo>
                <a:lnTo>
                  <a:pt x="920699" y="550895"/>
                </a:lnTo>
                <a:cubicBezTo>
                  <a:pt x="918919" y="555810"/>
                  <a:pt x="916406" y="559523"/>
                  <a:pt x="913152" y="562031"/>
                </a:cubicBezTo>
                <a:cubicBezTo>
                  <a:pt x="909905" y="564488"/>
                  <a:pt x="906549" y="565717"/>
                  <a:pt x="903091" y="565717"/>
                </a:cubicBezTo>
                <a:cubicBezTo>
                  <a:pt x="900758" y="565717"/>
                  <a:pt x="898471" y="565091"/>
                  <a:pt x="896231" y="563837"/>
                </a:cubicBezTo>
                <a:cubicBezTo>
                  <a:pt x="893998" y="562532"/>
                  <a:pt x="892344" y="560701"/>
                  <a:pt x="891282" y="558344"/>
                </a:cubicBezTo>
                <a:cubicBezTo>
                  <a:pt x="890213" y="555936"/>
                  <a:pt x="889682" y="552249"/>
                  <a:pt x="889682" y="547284"/>
                </a:cubicBezTo>
                <a:lnTo>
                  <a:pt x="889682" y="500934"/>
                </a:lnTo>
                <a:lnTo>
                  <a:pt x="878631" y="500934"/>
                </a:lnTo>
                <a:lnTo>
                  <a:pt x="878631" y="498451"/>
                </a:lnTo>
                <a:cubicBezTo>
                  <a:pt x="881425" y="497347"/>
                  <a:pt x="884266" y="495491"/>
                  <a:pt x="887161" y="492883"/>
                </a:cubicBezTo>
                <a:cubicBezTo>
                  <a:pt x="890112" y="490225"/>
                  <a:pt x="892726" y="487090"/>
                  <a:pt x="895013" y="483478"/>
                </a:cubicBezTo>
                <a:cubicBezTo>
                  <a:pt x="896184" y="481572"/>
                  <a:pt x="897807" y="478085"/>
                  <a:pt x="899891" y="473019"/>
                </a:cubicBezTo>
                <a:lnTo>
                  <a:pt x="902256" y="473019"/>
                </a:lnTo>
                <a:close/>
                <a:moveTo>
                  <a:pt x="538003" y="769548"/>
                </a:moveTo>
                <a:cubicBezTo>
                  <a:pt x="536122" y="778628"/>
                  <a:pt x="532439" y="785625"/>
                  <a:pt x="526952" y="790541"/>
                </a:cubicBezTo>
                <a:cubicBezTo>
                  <a:pt x="521465" y="795406"/>
                  <a:pt x="515393" y="797840"/>
                  <a:pt x="508735" y="797840"/>
                </a:cubicBezTo>
                <a:cubicBezTo>
                  <a:pt x="500805" y="797840"/>
                  <a:pt x="493898" y="794554"/>
                  <a:pt x="488005" y="787983"/>
                </a:cubicBezTo>
                <a:cubicBezTo>
                  <a:pt x="482105" y="781411"/>
                  <a:pt x="479162" y="772533"/>
                  <a:pt x="479162" y="761347"/>
                </a:cubicBezTo>
                <a:cubicBezTo>
                  <a:pt x="479162" y="750512"/>
                  <a:pt x="482417" y="741709"/>
                  <a:pt x="488919" y="734937"/>
                </a:cubicBezTo>
                <a:cubicBezTo>
                  <a:pt x="495475" y="728165"/>
                  <a:pt x="503326" y="724780"/>
                  <a:pt x="512466" y="724780"/>
                </a:cubicBezTo>
                <a:cubicBezTo>
                  <a:pt x="519326" y="724780"/>
                  <a:pt x="524969" y="726585"/>
                  <a:pt x="529387" y="730197"/>
                </a:cubicBezTo>
                <a:cubicBezTo>
                  <a:pt x="533812" y="733758"/>
                  <a:pt x="536021" y="737470"/>
                  <a:pt x="536021" y="741333"/>
                </a:cubicBezTo>
                <a:cubicBezTo>
                  <a:pt x="536021" y="743239"/>
                  <a:pt x="535389" y="744794"/>
                  <a:pt x="534117" y="745998"/>
                </a:cubicBezTo>
                <a:cubicBezTo>
                  <a:pt x="532899" y="747151"/>
                  <a:pt x="531166" y="747728"/>
                  <a:pt x="528934" y="747728"/>
                </a:cubicBezTo>
                <a:cubicBezTo>
                  <a:pt x="525937" y="747728"/>
                  <a:pt x="523674" y="746775"/>
                  <a:pt x="522152" y="744869"/>
                </a:cubicBezTo>
                <a:cubicBezTo>
                  <a:pt x="521285" y="743816"/>
                  <a:pt x="520700" y="741809"/>
                  <a:pt x="520396" y="738849"/>
                </a:cubicBezTo>
                <a:cubicBezTo>
                  <a:pt x="520146" y="735890"/>
                  <a:pt x="519123" y="733633"/>
                  <a:pt x="517344" y="732078"/>
                </a:cubicBezTo>
                <a:cubicBezTo>
                  <a:pt x="515572" y="730573"/>
                  <a:pt x="513106" y="729821"/>
                  <a:pt x="509953" y="729821"/>
                </a:cubicBezTo>
                <a:cubicBezTo>
                  <a:pt x="504872" y="729821"/>
                  <a:pt x="500782" y="731676"/>
                  <a:pt x="497683" y="735388"/>
                </a:cubicBezTo>
                <a:cubicBezTo>
                  <a:pt x="493570" y="740304"/>
                  <a:pt x="491510" y="746800"/>
                  <a:pt x="491510" y="754876"/>
                </a:cubicBezTo>
                <a:cubicBezTo>
                  <a:pt x="491510" y="763102"/>
                  <a:pt x="493539" y="770376"/>
                  <a:pt x="497605" y="776696"/>
                </a:cubicBezTo>
                <a:cubicBezTo>
                  <a:pt x="501719" y="782966"/>
                  <a:pt x="507260" y="786101"/>
                  <a:pt x="514222" y="786101"/>
                </a:cubicBezTo>
                <a:cubicBezTo>
                  <a:pt x="519201" y="786101"/>
                  <a:pt x="523674" y="784421"/>
                  <a:pt x="527639" y="781061"/>
                </a:cubicBezTo>
                <a:cubicBezTo>
                  <a:pt x="530433" y="778753"/>
                  <a:pt x="533149" y="774565"/>
                  <a:pt x="535795" y="768495"/>
                </a:cubicBezTo>
                <a:lnTo>
                  <a:pt x="538003" y="769548"/>
                </a:lnTo>
                <a:close/>
                <a:moveTo>
                  <a:pt x="582210" y="724780"/>
                </a:moveTo>
                <a:cubicBezTo>
                  <a:pt x="592778" y="724780"/>
                  <a:pt x="601262" y="728742"/>
                  <a:pt x="607669" y="736667"/>
                </a:cubicBezTo>
                <a:cubicBezTo>
                  <a:pt x="613102" y="743439"/>
                  <a:pt x="615825" y="751215"/>
                  <a:pt x="615825" y="759993"/>
                </a:cubicBezTo>
                <a:cubicBezTo>
                  <a:pt x="615825" y="766163"/>
                  <a:pt x="614327" y="772408"/>
                  <a:pt x="611322" y="778728"/>
                </a:cubicBezTo>
                <a:cubicBezTo>
                  <a:pt x="608325" y="785048"/>
                  <a:pt x="604189" y="789813"/>
                  <a:pt x="598905" y="793024"/>
                </a:cubicBezTo>
                <a:cubicBezTo>
                  <a:pt x="593668" y="796235"/>
                  <a:pt x="587822" y="797840"/>
                  <a:pt x="581375" y="797840"/>
                </a:cubicBezTo>
                <a:cubicBezTo>
                  <a:pt x="570854" y="797840"/>
                  <a:pt x="562495" y="793701"/>
                  <a:pt x="556298" y="785425"/>
                </a:cubicBezTo>
                <a:cubicBezTo>
                  <a:pt x="551061" y="778452"/>
                  <a:pt x="548446" y="770627"/>
                  <a:pt x="548446" y="761949"/>
                </a:cubicBezTo>
                <a:cubicBezTo>
                  <a:pt x="548446" y="755629"/>
                  <a:pt x="550023" y="749359"/>
                  <a:pt x="553168" y="743139"/>
                </a:cubicBezTo>
                <a:cubicBezTo>
                  <a:pt x="556368" y="736868"/>
                  <a:pt x="560567" y="732253"/>
                  <a:pt x="565750" y="729294"/>
                </a:cubicBezTo>
                <a:cubicBezTo>
                  <a:pt x="570932" y="726284"/>
                  <a:pt x="576419" y="724780"/>
                  <a:pt x="582210" y="724780"/>
                </a:cubicBezTo>
                <a:close/>
                <a:moveTo>
                  <a:pt x="579845" y="729670"/>
                </a:moveTo>
                <a:cubicBezTo>
                  <a:pt x="577152" y="729670"/>
                  <a:pt x="574436" y="730473"/>
                  <a:pt x="571689" y="732078"/>
                </a:cubicBezTo>
                <a:cubicBezTo>
                  <a:pt x="568996" y="733633"/>
                  <a:pt x="566811" y="736392"/>
                  <a:pt x="565141" y="740354"/>
                </a:cubicBezTo>
                <a:cubicBezTo>
                  <a:pt x="563463" y="744317"/>
                  <a:pt x="562620" y="749409"/>
                  <a:pt x="562620" y="755629"/>
                </a:cubicBezTo>
                <a:cubicBezTo>
                  <a:pt x="562620" y="765661"/>
                  <a:pt x="564626" y="774314"/>
                  <a:pt x="568645" y="781587"/>
                </a:cubicBezTo>
                <a:cubicBezTo>
                  <a:pt x="572712" y="788860"/>
                  <a:pt x="578042" y="792497"/>
                  <a:pt x="584653" y="792497"/>
                </a:cubicBezTo>
                <a:cubicBezTo>
                  <a:pt x="589578" y="792497"/>
                  <a:pt x="593644" y="790491"/>
                  <a:pt x="596844" y="786478"/>
                </a:cubicBezTo>
                <a:cubicBezTo>
                  <a:pt x="600044" y="782465"/>
                  <a:pt x="601644" y="775568"/>
                  <a:pt x="601644" y="765786"/>
                </a:cubicBezTo>
                <a:cubicBezTo>
                  <a:pt x="601644" y="753547"/>
                  <a:pt x="598975" y="743916"/>
                  <a:pt x="593644" y="736893"/>
                </a:cubicBezTo>
                <a:cubicBezTo>
                  <a:pt x="590038" y="732078"/>
                  <a:pt x="585434" y="729670"/>
                  <a:pt x="579845" y="729670"/>
                </a:cubicBezTo>
                <a:close/>
                <a:moveTo>
                  <a:pt x="650120" y="688738"/>
                </a:moveTo>
                <a:lnTo>
                  <a:pt x="650120" y="780158"/>
                </a:lnTo>
                <a:cubicBezTo>
                  <a:pt x="650120" y="784472"/>
                  <a:pt x="650425" y="787331"/>
                  <a:pt x="651033" y="788735"/>
                </a:cubicBezTo>
                <a:cubicBezTo>
                  <a:pt x="651697" y="790139"/>
                  <a:pt x="652688" y="791218"/>
                  <a:pt x="654007" y="791971"/>
                </a:cubicBezTo>
                <a:cubicBezTo>
                  <a:pt x="655326" y="792673"/>
                  <a:pt x="657792" y="793024"/>
                  <a:pt x="661398" y="793024"/>
                </a:cubicBezTo>
                <a:lnTo>
                  <a:pt x="661398" y="795732"/>
                </a:lnTo>
                <a:lnTo>
                  <a:pt x="627182" y="795732"/>
                </a:lnTo>
                <a:lnTo>
                  <a:pt x="627182" y="793024"/>
                </a:lnTo>
                <a:cubicBezTo>
                  <a:pt x="630382" y="793024"/>
                  <a:pt x="632567" y="792698"/>
                  <a:pt x="633738" y="792046"/>
                </a:cubicBezTo>
                <a:cubicBezTo>
                  <a:pt x="634900" y="791394"/>
                  <a:pt x="635814" y="790315"/>
                  <a:pt x="636477" y="788810"/>
                </a:cubicBezTo>
                <a:cubicBezTo>
                  <a:pt x="637141" y="787306"/>
                  <a:pt x="637468" y="784421"/>
                  <a:pt x="637468" y="780158"/>
                </a:cubicBezTo>
                <a:lnTo>
                  <a:pt x="637468" y="717556"/>
                </a:lnTo>
                <a:cubicBezTo>
                  <a:pt x="637468" y="709781"/>
                  <a:pt x="637289" y="705016"/>
                  <a:pt x="636938" y="703260"/>
                </a:cubicBezTo>
                <a:cubicBezTo>
                  <a:pt x="636579" y="701454"/>
                  <a:pt x="635993" y="700225"/>
                  <a:pt x="635182" y="699573"/>
                </a:cubicBezTo>
                <a:cubicBezTo>
                  <a:pt x="634417" y="698921"/>
                  <a:pt x="633433" y="698595"/>
                  <a:pt x="632208" y="698595"/>
                </a:cubicBezTo>
                <a:cubicBezTo>
                  <a:pt x="630889" y="698595"/>
                  <a:pt x="629211" y="698996"/>
                  <a:pt x="627182" y="699799"/>
                </a:cubicBezTo>
                <a:lnTo>
                  <a:pt x="625886" y="697166"/>
                </a:lnTo>
                <a:lnTo>
                  <a:pt x="646694" y="688738"/>
                </a:lnTo>
                <a:lnTo>
                  <a:pt x="650120" y="688738"/>
                </a:lnTo>
                <a:close/>
                <a:moveTo>
                  <a:pt x="730760" y="726811"/>
                </a:moveTo>
                <a:lnTo>
                  <a:pt x="730760" y="768571"/>
                </a:lnTo>
                <a:cubicBezTo>
                  <a:pt x="730760" y="776546"/>
                  <a:pt x="730939" y="781437"/>
                  <a:pt x="731298" y="783243"/>
                </a:cubicBezTo>
                <a:cubicBezTo>
                  <a:pt x="731704" y="784998"/>
                  <a:pt x="732313" y="786227"/>
                  <a:pt x="733125" y="786930"/>
                </a:cubicBezTo>
                <a:cubicBezTo>
                  <a:pt x="733991" y="787631"/>
                  <a:pt x="734982" y="787983"/>
                  <a:pt x="736098" y="787983"/>
                </a:cubicBezTo>
                <a:cubicBezTo>
                  <a:pt x="737675" y="787983"/>
                  <a:pt x="739447" y="787556"/>
                  <a:pt x="741429" y="786704"/>
                </a:cubicBezTo>
                <a:lnTo>
                  <a:pt x="742498" y="789337"/>
                </a:lnTo>
                <a:lnTo>
                  <a:pt x="721612" y="797840"/>
                </a:lnTo>
                <a:lnTo>
                  <a:pt x="718186" y="797840"/>
                </a:lnTo>
                <a:lnTo>
                  <a:pt x="718186" y="783243"/>
                </a:lnTo>
                <a:cubicBezTo>
                  <a:pt x="712192" y="789663"/>
                  <a:pt x="707618" y="793701"/>
                  <a:pt x="704465" y="795356"/>
                </a:cubicBezTo>
                <a:cubicBezTo>
                  <a:pt x="701312" y="797012"/>
                  <a:pt x="697987" y="797840"/>
                  <a:pt x="694483" y="797840"/>
                </a:cubicBezTo>
                <a:cubicBezTo>
                  <a:pt x="690565" y="797840"/>
                  <a:pt x="687162" y="796736"/>
                  <a:pt x="684266" y="794529"/>
                </a:cubicBezTo>
                <a:cubicBezTo>
                  <a:pt x="681425" y="792271"/>
                  <a:pt x="679443" y="789387"/>
                  <a:pt x="678319" y="785876"/>
                </a:cubicBezTo>
                <a:cubicBezTo>
                  <a:pt x="677203" y="782364"/>
                  <a:pt x="676649" y="777399"/>
                  <a:pt x="676649" y="770978"/>
                </a:cubicBezTo>
                <a:lnTo>
                  <a:pt x="676649" y="740204"/>
                </a:lnTo>
                <a:cubicBezTo>
                  <a:pt x="676649" y="736943"/>
                  <a:pt x="676290" y="734686"/>
                  <a:pt x="675580" y="733432"/>
                </a:cubicBezTo>
                <a:cubicBezTo>
                  <a:pt x="674869" y="732178"/>
                  <a:pt x="673800" y="731225"/>
                  <a:pt x="672380" y="730573"/>
                </a:cubicBezTo>
                <a:cubicBezTo>
                  <a:pt x="671006" y="729871"/>
                  <a:pt x="668493" y="729545"/>
                  <a:pt x="664832" y="729595"/>
                </a:cubicBezTo>
                <a:lnTo>
                  <a:pt x="664832" y="726811"/>
                </a:lnTo>
                <a:lnTo>
                  <a:pt x="689301" y="726811"/>
                </a:lnTo>
                <a:lnTo>
                  <a:pt x="689301" y="772935"/>
                </a:lnTo>
                <a:cubicBezTo>
                  <a:pt x="689301" y="779355"/>
                  <a:pt x="690416" y="783569"/>
                  <a:pt x="692649" y="785575"/>
                </a:cubicBezTo>
                <a:cubicBezTo>
                  <a:pt x="694936" y="787581"/>
                  <a:pt x="697683" y="788585"/>
                  <a:pt x="700883" y="788585"/>
                </a:cubicBezTo>
                <a:cubicBezTo>
                  <a:pt x="703068" y="788585"/>
                  <a:pt x="705535" y="787907"/>
                  <a:pt x="708274" y="786553"/>
                </a:cubicBezTo>
                <a:cubicBezTo>
                  <a:pt x="711068" y="785199"/>
                  <a:pt x="714378" y="782616"/>
                  <a:pt x="718186" y="778803"/>
                </a:cubicBezTo>
                <a:lnTo>
                  <a:pt x="718186" y="739752"/>
                </a:lnTo>
                <a:cubicBezTo>
                  <a:pt x="718186" y="735840"/>
                  <a:pt x="717445" y="733206"/>
                  <a:pt x="715978" y="731852"/>
                </a:cubicBezTo>
                <a:cubicBezTo>
                  <a:pt x="714549" y="730447"/>
                  <a:pt x="711552" y="729695"/>
                  <a:pt x="706978" y="729595"/>
                </a:cubicBezTo>
                <a:lnTo>
                  <a:pt x="706978" y="726811"/>
                </a:lnTo>
                <a:lnTo>
                  <a:pt x="730760" y="726811"/>
                </a:lnTo>
                <a:close/>
                <a:moveTo>
                  <a:pt x="768340" y="739452"/>
                </a:moveTo>
                <a:cubicBezTo>
                  <a:pt x="773421" y="734435"/>
                  <a:pt x="776418" y="731551"/>
                  <a:pt x="777331" y="730799"/>
                </a:cubicBezTo>
                <a:cubicBezTo>
                  <a:pt x="779618" y="728892"/>
                  <a:pt x="782085" y="727413"/>
                  <a:pt x="784723" y="726359"/>
                </a:cubicBezTo>
                <a:cubicBezTo>
                  <a:pt x="787369" y="725306"/>
                  <a:pt x="789983" y="724780"/>
                  <a:pt x="792574" y="724780"/>
                </a:cubicBezTo>
                <a:cubicBezTo>
                  <a:pt x="796945" y="724780"/>
                  <a:pt x="800707" y="726033"/>
                  <a:pt x="803852" y="728541"/>
                </a:cubicBezTo>
                <a:cubicBezTo>
                  <a:pt x="807005" y="731050"/>
                  <a:pt x="809113" y="734686"/>
                  <a:pt x="810182" y="739452"/>
                </a:cubicBezTo>
                <a:cubicBezTo>
                  <a:pt x="815419" y="733432"/>
                  <a:pt x="819837" y="729494"/>
                  <a:pt x="823443" y="727639"/>
                </a:cubicBezTo>
                <a:cubicBezTo>
                  <a:pt x="827048" y="725733"/>
                  <a:pt x="830764" y="724780"/>
                  <a:pt x="834572" y="724780"/>
                </a:cubicBezTo>
                <a:cubicBezTo>
                  <a:pt x="838279" y="724780"/>
                  <a:pt x="841558" y="725733"/>
                  <a:pt x="844406" y="727639"/>
                </a:cubicBezTo>
                <a:cubicBezTo>
                  <a:pt x="847302" y="729494"/>
                  <a:pt x="849589" y="732555"/>
                  <a:pt x="851267" y="736818"/>
                </a:cubicBezTo>
                <a:cubicBezTo>
                  <a:pt x="852383" y="739728"/>
                  <a:pt x="852937" y="744292"/>
                  <a:pt x="852937" y="750512"/>
                </a:cubicBezTo>
                <a:lnTo>
                  <a:pt x="852937" y="780158"/>
                </a:lnTo>
                <a:cubicBezTo>
                  <a:pt x="852937" y="784472"/>
                  <a:pt x="853273" y="787431"/>
                  <a:pt x="853928" y="789036"/>
                </a:cubicBezTo>
                <a:cubicBezTo>
                  <a:pt x="854443" y="790139"/>
                  <a:pt x="855380" y="791092"/>
                  <a:pt x="856754" y="791895"/>
                </a:cubicBezTo>
                <a:cubicBezTo>
                  <a:pt x="858127" y="792648"/>
                  <a:pt x="860360" y="793024"/>
                  <a:pt x="863458" y="793024"/>
                </a:cubicBezTo>
                <a:lnTo>
                  <a:pt x="863458" y="795732"/>
                </a:lnTo>
                <a:lnTo>
                  <a:pt x="829008" y="795732"/>
                </a:lnTo>
                <a:lnTo>
                  <a:pt x="829008" y="793024"/>
                </a:lnTo>
                <a:lnTo>
                  <a:pt x="830459" y="793024"/>
                </a:lnTo>
                <a:cubicBezTo>
                  <a:pt x="833456" y="793024"/>
                  <a:pt x="835790" y="792447"/>
                  <a:pt x="837468" y="791294"/>
                </a:cubicBezTo>
                <a:cubicBezTo>
                  <a:pt x="838639" y="790491"/>
                  <a:pt x="839474" y="789212"/>
                  <a:pt x="839981" y="787456"/>
                </a:cubicBezTo>
                <a:cubicBezTo>
                  <a:pt x="840184" y="786604"/>
                  <a:pt x="840285" y="784170"/>
                  <a:pt x="840285" y="780158"/>
                </a:cubicBezTo>
                <a:lnTo>
                  <a:pt x="840285" y="750512"/>
                </a:lnTo>
                <a:cubicBezTo>
                  <a:pt x="840285" y="744894"/>
                  <a:pt x="839606" y="740931"/>
                  <a:pt x="838233" y="738624"/>
                </a:cubicBezTo>
                <a:cubicBezTo>
                  <a:pt x="836250" y="735414"/>
                  <a:pt x="833074" y="733808"/>
                  <a:pt x="828703" y="733808"/>
                </a:cubicBezTo>
                <a:cubicBezTo>
                  <a:pt x="826010" y="733808"/>
                  <a:pt x="823294" y="734485"/>
                  <a:pt x="820547" y="735840"/>
                </a:cubicBezTo>
                <a:cubicBezTo>
                  <a:pt x="817854" y="737144"/>
                  <a:pt x="814576" y="739602"/>
                  <a:pt x="810713" y="743213"/>
                </a:cubicBezTo>
                <a:lnTo>
                  <a:pt x="810565" y="744042"/>
                </a:lnTo>
                <a:lnTo>
                  <a:pt x="810713" y="747277"/>
                </a:lnTo>
                <a:lnTo>
                  <a:pt x="810713" y="780158"/>
                </a:lnTo>
                <a:cubicBezTo>
                  <a:pt x="810713" y="784872"/>
                  <a:pt x="810970" y="787807"/>
                  <a:pt x="811478" y="788961"/>
                </a:cubicBezTo>
                <a:cubicBezTo>
                  <a:pt x="812039" y="790115"/>
                  <a:pt x="813054" y="791092"/>
                  <a:pt x="814529" y="791895"/>
                </a:cubicBezTo>
                <a:cubicBezTo>
                  <a:pt x="815997" y="792648"/>
                  <a:pt x="818518" y="793024"/>
                  <a:pt x="822069" y="793024"/>
                </a:cubicBezTo>
                <a:lnTo>
                  <a:pt x="822069" y="795732"/>
                </a:lnTo>
                <a:lnTo>
                  <a:pt x="786783" y="795732"/>
                </a:lnTo>
                <a:lnTo>
                  <a:pt x="786783" y="793024"/>
                </a:lnTo>
                <a:cubicBezTo>
                  <a:pt x="790647" y="793024"/>
                  <a:pt x="793284" y="792573"/>
                  <a:pt x="794713" y="791670"/>
                </a:cubicBezTo>
                <a:cubicBezTo>
                  <a:pt x="796180" y="790767"/>
                  <a:pt x="797203" y="789412"/>
                  <a:pt x="797757" y="787607"/>
                </a:cubicBezTo>
                <a:cubicBezTo>
                  <a:pt x="798014" y="786754"/>
                  <a:pt x="798139" y="784271"/>
                  <a:pt x="798139" y="780158"/>
                </a:cubicBezTo>
                <a:lnTo>
                  <a:pt x="798139" y="750512"/>
                </a:lnTo>
                <a:cubicBezTo>
                  <a:pt x="798139" y="744894"/>
                  <a:pt x="797304" y="740856"/>
                  <a:pt x="795626" y="738398"/>
                </a:cubicBezTo>
                <a:cubicBezTo>
                  <a:pt x="793386" y="735188"/>
                  <a:pt x="790264" y="733582"/>
                  <a:pt x="786252" y="733582"/>
                </a:cubicBezTo>
                <a:cubicBezTo>
                  <a:pt x="783505" y="733582"/>
                  <a:pt x="780789" y="734310"/>
                  <a:pt x="778096" y="735764"/>
                </a:cubicBezTo>
                <a:cubicBezTo>
                  <a:pt x="773874" y="737972"/>
                  <a:pt x="770627" y="740455"/>
                  <a:pt x="768340" y="743213"/>
                </a:cubicBezTo>
                <a:lnTo>
                  <a:pt x="768340" y="780158"/>
                </a:lnTo>
                <a:cubicBezTo>
                  <a:pt x="768340" y="784672"/>
                  <a:pt x="768645" y="787607"/>
                  <a:pt x="769253" y="788961"/>
                </a:cubicBezTo>
                <a:cubicBezTo>
                  <a:pt x="769909" y="790315"/>
                  <a:pt x="770853" y="791344"/>
                  <a:pt x="772071" y="792046"/>
                </a:cubicBezTo>
                <a:cubicBezTo>
                  <a:pt x="773343" y="792698"/>
                  <a:pt x="775880" y="793024"/>
                  <a:pt x="779696" y="793024"/>
                </a:cubicBezTo>
                <a:lnTo>
                  <a:pt x="779696" y="795732"/>
                </a:lnTo>
                <a:lnTo>
                  <a:pt x="745167" y="795732"/>
                </a:lnTo>
                <a:lnTo>
                  <a:pt x="745167" y="793024"/>
                </a:lnTo>
                <a:cubicBezTo>
                  <a:pt x="748368" y="793024"/>
                  <a:pt x="750608" y="792698"/>
                  <a:pt x="751872" y="792046"/>
                </a:cubicBezTo>
                <a:cubicBezTo>
                  <a:pt x="753144" y="791344"/>
                  <a:pt x="754112" y="790265"/>
                  <a:pt x="754768" y="788810"/>
                </a:cubicBezTo>
                <a:cubicBezTo>
                  <a:pt x="755431" y="787306"/>
                  <a:pt x="755759" y="784421"/>
                  <a:pt x="755759" y="780158"/>
                </a:cubicBezTo>
                <a:lnTo>
                  <a:pt x="755759" y="753823"/>
                </a:lnTo>
                <a:cubicBezTo>
                  <a:pt x="755759" y="746248"/>
                  <a:pt x="755532" y="741358"/>
                  <a:pt x="755072" y="739151"/>
                </a:cubicBezTo>
                <a:cubicBezTo>
                  <a:pt x="754721" y="737496"/>
                  <a:pt x="754159" y="736367"/>
                  <a:pt x="753402" y="735764"/>
                </a:cubicBezTo>
                <a:cubicBezTo>
                  <a:pt x="752637" y="735113"/>
                  <a:pt x="751591" y="734787"/>
                  <a:pt x="750272" y="734787"/>
                </a:cubicBezTo>
                <a:cubicBezTo>
                  <a:pt x="748852" y="734787"/>
                  <a:pt x="747150" y="735163"/>
                  <a:pt x="745167" y="735915"/>
                </a:cubicBezTo>
                <a:lnTo>
                  <a:pt x="744020" y="733206"/>
                </a:lnTo>
                <a:lnTo>
                  <a:pt x="765062" y="724780"/>
                </a:lnTo>
                <a:lnTo>
                  <a:pt x="768340" y="724780"/>
                </a:lnTo>
                <a:lnTo>
                  <a:pt x="768340" y="739452"/>
                </a:lnTo>
                <a:close/>
                <a:moveTo>
                  <a:pt x="889448" y="739376"/>
                </a:moveTo>
                <a:cubicBezTo>
                  <a:pt x="897628" y="729645"/>
                  <a:pt x="905433" y="724780"/>
                  <a:pt x="912847" y="724780"/>
                </a:cubicBezTo>
                <a:cubicBezTo>
                  <a:pt x="916664" y="724780"/>
                  <a:pt x="919934" y="725733"/>
                  <a:pt x="922681" y="727639"/>
                </a:cubicBezTo>
                <a:cubicBezTo>
                  <a:pt x="925428" y="729494"/>
                  <a:pt x="927614" y="732579"/>
                  <a:pt x="929237" y="736893"/>
                </a:cubicBezTo>
                <a:cubicBezTo>
                  <a:pt x="930354" y="739903"/>
                  <a:pt x="930915" y="744518"/>
                  <a:pt x="930915" y="750738"/>
                </a:cubicBezTo>
                <a:lnTo>
                  <a:pt x="930915" y="780158"/>
                </a:lnTo>
                <a:cubicBezTo>
                  <a:pt x="930915" y="784522"/>
                  <a:pt x="931267" y="787481"/>
                  <a:pt x="931977" y="789036"/>
                </a:cubicBezTo>
                <a:cubicBezTo>
                  <a:pt x="932539" y="790290"/>
                  <a:pt x="933429" y="791268"/>
                  <a:pt x="934646" y="791971"/>
                </a:cubicBezTo>
                <a:cubicBezTo>
                  <a:pt x="935918" y="792673"/>
                  <a:pt x="938229" y="793024"/>
                  <a:pt x="941585" y="793024"/>
                </a:cubicBezTo>
                <a:lnTo>
                  <a:pt x="941585" y="795732"/>
                </a:lnTo>
                <a:lnTo>
                  <a:pt x="907056" y="795732"/>
                </a:lnTo>
                <a:lnTo>
                  <a:pt x="907056" y="793024"/>
                </a:lnTo>
                <a:lnTo>
                  <a:pt x="908508" y="793024"/>
                </a:lnTo>
                <a:cubicBezTo>
                  <a:pt x="911755" y="793024"/>
                  <a:pt x="914018" y="792547"/>
                  <a:pt x="915290" y="791594"/>
                </a:cubicBezTo>
                <a:cubicBezTo>
                  <a:pt x="916609" y="790591"/>
                  <a:pt x="917522" y="789136"/>
                  <a:pt x="918030" y="787230"/>
                </a:cubicBezTo>
                <a:cubicBezTo>
                  <a:pt x="918233" y="786478"/>
                  <a:pt x="918334" y="784120"/>
                  <a:pt x="918334" y="780158"/>
                </a:cubicBezTo>
                <a:lnTo>
                  <a:pt x="918334" y="751942"/>
                </a:lnTo>
                <a:cubicBezTo>
                  <a:pt x="918334" y="745672"/>
                  <a:pt x="917499" y="741132"/>
                  <a:pt x="915821" y="738323"/>
                </a:cubicBezTo>
                <a:cubicBezTo>
                  <a:pt x="914197" y="735464"/>
                  <a:pt x="911427" y="734034"/>
                  <a:pt x="907516" y="734034"/>
                </a:cubicBezTo>
                <a:cubicBezTo>
                  <a:pt x="901468" y="734034"/>
                  <a:pt x="895442" y="737295"/>
                  <a:pt x="889448" y="743816"/>
                </a:cubicBezTo>
                <a:lnTo>
                  <a:pt x="889448" y="780158"/>
                </a:lnTo>
                <a:cubicBezTo>
                  <a:pt x="889448" y="784822"/>
                  <a:pt x="889729" y="787707"/>
                  <a:pt x="890291" y="788810"/>
                </a:cubicBezTo>
                <a:cubicBezTo>
                  <a:pt x="891001" y="790265"/>
                  <a:pt x="891961" y="791344"/>
                  <a:pt x="893187" y="792046"/>
                </a:cubicBezTo>
                <a:cubicBezTo>
                  <a:pt x="894459" y="792698"/>
                  <a:pt x="896995" y="793024"/>
                  <a:pt x="900804" y="793024"/>
                </a:cubicBezTo>
                <a:lnTo>
                  <a:pt x="900804" y="795732"/>
                </a:lnTo>
                <a:lnTo>
                  <a:pt x="866275" y="795732"/>
                </a:lnTo>
                <a:lnTo>
                  <a:pt x="866275" y="793024"/>
                </a:lnTo>
                <a:lnTo>
                  <a:pt x="867805" y="793024"/>
                </a:lnTo>
                <a:cubicBezTo>
                  <a:pt x="871364" y="793024"/>
                  <a:pt x="873753" y="792146"/>
                  <a:pt x="874970" y="790391"/>
                </a:cubicBezTo>
                <a:cubicBezTo>
                  <a:pt x="876242" y="788585"/>
                  <a:pt x="876874" y="785174"/>
                  <a:pt x="876874" y="780158"/>
                </a:cubicBezTo>
                <a:lnTo>
                  <a:pt x="876874" y="754575"/>
                </a:lnTo>
                <a:cubicBezTo>
                  <a:pt x="876874" y="746298"/>
                  <a:pt x="876672" y="741257"/>
                  <a:pt x="876266" y="739452"/>
                </a:cubicBezTo>
                <a:cubicBezTo>
                  <a:pt x="875907" y="737646"/>
                  <a:pt x="875321" y="736417"/>
                  <a:pt x="874510" y="735764"/>
                </a:cubicBezTo>
                <a:cubicBezTo>
                  <a:pt x="873753" y="735113"/>
                  <a:pt x="872707" y="734787"/>
                  <a:pt x="871388" y="734787"/>
                </a:cubicBezTo>
                <a:cubicBezTo>
                  <a:pt x="869959" y="734787"/>
                  <a:pt x="868258" y="735163"/>
                  <a:pt x="866275" y="735915"/>
                </a:cubicBezTo>
                <a:lnTo>
                  <a:pt x="865136" y="733206"/>
                </a:lnTo>
                <a:lnTo>
                  <a:pt x="886170" y="724780"/>
                </a:lnTo>
                <a:lnTo>
                  <a:pt x="889448" y="724780"/>
                </a:lnTo>
                <a:lnTo>
                  <a:pt x="889448" y="739376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5736B6AA-8BCA-4CCF-BE74-F6C32304B6D7}"/>
              </a:ext>
            </a:extLst>
          </p:cNvPr>
          <p:cNvSpPr/>
          <p:nvPr/>
        </p:nvSpPr>
        <p:spPr>
          <a:xfrm>
            <a:off x="2081722" y="2746709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4D94362-79DE-4CDB-BFA7-18B31227CCA5}"/>
              </a:ext>
            </a:extLst>
          </p:cNvPr>
          <p:cNvSpPr/>
          <p:nvPr/>
        </p:nvSpPr>
        <p:spPr>
          <a:xfrm>
            <a:off x="2237819" y="2746709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2B2308F2-2AFD-47BC-BEF0-20CCB175BB99}"/>
              </a:ext>
            </a:extLst>
          </p:cNvPr>
          <p:cNvSpPr/>
          <p:nvPr/>
        </p:nvSpPr>
        <p:spPr>
          <a:xfrm>
            <a:off x="2393917" y="2746709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102F403-66FA-414E-B107-BE53EF85DDC5}"/>
              </a:ext>
            </a:extLst>
          </p:cNvPr>
          <p:cNvSpPr/>
          <p:nvPr/>
        </p:nvSpPr>
        <p:spPr>
          <a:xfrm>
            <a:off x="2550014" y="2746709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381D22AD-D2CD-4E66-BD7A-3C52BCF5AAC6}"/>
              </a:ext>
            </a:extLst>
          </p:cNvPr>
          <p:cNvSpPr/>
          <p:nvPr/>
        </p:nvSpPr>
        <p:spPr>
          <a:xfrm>
            <a:off x="2081722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3F475A8-1728-44D8-AE82-CB7203F47642}"/>
              </a:ext>
            </a:extLst>
          </p:cNvPr>
          <p:cNvSpPr/>
          <p:nvPr/>
        </p:nvSpPr>
        <p:spPr>
          <a:xfrm>
            <a:off x="2237819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4133E4C2-C0F0-4894-AD33-E754085CB6DB}"/>
              </a:ext>
            </a:extLst>
          </p:cNvPr>
          <p:cNvSpPr/>
          <p:nvPr/>
        </p:nvSpPr>
        <p:spPr>
          <a:xfrm>
            <a:off x="2393917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6F14878C-5600-4FE7-9386-3FB9B450CF97}"/>
              </a:ext>
            </a:extLst>
          </p:cNvPr>
          <p:cNvSpPr/>
          <p:nvPr/>
        </p:nvSpPr>
        <p:spPr>
          <a:xfrm>
            <a:off x="2550014" y="2900805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BE422751-CDB5-4B5F-A754-49AA4D102F24}"/>
              </a:ext>
            </a:extLst>
          </p:cNvPr>
          <p:cNvSpPr/>
          <p:nvPr/>
        </p:nvSpPr>
        <p:spPr>
          <a:xfrm>
            <a:off x="2081722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E25CD12B-8534-4ED3-8943-5AF8F08F7C36}"/>
              </a:ext>
            </a:extLst>
          </p:cNvPr>
          <p:cNvSpPr/>
          <p:nvPr/>
        </p:nvSpPr>
        <p:spPr>
          <a:xfrm>
            <a:off x="2237819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4B4D0370-4671-4174-8E2A-79D25DFBDE57}"/>
              </a:ext>
            </a:extLst>
          </p:cNvPr>
          <p:cNvSpPr/>
          <p:nvPr/>
        </p:nvSpPr>
        <p:spPr>
          <a:xfrm>
            <a:off x="2393917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4C0EFAD5-8D8A-4D87-8653-9EC3B625E368}"/>
              </a:ext>
            </a:extLst>
          </p:cNvPr>
          <p:cNvSpPr/>
          <p:nvPr/>
        </p:nvSpPr>
        <p:spPr>
          <a:xfrm>
            <a:off x="2550014" y="3054901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0412BC86-D4C1-4A73-AE8A-470657865A03}"/>
              </a:ext>
            </a:extLst>
          </p:cNvPr>
          <p:cNvSpPr/>
          <p:nvPr/>
        </p:nvSpPr>
        <p:spPr>
          <a:xfrm>
            <a:off x="2081722" y="3208996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07CBD53A-01E2-4EEA-88DD-D8C03422F5D2}"/>
              </a:ext>
            </a:extLst>
          </p:cNvPr>
          <p:cNvSpPr/>
          <p:nvPr/>
        </p:nvSpPr>
        <p:spPr>
          <a:xfrm>
            <a:off x="2237819" y="3208996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C00E4145-72B5-481C-9DBC-121AD4072662}"/>
              </a:ext>
            </a:extLst>
          </p:cNvPr>
          <p:cNvSpPr/>
          <p:nvPr/>
        </p:nvSpPr>
        <p:spPr>
          <a:xfrm>
            <a:off x="2393917" y="3208996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41BE5E42-1648-47B5-ACCD-2D080B5DC2B8}"/>
              </a:ext>
            </a:extLst>
          </p:cNvPr>
          <p:cNvSpPr/>
          <p:nvPr/>
        </p:nvSpPr>
        <p:spPr>
          <a:xfrm>
            <a:off x="2550014" y="3208996"/>
            <a:ext cx="234146" cy="231144"/>
          </a:xfrm>
          <a:custGeom>
            <a:avLst/>
            <a:gdLst>
              <a:gd name="connsiteX0" fmla="*/ 47916 w 234145"/>
              <a:gd name="connsiteY0" fmla="*/ 47302 h 231143"/>
              <a:gd name="connsiteX1" fmla="*/ 204013 w 234145"/>
              <a:gd name="connsiteY1" fmla="*/ 47302 h 231143"/>
              <a:gd name="connsiteX2" fmla="*/ 204013 w 234145"/>
              <a:gd name="connsiteY2" fmla="*/ 201398 h 231143"/>
              <a:gd name="connsiteX3" fmla="*/ 47916 w 234145"/>
              <a:gd name="connsiteY3" fmla="*/ 201398 h 231143"/>
              <a:gd name="connsiteX4" fmla="*/ 47916 w 234145"/>
              <a:gd name="connsiteY4" fmla="*/ 47302 h 23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1143">
                <a:moveTo>
                  <a:pt x="47916" y="47302"/>
                </a:moveTo>
                <a:lnTo>
                  <a:pt x="204013" y="47302"/>
                </a:lnTo>
                <a:lnTo>
                  <a:pt x="204013" y="201398"/>
                </a:lnTo>
                <a:lnTo>
                  <a:pt x="47916" y="201398"/>
                </a:lnTo>
                <a:lnTo>
                  <a:pt x="47916" y="47302"/>
                </a:lnTo>
                <a:close/>
              </a:path>
            </a:pathLst>
          </a:custGeom>
          <a:solidFill>
            <a:srgbClr val="EDF5E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61316B64-6302-47F3-B0F3-0C0EBF4880E5}"/>
              </a:ext>
            </a:extLst>
          </p:cNvPr>
          <p:cNvSpPr/>
          <p:nvPr/>
        </p:nvSpPr>
        <p:spPr>
          <a:xfrm>
            <a:off x="2502097" y="2699407"/>
            <a:ext cx="312194" cy="770479"/>
          </a:xfrm>
          <a:custGeom>
            <a:avLst/>
            <a:gdLst>
              <a:gd name="connsiteX0" fmla="*/ 251930 w 312194"/>
              <a:gd name="connsiteY0" fmla="*/ 94604 h 770479"/>
              <a:gd name="connsiteX1" fmla="*/ 95832 w 312194"/>
              <a:gd name="connsiteY1" fmla="*/ 94604 h 770479"/>
              <a:gd name="connsiteX2" fmla="*/ 95832 w 312194"/>
              <a:gd name="connsiteY2" fmla="*/ 710987 h 770479"/>
              <a:gd name="connsiteX3" fmla="*/ 251930 w 312194"/>
              <a:gd name="connsiteY3" fmla="*/ 710987 h 770479"/>
              <a:gd name="connsiteX4" fmla="*/ 251930 w 312194"/>
              <a:gd name="connsiteY4" fmla="*/ 94604 h 77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194" h="770479">
                <a:moveTo>
                  <a:pt x="251930" y="94604"/>
                </a:moveTo>
                <a:lnTo>
                  <a:pt x="95832" y="94604"/>
                </a:lnTo>
                <a:lnTo>
                  <a:pt x="95832" y="710987"/>
                </a:lnTo>
                <a:lnTo>
                  <a:pt x="251930" y="710987"/>
                </a:lnTo>
                <a:lnTo>
                  <a:pt x="251930" y="94604"/>
                </a:lnTo>
                <a:close/>
              </a:path>
            </a:pathLst>
          </a:custGeom>
          <a:noFill/>
          <a:ln w="15594" cap="flat">
            <a:solidFill>
              <a:srgbClr val="CA2E2C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75D1C841-B0DF-4E46-A424-66BAED9ADF9F}"/>
              </a:ext>
            </a:extLst>
          </p:cNvPr>
          <p:cNvSpPr/>
          <p:nvPr/>
        </p:nvSpPr>
        <p:spPr>
          <a:xfrm>
            <a:off x="2736243" y="2853503"/>
            <a:ext cx="312194" cy="462288"/>
          </a:xfrm>
          <a:custGeom>
            <a:avLst/>
            <a:gdLst>
              <a:gd name="connsiteX0" fmla="*/ 251930 w 312194"/>
              <a:gd name="connsiteY0" fmla="*/ 94604 h 462287"/>
              <a:gd name="connsiteX1" fmla="*/ 95832 w 312194"/>
              <a:gd name="connsiteY1" fmla="*/ 94604 h 462287"/>
              <a:gd name="connsiteX2" fmla="*/ 95832 w 312194"/>
              <a:gd name="connsiteY2" fmla="*/ 402796 h 462287"/>
              <a:gd name="connsiteX3" fmla="*/ 251930 w 312194"/>
              <a:gd name="connsiteY3" fmla="*/ 402796 h 462287"/>
              <a:gd name="connsiteX4" fmla="*/ 251930 w 312194"/>
              <a:gd name="connsiteY4" fmla="*/ 94604 h 46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194" h="462287">
                <a:moveTo>
                  <a:pt x="251930" y="94604"/>
                </a:moveTo>
                <a:lnTo>
                  <a:pt x="95832" y="94604"/>
                </a:lnTo>
                <a:lnTo>
                  <a:pt x="95832" y="402796"/>
                </a:lnTo>
                <a:lnTo>
                  <a:pt x="251930" y="402796"/>
                </a:lnTo>
                <a:lnTo>
                  <a:pt x="251930" y="94604"/>
                </a:lnTo>
                <a:close/>
              </a:path>
            </a:pathLst>
          </a:custGeom>
          <a:noFill/>
          <a:ln w="15594" cap="flat">
            <a:solidFill>
              <a:srgbClr val="CA2E2C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5332B941-144F-4BF2-BF75-B91976EB32F5}"/>
              </a:ext>
            </a:extLst>
          </p:cNvPr>
          <p:cNvSpPr/>
          <p:nvPr/>
        </p:nvSpPr>
        <p:spPr>
          <a:xfrm>
            <a:off x="3282583" y="2853503"/>
            <a:ext cx="312194" cy="462288"/>
          </a:xfrm>
          <a:custGeom>
            <a:avLst/>
            <a:gdLst>
              <a:gd name="connsiteX0" fmla="*/ 251930 w 312194"/>
              <a:gd name="connsiteY0" fmla="*/ 94604 h 462287"/>
              <a:gd name="connsiteX1" fmla="*/ 95832 w 312194"/>
              <a:gd name="connsiteY1" fmla="*/ 94604 h 462287"/>
              <a:gd name="connsiteX2" fmla="*/ 95832 w 312194"/>
              <a:gd name="connsiteY2" fmla="*/ 402796 h 462287"/>
              <a:gd name="connsiteX3" fmla="*/ 251930 w 312194"/>
              <a:gd name="connsiteY3" fmla="*/ 402796 h 462287"/>
              <a:gd name="connsiteX4" fmla="*/ 251930 w 312194"/>
              <a:gd name="connsiteY4" fmla="*/ 94604 h 46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194" h="462287">
                <a:moveTo>
                  <a:pt x="251930" y="94604"/>
                </a:moveTo>
                <a:lnTo>
                  <a:pt x="95832" y="94604"/>
                </a:lnTo>
                <a:lnTo>
                  <a:pt x="95832" y="402796"/>
                </a:lnTo>
                <a:lnTo>
                  <a:pt x="251930" y="402796"/>
                </a:lnTo>
                <a:lnTo>
                  <a:pt x="251930" y="94604"/>
                </a:lnTo>
                <a:close/>
              </a:path>
            </a:pathLst>
          </a:custGeom>
          <a:noFill/>
          <a:ln w="15594" cap="flat">
            <a:solidFill>
              <a:srgbClr val="CA2E2C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1AAF1167-D989-4E1E-B6B3-79D8A45F927E}"/>
              </a:ext>
            </a:extLst>
          </p:cNvPr>
          <p:cNvSpPr/>
          <p:nvPr/>
        </p:nvSpPr>
        <p:spPr>
          <a:xfrm>
            <a:off x="2402903" y="2354970"/>
            <a:ext cx="936583" cy="1001623"/>
          </a:xfrm>
          <a:custGeom>
            <a:avLst/>
            <a:gdLst>
              <a:gd name="connsiteX0" fmla="*/ 507026 w 936582"/>
              <a:gd name="connsiteY0" fmla="*/ 555884 h 1001623"/>
              <a:gd name="connsiteX1" fmla="*/ 496606 w 936582"/>
              <a:gd name="connsiteY1" fmla="*/ 553804 h 1001623"/>
              <a:gd name="connsiteX2" fmla="*/ 487709 w 936582"/>
              <a:gd name="connsiteY2" fmla="*/ 546928 h 1001623"/>
              <a:gd name="connsiteX3" fmla="*/ 481441 w 936582"/>
              <a:gd name="connsiteY3" fmla="*/ 534157 h 1001623"/>
              <a:gd name="connsiteX4" fmla="*/ 479162 w 936582"/>
              <a:gd name="connsiteY4" fmla="*/ 514394 h 1001623"/>
              <a:gd name="connsiteX5" fmla="*/ 481441 w 936582"/>
              <a:gd name="connsiteY5" fmla="*/ 494747 h 1001623"/>
              <a:gd name="connsiteX6" fmla="*/ 487709 w 936582"/>
              <a:gd name="connsiteY6" fmla="*/ 481976 h 1001623"/>
              <a:gd name="connsiteX7" fmla="*/ 496606 w 936582"/>
              <a:gd name="connsiteY7" fmla="*/ 475100 h 1001623"/>
              <a:gd name="connsiteX8" fmla="*/ 507026 w 936582"/>
              <a:gd name="connsiteY8" fmla="*/ 473019 h 1001623"/>
              <a:gd name="connsiteX9" fmla="*/ 517094 w 936582"/>
              <a:gd name="connsiteY9" fmla="*/ 475100 h 1001623"/>
              <a:gd name="connsiteX10" fmla="*/ 526046 w 936582"/>
              <a:gd name="connsiteY10" fmla="*/ 481976 h 1001623"/>
              <a:gd name="connsiteX11" fmla="*/ 532431 w 936582"/>
              <a:gd name="connsiteY11" fmla="*/ 494747 h 1001623"/>
              <a:gd name="connsiteX12" fmla="*/ 534772 w 936582"/>
              <a:gd name="connsiteY12" fmla="*/ 514394 h 1001623"/>
              <a:gd name="connsiteX13" fmla="*/ 532431 w 936582"/>
              <a:gd name="connsiteY13" fmla="*/ 534157 h 1001623"/>
              <a:gd name="connsiteX14" fmla="*/ 526046 w 936582"/>
              <a:gd name="connsiteY14" fmla="*/ 546928 h 1001623"/>
              <a:gd name="connsiteX15" fmla="*/ 517094 w 936582"/>
              <a:gd name="connsiteY15" fmla="*/ 553804 h 1001623"/>
              <a:gd name="connsiteX16" fmla="*/ 507026 w 936582"/>
              <a:gd name="connsiteY16" fmla="*/ 555884 h 1001623"/>
              <a:gd name="connsiteX17" fmla="*/ 507026 w 936582"/>
              <a:gd name="connsiteY17" fmla="*/ 547216 h 1001623"/>
              <a:gd name="connsiteX18" fmla="*/ 513051 w 936582"/>
              <a:gd name="connsiteY18" fmla="*/ 545483 h 1001623"/>
              <a:gd name="connsiteX19" fmla="*/ 518085 w 936582"/>
              <a:gd name="connsiteY19" fmla="*/ 539878 h 1001623"/>
              <a:gd name="connsiteX20" fmla="*/ 521543 w 936582"/>
              <a:gd name="connsiteY20" fmla="*/ 529707 h 1001623"/>
              <a:gd name="connsiteX21" fmla="*/ 522831 w 936582"/>
              <a:gd name="connsiteY21" fmla="*/ 514394 h 1001623"/>
              <a:gd name="connsiteX22" fmla="*/ 521543 w 936582"/>
              <a:gd name="connsiteY22" fmla="*/ 499196 h 1001623"/>
              <a:gd name="connsiteX23" fmla="*/ 518085 w 936582"/>
              <a:gd name="connsiteY23" fmla="*/ 489084 h 1001623"/>
              <a:gd name="connsiteX24" fmla="*/ 513051 w 936582"/>
              <a:gd name="connsiteY24" fmla="*/ 483479 h 1001623"/>
              <a:gd name="connsiteX25" fmla="*/ 507026 w 936582"/>
              <a:gd name="connsiteY25" fmla="*/ 481687 h 1001623"/>
              <a:gd name="connsiteX26" fmla="*/ 500821 w 936582"/>
              <a:gd name="connsiteY26" fmla="*/ 483479 h 1001623"/>
              <a:gd name="connsiteX27" fmla="*/ 495787 w 936582"/>
              <a:gd name="connsiteY27" fmla="*/ 489084 h 1001623"/>
              <a:gd name="connsiteX28" fmla="*/ 492329 w 936582"/>
              <a:gd name="connsiteY28" fmla="*/ 499196 h 1001623"/>
              <a:gd name="connsiteX29" fmla="*/ 491104 w 936582"/>
              <a:gd name="connsiteY29" fmla="*/ 514394 h 1001623"/>
              <a:gd name="connsiteX30" fmla="*/ 492329 w 936582"/>
              <a:gd name="connsiteY30" fmla="*/ 529707 h 1001623"/>
              <a:gd name="connsiteX31" fmla="*/ 495787 w 936582"/>
              <a:gd name="connsiteY31" fmla="*/ 539878 h 1001623"/>
              <a:gd name="connsiteX32" fmla="*/ 500821 w 936582"/>
              <a:gd name="connsiteY32" fmla="*/ 545483 h 1001623"/>
              <a:gd name="connsiteX33" fmla="*/ 507026 w 936582"/>
              <a:gd name="connsiteY33" fmla="*/ 547216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36582" h="1001623">
                <a:moveTo>
                  <a:pt x="507026" y="555884"/>
                </a:moveTo>
                <a:cubicBezTo>
                  <a:pt x="503436" y="555884"/>
                  <a:pt x="499962" y="555191"/>
                  <a:pt x="496606" y="553804"/>
                </a:cubicBezTo>
                <a:cubicBezTo>
                  <a:pt x="493289" y="552379"/>
                  <a:pt x="490323" y="550087"/>
                  <a:pt x="487709" y="546928"/>
                </a:cubicBezTo>
                <a:cubicBezTo>
                  <a:pt x="485094" y="543730"/>
                  <a:pt x="483002" y="539473"/>
                  <a:pt x="481441" y="534157"/>
                </a:cubicBezTo>
                <a:cubicBezTo>
                  <a:pt x="479920" y="528841"/>
                  <a:pt x="479162" y="522253"/>
                  <a:pt x="479162" y="514394"/>
                </a:cubicBezTo>
                <a:cubicBezTo>
                  <a:pt x="479162" y="506574"/>
                  <a:pt x="479920" y="500025"/>
                  <a:pt x="481441" y="494747"/>
                </a:cubicBezTo>
                <a:cubicBezTo>
                  <a:pt x="483002" y="489431"/>
                  <a:pt x="485094" y="485174"/>
                  <a:pt x="487709" y="481976"/>
                </a:cubicBezTo>
                <a:cubicBezTo>
                  <a:pt x="490323" y="478779"/>
                  <a:pt x="493289" y="476486"/>
                  <a:pt x="496606" y="475100"/>
                </a:cubicBezTo>
                <a:cubicBezTo>
                  <a:pt x="499962" y="473713"/>
                  <a:pt x="503436" y="473019"/>
                  <a:pt x="507026" y="473019"/>
                </a:cubicBezTo>
                <a:cubicBezTo>
                  <a:pt x="510460" y="473019"/>
                  <a:pt x="513816" y="473713"/>
                  <a:pt x="517094" y="475100"/>
                </a:cubicBezTo>
                <a:cubicBezTo>
                  <a:pt x="520411" y="476486"/>
                  <a:pt x="523393" y="478779"/>
                  <a:pt x="526046" y="481976"/>
                </a:cubicBezTo>
                <a:cubicBezTo>
                  <a:pt x="528739" y="485174"/>
                  <a:pt x="530870" y="489431"/>
                  <a:pt x="532431" y="494747"/>
                </a:cubicBezTo>
                <a:cubicBezTo>
                  <a:pt x="533992" y="500025"/>
                  <a:pt x="534772" y="506574"/>
                  <a:pt x="534772" y="514394"/>
                </a:cubicBezTo>
                <a:cubicBezTo>
                  <a:pt x="534772" y="522253"/>
                  <a:pt x="533992" y="528841"/>
                  <a:pt x="532431" y="534157"/>
                </a:cubicBezTo>
                <a:cubicBezTo>
                  <a:pt x="530870" y="539473"/>
                  <a:pt x="528739" y="543730"/>
                  <a:pt x="526046" y="546928"/>
                </a:cubicBezTo>
                <a:cubicBezTo>
                  <a:pt x="523393" y="550087"/>
                  <a:pt x="520411" y="552379"/>
                  <a:pt x="517094" y="553804"/>
                </a:cubicBezTo>
                <a:cubicBezTo>
                  <a:pt x="513816" y="555191"/>
                  <a:pt x="510460" y="555884"/>
                  <a:pt x="507026" y="555884"/>
                </a:cubicBezTo>
                <a:close/>
                <a:moveTo>
                  <a:pt x="507026" y="547216"/>
                </a:moveTo>
                <a:cubicBezTo>
                  <a:pt x="509172" y="547216"/>
                  <a:pt x="511178" y="546639"/>
                  <a:pt x="513051" y="545483"/>
                </a:cubicBezTo>
                <a:cubicBezTo>
                  <a:pt x="514963" y="544327"/>
                  <a:pt x="516641" y="542459"/>
                  <a:pt x="518085" y="539878"/>
                </a:cubicBezTo>
                <a:cubicBezTo>
                  <a:pt x="519568" y="537297"/>
                  <a:pt x="520723" y="533906"/>
                  <a:pt x="521543" y="529707"/>
                </a:cubicBezTo>
                <a:cubicBezTo>
                  <a:pt x="522401" y="525508"/>
                  <a:pt x="522831" y="520404"/>
                  <a:pt x="522831" y="514394"/>
                </a:cubicBezTo>
                <a:cubicBezTo>
                  <a:pt x="522831" y="508423"/>
                  <a:pt x="522401" y="503357"/>
                  <a:pt x="521543" y="499196"/>
                </a:cubicBezTo>
                <a:cubicBezTo>
                  <a:pt x="520723" y="494997"/>
                  <a:pt x="519568" y="491626"/>
                  <a:pt x="518085" y="489084"/>
                </a:cubicBezTo>
                <a:cubicBezTo>
                  <a:pt x="516641" y="486503"/>
                  <a:pt x="514963" y="484634"/>
                  <a:pt x="513051" y="483479"/>
                </a:cubicBezTo>
                <a:cubicBezTo>
                  <a:pt x="511178" y="482284"/>
                  <a:pt x="509172" y="481687"/>
                  <a:pt x="507026" y="481687"/>
                </a:cubicBezTo>
                <a:cubicBezTo>
                  <a:pt x="504840" y="481687"/>
                  <a:pt x="502772" y="482284"/>
                  <a:pt x="500821" y="483479"/>
                </a:cubicBezTo>
                <a:cubicBezTo>
                  <a:pt x="498909" y="484634"/>
                  <a:pt x="497231" y="486503"/>
                  <a:pt x="495787" y="489084"/>
                </a:cubicBezTo>
                <a:cubicBezTo>
                  <a:pt x="494343" y="491626"/>
                  <a:pt x="493188" y="494997"/>
                  <a:pt x="492329" y="499196"/>
                </a:cubicBezTo>
                <a:cubicBezTo>
                  <a:pt x="491510" y="503357"/>
                  <a:pt x="491104" y="508423"/>
                  <a:pt x="491104" y="514394"/>
                </a:cubicBezTo>
                <a:cubicBezTo>
                  <a:pt x="491104" y="520404"/>
                  <a:pt x="491510" y="525508"/>
                  <a:pt x="492329" y="529707"/>
                </a:cubicBezTo>
                <a:cubicBezTo>
                  <a:pt x="493188" y="533906"/>
                  <a:pt x="494343" y="537297"/>
                  <a:pt x="495787" y="539878"/>
                </a:cubicBezTo>
                <a:cubicBezTo>
                  <a:pt x="497231" y="542459"/>
                  <a:pt x="498909" y="544327"/>
                  <a:pt x="500821" y="545483"/>
                </a:cubicBezTo>
                <a:cubicBezTo>
                  <a:pt x="502772" y="546639"/>
                  <a:pt x="504840" y="547216"/>
                  <a:pt x="507026" y="547216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4EB43B3-0F48-4709-8BDF-9C499A326E1D}"/>
              </a:ext>
            </a:extLst>
          </p:cNvPr>
          <p:cNvSpPr/>
          <p:nvPr/>
        </p:nvSpPr>
        <p:spPr>
          <a:xfrm>
            <a:off x="2953106" y="2355663"/>
            <a:ext cx="936583" cy="1001623"/>
          </a:xfrm>
          <a:custGeom>
            <a:avLst/>
            <a:gdLst>
              <a:gd name="connsiteX0" fmla="*/ 479162 w 936582"/>
              <a:gd name="connsiteY0" fmla="*/ 553920 h 1001623"/>
              <a:gd name="connsiteX1" fmla="*/ 479162 w 936582"/>
              <a:gd name="connsiteY1" fmla="*/ 545136 h 1001623"/>
              <a:gd name="connsiteX2" fmla="*/ 497777 w 936582"/>
              <a:gd name="connsiteY2" fmla="*/ 545136 h 1001623"/>
              <a:gd name="connsiteX3" fmla="*/ 497777 w 936582"/>
              <a:gd name="connsiteY3" fmla="*/ 483536 h 1001623"/>
              <a:gd name="connsiteX4" fmla="*/ 479451 w 936582"/>
              <a:gd name="connsiteY4" fmla="*/ 488448 h 1001623"/>
              <a:gd name="connsiteX5" fmla="*/ 479451 w 936582"/>
              <a:gd name="connsiteY5" fmla="*/ 478509 h 1001623"/>
              <a:gd name="connsiteX6" fmla="*/ 499354 w 936582"/>
              <a:gd name="connsiteY6" fmla="*/ 473019 h 1001623"/>
              <a:gd name="connsiteX7" fmla="*/ 509367 w 936582"/>
              <a:gd name="connsiteY7" fmla="*/ 473019 h 1001623"/>
              <a:gd name="connsiteX8" fmla="*/ 509367 w 936582"/>
              <a:gd name="connsiteY8" fmla="*/ 545136 h 1001623"/>
              <a:gd name="connsiteX9" fmla="*/ 527982 w 936582"/>
              <a:gd name="connsiteY9" fmla="*/ 545136 h 1001623"/>
              <a:gd name="connsiteX10" fmla="*/ 527982 w 936582"/>
              <a:gd name="connsiteY10" fmla="*/ 553920 h 1001623"/>
              <a:gd name="connsiteX11" fmla="*/ 479162 w 936582"/>
              <a:gd name="connsiteY11" fmla="*/ 553920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36582" h="1001623">
                <a:moveTo>
                  <a:pt x="479162" y="553920"/>
                </a:moveTo>
                <a:lnTo>
                  <a:pt x="479162" y="545136"/>
                </a:lnTo>
                <a:lnTo>
                  <a:pt x="497777" y="545136"/>
                </a:lnTo>
                <a:lnTo>
                  <a:pt x="497777" y="483536"/>
                </a:lnTo>
                <a:lnTo>
                  <a:pt x="479451" y="488448"/>
                </a:lnTo>
                <a:lnTo>
                  <a:pt x="479451" y="478509"/>
                </a:lnTo>
                <a:lnTo>
                  <a:pt x="499354" y="473019"/>
                </a:lnTo>
                <a:lnTo>
                  <a:pt x="509367" y="473019"/>
                </a:lnTo>
                <a:lnTo>
                  <a:pt x="509367" y="545136"/>
                </a:lnTo>
                <a:lnTo>
                  <a:pt x="527982" y="545136"/>
                </a:lnTo>
                <a:lnTo>
                  <a:pt x="527982" y="553920"/>
                </a:lnTo>
                <a:lnTo>
                  <a:pt x="479162" y="553920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88728300-2F57-4347-9AD5-39CCE4487FBA}"/>
              </a:ext>
            </a:extLst>
          </p:cNvPr>
          <p:cNvSpPr/>
          <p:nvPr/>
        </p:nvSpPr>
        <p:spPr>
          <a:xfrm>
            <a:off x="2134549" y="2201568"/>
            <a:ext cx="1014631" cy="1001623"/>
          </a:xfrm>
          <a:custGeom>
            <a:avLst/>
            <a:gdLst>
              <a:gd name="connsiteX0" fmla="*/ 479162 w 1014631"/>
              <a:gd name="connsiteY0" fmla="*/ 553919 h 1001623"/>
              <a:gd name="connsiteX1" fmla="*/ 479162 w 1014631"/>
              <a:gd name="connsiteY1" fmla="*/ 545136 h 1001623"/>
              <a:gd name="connsiteX2" fmla="*/ 497777 w 1014631"/>
              <a:gd name="connsiteY2" fmla="*/ 545136 h 1001623"/>
              <a:gd name="connsiteX3" fmla="*/ 497777 w 1014631"/>
              <a:gd name="connsiteY3" fmla="*/ 483536 h 1001623"/>
              <a:gd name="connsiteX4" fmla="*/ 479451 w 1014631"/>
              <a:gd name="connsiteY4" fmla="*/ 488448 h 1001623"/>
              <a:gd name="connsiteX5" fmla="*/ 479451 w 1014631"/>
              <a:gd name="connsiteY5" fmla="*/ 478509 h 1001623"/>
              <a:gd name="connsiteX6" fmla="*/ 499354 w 1014631"/>
              <a:gd name="connsiteY6" fmla="*/ 473019 h 1001623"/>
              <a:gd name="connsiteX7" fmla="*/ 509367 w 1014631"/>
              <a:gd name="connsiteY7" fmla="*/ 473019 h 1001623"/>
              <a:gd name="connsiteX8" fmla="*/ 509367 w 1014631"/>
              <a:gd name="connsiteY8" fmla="*/ 545136 h 1001623"/>
              <a:gd name="connsiteX9" fmla="*/ 527982 w 1014631"/>
              <a:gd name="connsiteY9" fmla="*/ 545136 h 1001623"/>
              <a:gd name="connsiteX10" fmla="*/ 527982 w 1014631"/>
              <a:gd name="connsiteY10" fmla="*/ 553919 h 1001623"/>
              <a:gd name="connsiteX11" fmla="*/ 479162 w 1014631"/>
              <a:gd name="connsiteY11" fmla="*/ 553919 h 1001623"/>
              <a:gd name="connsiteX12" fmla="*/ 555307 w 1014631"/>
              <a:gd name="connsiteY12" fmla="*/ 553919 h 1001623"/>
              <a:gd name="connsiteX13" fmla="*/ 555307 w 1014631"/>
              <a:gd name="connsiteY13" fmla="*/ 545136 h 1001623"/>
              <a:gd name="connsiteX14" fmla="*/ 573921 w 1014631"/>
              <a:gd name="connsiteY14" fmla="*/ 545136 h 1001623"/>
              <a:gd name="connsiteX15" fmla="*/ 573921 w 1014631"/>
              <a:gd name="connsiteY15" fmla="*/ 483536 h 1001623"/>
              <a:gd name="connsiteX16" fmla="*/ 555595 w 1014631"/>
              <a:gd name="connsiteY16" fmla="*/ 488448 h 1001623"/>
              <a:gd name="connsiteX17" fmla="*/ 555595 w 1014631"/>
              <a:gd name="connsiteY17" fmla="*/ 478509 h 1001623"/>
              <a:gd name="connsiteX18" fmla="*/ 575498 w 1014631"/>
              <a:gd name="connsiteY18" fmla="*/ 473019 h 1001623"/>
              <a:gd name="connsiteX19" fmla="*/ 585511 w 1014631"/>
              <a:gd name="connsiteY19" fmla="*/ 473019 h 1001623"/>
              <a:gd name="connsiteX20" fmla="*/ 585511 w 1014631"/>
              <a:gd name="connsiteY20" fmla="*/ 545136 h 1001623"/>
              <a:gd name="connsiteX21" fmla="*/ 604126 w 1014631"/>
              <a:gd name="connsiteY21" fmla="*/ 545136 h 1001623"/>
              <a:gd name="connsiteX22" fmla="*/ 604126 w 1014631"/>
              <a:gd name="connsiteY22" fmla="*/ 553919 h 1001623"/>
              <a:gd name="connsiteX23" fmla="*/ 555307 w 1014631"/>
              <a:gd name="connsiteY23" fmla="*/ 553919 h 100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14631" h="1001623">
                <a:moveTo>
                  <a:pt x="479162" y="553919"/>
                </a:moveTo>
                <a:lnTo>
                  <a:pt x="479162" y="545136"/>
                </a:lnTo>
                <a:lnTo>
                  <a:pt x="497777" y="545136"/>
                </a:lnTo>
                <a:lnTo>
                  <a:pt x="497777" y="483536"/>
                </a:lnTo>
                <a:lnTo>
                  <a:pt x="479451" y="488448"/>
                </a:lnTo>
                <a:lnTo>
                  <a:pt x="479451" y="478509"/>
                </a:lnTo>
                <a:lnTo>
                  <a:pt x="499354" y="473019"/>
                </a:lnTo>
                <a:lnTo>
                  <a:pt x="509367" y="473019"/>
                </a:lnTo>
                <a:lnTo>
                  <a:pt x="509367" y="545136"/>
                </a:lnTo>
                <a:lnTo>
                  <a:pt x="527982" y="545136"/>
                </a:lnTo>
                <a:lnTo>
                  <a:pt x="527982" y="553919"/>
                </a:lnTo>
                <a:lnTo>
                  <a:pt x="479162" y="553919"/>
                </a:lnTo>
                <a:close/>
                <a:moveTo>
                  <a:pt x="555307" y="553919"/>
                </a:moveTo>
                <a:lnTo>
                  <a:pt x="555307" y="545136"/>
                </a:lnTo>
                <a:lnTo>
                  <a:pt x="573921" y="545136"/>
                </a:lnTo>
                <a:lnTo>
                  <a:pt x="573921" y="483536"/>
                </a:lnTo>
                <a:lnTo>
                  <a:pt x="555595" y="488448"/>
                </a:lnTo>
                <a:lnTo>
                  <a:pt x="555595" y="478509"/>
                </a:lnTo>
                <a:lnTo>
                  <a:pt x="575498" y="473019"/>
                </a:lnTo>
                <a:lnTo>
                  <a:pt x="585511" y="473019"/>
                </a:lnTo>
                <a:lnTo>
                  <a:pt x="585511" y="545136"/>
                </a:lnTo>
                <a:lnTo>
                  <a:pt x="604126" y="545136"/>
                </a:lnTo>
                <a:lnTo>
                  <a:pt x="604126" y="553919"/>
                </a:lnTo>
                <a:lnTo>
                  <a:pt x="555307" y="553919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圆角矩形 9">
            <a:extLst>
              <a:ext uri="{FF2B5EF4-FFF2-40B4-BE49-F238E27FC236}">
                <a16:creationId xmlns:a16="http://schemas.microsoft.com/office/drawing/2014/main" id="{F3BCAAD0-9BA4-CB44-805D-4AEF406444EC}"/>
              </a:ext>
            </a:extLst>
          </p:cNvPr>
          <p:cNvSpPr/>
          <p:nvPr/>
        </p:nvSpPr>
        <p:spPr>
          <a:xfrm>
            <a:off x="592011" y="3225475"/>
            <a:ext cx="355046" cy="316932"/>
          </a:xfrm>
          <a:prstGeom prst="roundRect">
            <a:avLst>
              <a:gd name="adj" fmla="val 5245"/>
            </a:avLst>
          </a:prstGeom>
          <a:noFill/>
          <a:ln>
            <a:solidFill>
              <a:srgbClr val="98266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45819AE4-3C16-44C8-AA37-F4A5F017E2F7}"/>
              </a:ext>
            </a:extLst>
          </p:cNvPr>
          <p:cNvSpPr/>
          <p:nvPr/>
        </p:nvSpPr>
        <p:spPr>
          <a:xfrm>
            <a:off x="7657831" y="3293953"/>
            <a:ext cx="1092680" cy="1083832"/>
          </a:xfrm>
          <a:custGeom>
            <a:avLst/>
            <a:gdLst>
              <a:gd name="connsiteX0" fmla="*/ 566905 w 1092679"/>
              <a:gd name="connsiteY0" fmla="*/ 563452 h 1083832"/>
              <a:gd name="connsiteX1" fmla="*/ 516891 w 1092679"/>
              <a:gd name="connsiteY1" fmla="*/ 563452 h 1083832"/>
              <a:gd name="connsiteX2" fmla="*/ 508126 w 1092679"/>
              <a:gd name="connsiteY2" fmla="*/ 583673 h 1083832"/>
              <a:gd name="connsiteX3" fmla="*/ 504879 w 1092679"/>
              <a:gd name="connsiteY3" fmla="*/ 594829 h 1083832"/>
              <a:gd name="connsiteX4" fmla="*/ 507642 w 1092679"/>
              <a:gd name="connsiteY4" fmla="*/ 600024 h 1083832"/>
              <a:gd name="connsiteX5" fmla="*/ 519841 w 1092679"/>
              <a:gd name="connsiteY5" fmla="*/ 602857 h 1083832"/>
              <a:gd name="connsiteX6" fmla="*/ 519841 w 1092679"/>
              <a:gd name="connsiteY6" fmla="*/ 606357 h 1083832"/>
              <a:gd name="connsiteX7" fmla="*/ 479162 w 1092679"/>
              <a:gd name="connsiteY7" fmla="*/ 606357 h 1083832"/>
              <a:gd name="connsiteX8" fmla="*/ 479162 w 1092679"/>
              <a:gd name="connsiteY8" fmla="*/ 602857 h 1083832"/>
              <a:gd name="connsiteX9" fmla="*/ 489637 w 1092679"/>
              <a:gd name="connsiteY9" fmla="*/ 599172 h 1083832"/>
              <a:gd name="connsiteX10" fmla="*/ 500407 w 1092679"/>
              <a:gd name="connsiteY10" fmla="*/ 580747 h 1083832"/>
              <a:gd name="connsiteX11" fmla="*/ 545855 w 1092679"/>
              <a:gd name="connsiteY11" fmla="*/ 475283 h 1083832"/>
              <a:gd name="connsiteX12" fmla="*/ 549188 w 1092679"/>
              <a:gd name="connsiteY12" fmla="*/ 475283 h 1083832"/>
              <a:gd name="connsiteX13" fmla="*/ 594151 w 1092679"/>
              <a:gd name="connsiteY13" fmla="*/ 581877 h 1083832"/>
              <a:gd name="connsiteX14" fmla="*/ 603970 w 1092679"/>
              <a:gd name="connsiteY14" fmla="*/ 598607 h 1083832"/>
              <a:gd name="connsiteX15" fmla="*/ 616356 w 1092679"/>
              <a:gd name="connsiteY15" fmla="*/ 602857 h 1083832"/>
              <a:gd name="connsiteX16" fmla="*/ 616356 w 1092679"/>
              <a:gd name="connsiteY16" fmla="*/ 606357 h 1083832"/>
              <a:gd name="connsiteX17" fmla="*/ 565383 w 1092679"/>
              <a:gd name="connsiteY17" fmla="*/ 606357 h 1083832"/>
              <a:gd name="connsiteX18" fmla="*/ 565383 w 1092679"/>
              <a:gd name="connsiteY18" fmla="*/ 602857 h 1083832"/>
              <a:gd name="connsiteX19" fmla="*/ 575771 w 1092679"/>
              <a:gd name="connsiteY19" fmla="*/ 600310 h 1083832"/>
              <a:gd name="connsiteX20" fmla="*/ 578534 w 1092679"/>
              <a:gd name="connsiteY20" fmla="*/ 595015 h 1083832"/>
              <a:gd name="connsiteX21" fmla="*/ 574717 w 1092679"/>
              <a:gd name="connsiteY21" fmla="*/ 581877 h 1083832"/>
              <a:gd name="connsiteX22" fmla="*/ 566905 w 1092679"/>
              <a:gd name="connsiteY22" fmla="*/ 563452 h 1083832"/>
              <a:gd name="connsiteX23" fmla="*/ 564235 w 1092679"/>
              <a:gd name="connsiteY23" fmla="*/ 556462 h 1083832"/>
              <a:gd name="connsiteX24" fmla="*/ 542327 w 1092679"/>
              <a:gd name="connsiteY24" fmla="*/ 504670 h 1083832"/>
              <a:gd name="connsiteX25" fmla="*/ 519841 w 1092679"/>
              <a:gd name="connsiteY25" fmla="*/ 556462 h 1083832"/>
              <a:gd name="connsiteX26" fmla="*/ 564235 w 1092679"/>
              <a:gd name="connsiteY26" fmla="*/ 556462 h 1083832"/>
              <a:gd name="connsiteX27" fmla="*/ 623880 w 1092679"/>
              <a:gd name="connsiteY27" fmla="*/ 556647 h 1083832"/>
              <a:gd name="connsiteX28" fmla="*/ 631599 w 1092679"/>
              <a:gd name="connsiteY28" fmla="*/ 546444 h 1083832"/>
              <a:gd name="connsiteX29" fmla="*/ 645796 w 1092679"/>
              <a:gd name="connsiteY29" fmla="*/ 542000 h 1083832"/>
              <a:gd name="connsiteX30" fmla="*/ 659611 w 1092679"/>
              <a:gd name="connsiteY30" fmla="*/ 546351 h 1083832"/>
              <a:gd name="connsiteX31" fmla="*/ 664660 w 1092679"/>
              <a:gd name="connsiteY31" fmla="*/ 555889 h 1083832"/>
              <a:gd name="connsiteX32" fmla="*/ 654655 w 1092679"/>
              <a:gd name="connsiteY32" fmla="*/ 570544 h 1083832"/>
              <a:gd name="connsiteX33" fmla="*/ 664941 w 1092679"/>
              <a:gd name="connsiteY33" fmla="*/ 577627 h 1083832"/>
              <a:gd name="connsiteX34" fmla="*/ 668469 w 1092679"/>
              <a:gd name="connsiteY34" fmla="*/ 587738 h 1083832"/>
              <a:gd name="connsiteX35" fmla="*/ 660274 w 1092679"/>
              <a:gd name="connsiteY35" fmla="*/ 604468 h 1083832"/>
              <a:gd name="connsiteX36" fmla="*/ 636836 w 1092679"/>
              <a:gd name="connsiteY36" fmla="*/ 611458 h 1083832"/>
              <a:gd name="connsiteX37" fmla="*/ 625308 w 1092679"/>
              <a:gd name="connsiteY37" fmla="*/ 609190 h 1083832"/>
              <a:gd name="connsiteX38" fmla="*/ 622834 w 1092679"/>
              <a:gd name="connsiteY38" fmla="*/ 605505 h 1083832"/>
              <a:gd name="connsiteX39" fmla="*/ 624356 w 1092679"/>
              <a:gd name="connsiteY39" fmla="*/ 602579 h 1083832"/>
              <a:gd name="connsiteX40" fmla="*/ 628454 w 1092679"/>
              <a:gd name="connsiteY40" fmla="*/ 601255 h 1083832"/>
              <a:gd name="connsiteX41" fmla="*/ 636173 w 1092679"/>
              <a:gd name="connsiteY41" fmla="*/ 603523 h 1083832"/>
              <a:gd name="connsiteX42" fmla="*/ 644844 w 1092679"/>
              <a:gd name="connsiteY42" fmla="*/ 605791 h 1083832"/>
              <a:gd name="connsiteX43" fmla="*/ 653983 w 1092679"/>
              <a:gd name="connsiteY43" fmla="*/ 602106 h 1083832"/>
              <a:gd name="connsiteX44" fmla="*/ 657800 w 1092679"/>
              <a:gd name="connsiteY44" fmla="*/ 593312 h 1083832"/>
              <a:gd name="connsiteX45" fmla="*/ 655224 w 1092679"/>
              <a:gd name="connsiteY45" fmla="*/ 585191 h 1083832"/>
              <a:gd name="connsiteX46" fmla="*/ 648746 w 1092679"/>
              <a:gd name="connsiteY46" fmla="*/ 579803 h 1083832"/>
              <a:gd name="connsiteX47" fmla="*/ 638553 w 1092679"/>
              <a:gd name="connsiteY47" fmla="*/ 577627 h 1083832"/>
              <a:gd name="connsiteX48" fmla="*/ 635697 w 1092679"/>
              <a:gd name="connsiteY48" fmla="*/ 577627 h 1083832"/>
              <a:gd name="connsiteX49" fmla="*/ 635697 w 1092679"/>
              <a:gd name="connsiteY49" fmla="*/ 574980 h 1083832"/>
              <a:gd name="connsiteX50" fmla="*/ 647981 w 1092679"/>
              <a:gd name="connsiteY50" fmla="*/ 570544 h 1083832"/>
              <a:gd name="connsiteX51" fmla="*/ 653031 w 1092679"/>
              <a:gd name="connsiteY51" fmla="*/ 560332 h 1083832"/>
              <a:gd name="connsiteX52" fmla="*/ 649894 w 1092679"/>
              <a:gd name="connsiteY52" fmla="*/ 552777 h 1083832"/>
              <a:gd name="connsiteX53" fmla="*/ 641503 w 1092679"/>
              <a:gd name="connsiteY53" fmla="*/ 549842 h 1083832"/>
              <a:gd name="connsiteX54" fmla="*/ 627502 w 1092679"/>
              <a:gd name="connsiteY54" fmla="*/ 558157 h 1083832"/>
              <a:gd name="connsiteX55" fmla="*/ 623880 w 1092679"/>
              <a:gd name="connsiteY55" fmla="*/ 556647 h 108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092679" h="1083832">
                <a:moveTo>
                  <a:pt x="566905" y="563452"/>
                </a:moveTo>
                <a:lnTo>
                  <a:pt x="516891" y="563452"/>
                </a:lnTo>
                <a:lnTo>
                  <a:pt x="508126" y="583673"/>
                </a:lnTo>
                <a:cubicBezTo>
                  <a:pt x="505964" y="588651"/>
                  <a:pt x="504879" y="592367"/>
                  <a:pt x="504879" y="594829"/>
                </a:cubicBezTo>
                <a:cubicBezTo>
                  <a:pt x="504879" y="596780"/>
                  <a:pt x="505800" y="598514"/>
                  <a:pt x="507642" y="600024"/>
                </a:cubicBezTo>
                <a:cubicBezTo>
                  <a:pt x="509555" y="601472"/>
                  <a:pt x="513613" y="602416"/>
                  <a:pt x="519841" y="602857"/>
                </a:cubicBezTo>
                <a:lnTo>
                  <a:pt x="519841" y="606357"/>
                </a:lnTo>
                <a:lnTo>
                  <a:pt x="479162" y="606357"/>
                </a:lnTo>
                <a:lnTo>
                  <a:pt x="479162" y="602857"/>
                </a:lnTo>
                <a:cubicBezTo>
                  <a:pt x="484556" y="601913"/>
                  <a:pt x="488052" y="600690"/>
                  <a:pt x="489637" y="599172"/>
                </a:cubicBezTo>
                <a:cubicBezTo>
                  <a:pt x="492876" y="596153"/>
                  <a:pt x="496466" y="590006"/>
                  <a:pt x="500407" y="580747"/>
                </a:cubicBezTo>
                <a:lnTo>
                  <a:pt x="545855" y="475283"/>
                </a:lnTo>
                <a:lnTo>
                  <a:pt x="549188" y="475283"/>
                </a:lnTo>
                <a:lnTo>
                  <a:pt x="594151" y="581877"/>
                </a:lnTo>
                <a:cubicBezTo>
                  <a:pt x="597773" y="590447"/>
                  <a:pt x="601043" y="596021"/>
                  <a:pt x="603970" y="598607"/>
                </a:cubicBezTo>
                <a:cubicBezTo>
                  <a:pt x="606951" y="601131"/>
                  <a:pt x="611080" y="602548"/>
                  <a:pt x="616356" y="602857"/>
                </a:cubicBezTo>
                <a:lnTo>
                  <a:pt x="616356" y="606357"/>
                </a:lnTo>
                <a:lnTo>
                  <a:pt x="565383" y="606357"/>
                </a:lnTo>
                <a:lnTo>
                  <a:pt x="565383" y="602857"/>
                </a:lnTo>
                <a:cubicBezTo>
                  <a:pt x="570526" y="602610"/>
                  <a:pt x="573991" y="601758"/>
                  <a:pt x="575771" y="600310"/>
                </a:cubicBezTo>
                <a:cubicBezTo>
                  <a:pt x="577613" y="598863"/>
                  <a:pt x="578534" y="597098"/>
                  <a:pt x="578534" y="595015"/>
                </a:cubicBezTo>
                <a:cubicBezTo>
                  <a:pt x="578534" y="592244"/>
                  <a:pt x="577262" y="587870"/>
                  <a:pt x="574717" y="581877"/>
                </a:cubicBezTo>
                <a:lnTo>
                  <a:pt x="566905" y="563452"/>
                </a:lnTo>
                <a:close/>
                <a:moveTo>
                  <a:pt x="564235" y="556462"/>
                </a:moveTo>
                <a:lnTo>
                  <a:pt x="542327" y="504670"/>
                </a:lnTo>
                <a:lnTo>
                  <a:pt x="519841" y="556462"/>
                </a:lnTo>
                <a:lnTo>
                  <a:pt x="564235" y="556462"/>
                </a:lnTo>
                <a:close/>
                <a:moveTo>
                  <a:pt x="623880" y="556647"/>
                </a:moveTo>
                <a:cubicBezTo>
                  <a:pt x="626167" y="551987"/>
                  <a:pt x="628743" y="548581"/>
                  <a:pt x="631599" y="546444"/>
                </a:cubicBezTo>
                <a:cubicBezTo>
                  <a:pt x="635665" y="543479"/>
                  <a:pt x="640395" y="542000"/>
                  <a:pt x="645796" y="542000"/>
                </a:cubicBezTo>
                <a:cubicBezTo>
                  <a:pt x="651634" y="542000"/>
                  <a:pt x="656239" y="543448"/>
                  <a:pt x="659611" y="546351"/>
                </a:cubicBezTo>
                <a:cubicBezTo>
                  <a:pt x="662975" y="549246"/>
                  <a:pt x="664660" y="552428"/>
                  <a:pt x="664660" y="555889"/>
                </a:cubicBezTo>
                <a:cubicBezTo>
                  <a:pt x="664660" y="560178"/>
                  <a:pt x="661320" y="565063"/>
                  <a:pt x="654655" y="570544"/>
                </a:cubicBezTo>
                <a:cubicBezTo>
                  <a:pt x="659228" y="572177"/>
                  <a:pt x="662655" y="574538"/>
                  <a:pt x="664941" y="577627"/>
                </a:cubicBezTo>
                <a:cubicBezTo>
                  <a:pt x="667291" y="580654"/>
                  <a:pt x="668469" y="584022"/>
                  <a:pt x="668469" y="587738"/>
                </a:cubicBezTo>
                <a:cubicBezTo>
                  <a:pt x="668469" y="594225"/>
                  <a:pt x="665738" y="599807"/>
                  <a:pt x="660274" y="604468"/>
                </a:cubicBezTo>
                <a:cubicBezTo>
                  <a:pt x="654873" y="609128"/>
                  <a:pt x="647060" y="611458"/>
                  <a:pt x="636836" y="611458"/>
                </a:cubicBezTo>
                <a:cubicBezTo>
                  <a:pt x="631505" y="611458"/>
                  <a:pt x="627658" y="610707"/>
                  <a:pt x="625308" y="609190"/>
                </a:cubicBezTo>
                <a:cubicBezTo>
                  <a:pt x="623662" y="608122"/>
                  <a:pt x="622834" y="606891"/>
                  <a:pt x="622834" y="605505"/>
                </a:cubicBezTo>
                <a:cubicBezTo>
                  <a:pt x="622834" y="604437"/>
                  <a:pt x="623342" y="603461"/>
                  <a:pt x="624356" y="602579"/>
                </a:cubicBezTo>
                <a:cubicBezTo>
                  <a:pt x="625433" y="601696"/>
                  <a:pt x="626799" y="601255"/>
                  <a:pt x="628454" y="601255"/>
                </a:cubicBezTo>
                <a:cubicBezTo>
                  <a:pt x="630233" y="601255"/>
                  <a:pt x="632801" y="602013"/>
                  <a:pt x="636173" y="603523"/>
                </a:cubicBezTo>
                <a:cubicBezTo>
                  <a:pt x="639537" y="605033"/>
                  <a:pt x="642424" y="605791"/>
                  <a:pt x="644844" y="605791"/>
                </a:cubicBezTo>
                <a:cubicBezTo>
                  <a:pt x="648395" y="605791"/>
                  <a:pt x="651447" y="604560"/>
                  <a:pt x="653983" y="602106"/>
                </a:cubicBezTo>
                <a:cubicBezTo>
                  <a:pt x="656528" y="599583"/>
                  <a:pt x="657800" y="596656"/>
                  <a:pt x="657800" y="593312"/>
                </a:cubicBezTo>
                <a:cubicBezTo>
                  <a:pt x="657800" y="590478"/>
                  <a:pt x="656941" y="587769"/>
                  <a:pt x="655224" y="585191"/>
                </a:cubicBezTo>
                <a:cubicBezTo>
                  <a:pt x="653578" y="582605"/>
                  <a:pt x="651416" y="580809"/>
                  <a:pt x="648746" y="579803"/>
                </a:cubicBezTo>
                <a:cubicBezTo>
                  <a:pt x="644938" y="578355"/>
                  <a:pt x="641535" y="577627"/>
                  <a:pt x="638553" y="577627"/>
                </a:cubicBezTo>
                <a:lnTo>
                  <a:pt x="635697" y="577627"/>
                </a:lnTo>
                <a:lnTo>
                  <a:pt x="635697" y="574980"/>
                </a:lnTo>
                <a:cubicBezTo>
                  <a:pt x="640583" y="574980"/>
                  <a:pt x="644680" y="573501"/>
                  <a:pt x="647981" y="570544"/>
                </a:cubicBezTo>
                <a:cubicBezTo>
                  <a:pt x="651353" y="567579"/>
                  <a:pt x="653031" y="564180"/>
                  <a:pt x="653031" y="560332"/>
                </a:cubicBezTo>
                <a:cubicBezTo>
                  <a:pt x="653031" y="557243"/>
                  <a:pt x="651985" y="554727"/>
                  <a:pt x="649894" y="552777"/>
                </a:cubicBezTo>
                <a:cubicBezTo>
                  <a:pt x="647794" y="550818"/>
                  <a:pt x="645000" y="549842"/>
                  <a:pt x="641503" y="549842"/>
                </a:cubicBezTo>
                <a:cubicBezTo>
                  <a:pt x="636110" y="549842"/>
                  <a:pt x="631443" y="552614"/>
                  <a:pt x="627502" y="558157"/>
                </a:cubicBezTo>
                <a:lnTo>
                  <a:pt x="623880" y="556647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070A34A2-D60A-4AB4-BA85-E5CFAE444D6B}"/>
              </a:ext>
            </a:extLst>
          </p:cNvPr>
          <p:cNvSpPr/>
          <p:nvPr/>
        </p:nvSpPr>
        <p:spPr>
          <a:xfrm>
            <a:off x="6877346" y="3293953"/>
            <a:ext cx="1092680" cy="1083832"/>
          </a:xfrm>
          <a:custGeom>
            <a:avLst/>
            <a:gdLst>
              <a:gd name="connsiteX0" fmla="*/ 566905 w 1092679"/>
              <a:gd name="connsiteY0" fmla="*/ 563452 h 1083832"/>
              <a:gd name="connsiteX1" fmla="*/ 516891 w 1092679"/>
              <a:gd name="connsiteY1" fmla="*/ 563452 h 1083832"/>
              <a:gd name="connsiteX2" fmla="*/ 508126 w 1092679"/>
              <a:gd name="connsiteY2" fmla="*/ 583673 h 1083832"/>
              <a:gd name="connsiteX3" fmla="*/ 504879 w 1092679"/>
              <a:gd name="connsiteY3" fmla="*/ 594829 h 1083832"/>
              <a:gd name="connsiteX4" fmla="*/ 507642 w 1092679"/>
              <a:gd name="connsiteY4" fmla="*/ 600024 h 1083832"/>
              <a:gd name="connsiteX5" fmla="*/ 519841 w 1092679"/>
              <a:gd name="connsiteY5" fmla="*/ 602857 h 1083832"/>
              <a:gd name="connsiteX6" fmla="*/ 519841 w 1092679"/>
              <a:gd name="connsiteY6" fmla="*/ 606357 h 1083832"/>
              <a:gd name="connsiteX7" fmla="*/ 479162 w 1092679"/>
              <a:gd name="connsiteY7" fmla="*/ 606357 h 1083832"/>
              <a:gd name="connsiteX8" fmla="*/ 479162 w 1092679"/>
              <a:gd name="connsiteY8" fmla="*/ 602857 h 1083832"/>
              <a:gd name="connsiteX9" fmla="*/ 489637 w 1092679"/>
              <a:gd name="connsiteY9" fmla="*/ 599172 h 1083832"/>
              <a:gd name="connsiteX10" fmla="*/ 500407 w 1092679"/>
              <a:gd name="connsiteY10" fmla="*/ 580747 h 1083832"/>
              <a:gd name="connsiteX11" fmla="*/ 545855 w 1092679"/>
              <a:gd name="connsiteY11" fmla="*/ 475283 h 1083832"/>
              <a:gd name="connsiteX12" fmla="*/ 549188 w 1092679"/>
              <a:gd name="connsiteY12" fmla="*/ 475283 h 1083832"/>
              <a:gd name="connsiteX13" fmla="*/ 594151 w 1092679"/>
              <a:gd name="connsiteY13" fmla="*/ 581877 h 1083832"/>
              <a:gd name="connsiteX14" fmla="*/ 603970 w 1092679"/>
              <a:gd name="connsiteY14" fmla="*/ 598607 h 1083832"/>
              <a:gd name="connsiteX15" fmla="*/ 616356 w 1092679"/>
              <a:gd name="connsiteY15" fmla="*/ 602857 h 1083832"/>
              <a:gd name="connsiteX16" fmla="*/ 616356 w 1092679"/>
              <a:gd name="connsiteY16" fmla="*/ 606357 h 1083832"/>
              <a:gd name="connsiteX17" fmla="*/ 565383 w 1092679"/>
              <a:gd name="connsiteY17" fmla="*/ 606357 h 1083832"/>
              <a:gd name="connsiteX18" fmla="*/ 565383 w 1092679"/>
              <a:gd name="connsiteY18" fmla="*/ 602857 h 1083832"/>
              <a:gd name="connsiteX19" fmla="*/ 575771 w 1092679"/>
              <a:gd name="connsiteY19" fmla="*/ 600310 h 1083832"/>
              <a:gd name="connsiteX20" fmla="*/ 578534 w 1092679"/>
              <a:gd name="connsiteY20" fmla="*/ 595015 h 1083832"/>
              <a:gd name="connsiteX21" fmla="*/ 574717 w 1092679"/>
              <a:gd name="connsiteY21" fmla="*/ 581877 h 1083832"/>
              <a:gd name="connsiteX22" fmla="*/ 566905 w 1092679"/>
              <a:gd name="connsiteY22" fmla="*/ 563452 h 1083832"/>
              <a:gd name="connsiteX23" fmla="*/ 564235 w 1092679"/>
              <a:gd name="connsiteY23" fmla="*/ 556462 h 1083832"/>
              <a:gd name="connsiteX24" fmla="*/ 542327 w 1092679"/>
              <a:gd name="connsiteY24" fmla="*/ 504670 h 1083832"/>
              <a:gd name="connsiteX25" fmla="*/ 519841 w 1092679"/>
              <a:gd name="connsiteY25" fmla="*/ 556462 h 1083832"/>
              <a:gd name="connsiteX26" fmla="*/ 564235 w 1092679"/>
              <a:gd name="connsiteY26" fmla="*/ 556462 h 1083832"/>
              <a:gd name="connsiteX27" fmla="*/ 673425 w 1092679"/>
              <a:gd name="connsiteY27" fmla="*/ 595681 h 1083832"/>
              <a:gd name="connsiteX28" fmla="*/ 667611 w 1092679"/>
              <a:gd name="connsiteY28" fmla="*/ 610135 h 1083832"/>
              <a:gd name="connsiteX29" fmla="*/ 620547 w 1092679"/>
              <a:gd name="connsiteY29" fmla="*/ 610135 h 1083832"/>
              <a:gd name="connsiteX30" fmla="*/ 620547 w 1092679"/>
              <a:gd name="connsiteY30" fmla="*/ 607301 h 1083832"/>
              <a:gd name="connsiteX31" fmla="*/ 651798 w 1092679"/>
              <a:gd name="connsiteY31" fmla="*/ 577720 h 1083832"/>
              <a:gd name="connsiteX32" fmla="*/ 656559 w 1092679"/>
              <a:gd name="connsiteY32" fmla="*/ 564211 h 1083832"/>
              <a:gd name="connsiteX33" fmla="*/ 652555 w 1092679"/>
              <a:gd name="connsiteY33" fmla="*/ 554573 h 1083832"/>
              <a:gd name="connsiteX34" fmla="*/ 642651 w 1092679"/>
              <a:gd name="connsiteY34" fmla="*/ 550601 h 1083832"/>
              <a:gd name="connsiteX35" fmla="*/ 633121 w 1092679"/>
              <a:gd name="connsiteY35" fmla="*/ 553435 h 1083832"/>
              <a:gd name="connsiteX36" fmla="*/ 626932 w 1092679"/>
              <a:gd name="connsiteY36" fmla="*/ 561749 h 1083832"/>
              <a:gd name="connsiteX37" fmla="*/ 622639 w 1092679"/>
              <a:gd name="connsiteY37" fmla="*/ 561749 h 1083832"/>
              <a:gd name="connsiteX38" fmla="*/ 629976 w 1092679"/>
              <a:gd name="connsiteY38" fmla="*/ 547295 h 1083832"/>
              <a:gd name="connsiteX39" fmla="*/ 645695 w 1092679"/>
              <a:gd name="connsiteY39" fmla="*/ 542000 h 1083832"/>
              <a:gd name="connsiteX40" fmla="*/ 662085 w 1092679"/>
              <a:gd name="connsiteY40" fmla="*/ 547574 h 1083832"/>
              <a:gd name="connsiteX41" fmla="*/ 668469 w 1092679"/>
              <a:gd name="connsiteY41" fmla="*/ 559767 h 1083832"/>
              <a:gd name="connsiteX42" fmla="*/ 663896 w 1092679"/>
              <a:gd name="connsiteY42" fmla="*/ 573184 h 1083832"/>
              <a:gd name="connsiteX43" fmla="*/ 635790 w 1092679"/>
              <a:gd name="connsiteY43" fmla="*/ 600968 h 1083832"/>
              <a:gd name="connsiteX44" fmla="*/ 653609 w 1092679"/>
              <a:gd name="connsiteY44" fmla="*/ 600968 h 1083832"/>
              <a:gd name="connsiteX45" fmla="*/ 664465 w 1092679"/>
              <a:gd name="connsiteY45" fmla="*/ 599931 h 1083832"/>
              <a:gd name="connsiteX46" fmla="*/ 669133 w 1092679"/>
              <a:gd name="connsiteY46" fmla="*/ 595681 h 1083832"/>
              <a:gd name="connsiteX47" fmla="*/ 673425 w 1092679"/>
              <a:gd name="connsiteY47" fmla="*/ 595681 h 108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092679" h="1083832">
                <a:moveTo>
                  <a:pt x="566905" y="563452"/>
                </a:moveTo>
                <a:lnTo>
                  <a:pt x="516891" y="563452"/>
                </a:lnTo>
                <a:lnTo>
                  <a:pt x="508126" y="583673"/>
                </a:lnTo>
                <a:cubicBezTo>
                  <a:pt x="505964" y="588651"/>
                  <a:pt x="504879" y="592367"/>
                  <a:pt x="504879" y="594829"/>
                </a:cubicBezTo>
                <a:cubicBezTo>
                  <a:pt x="504879" y="596780"/>
                  <a:pt x="505800" y="598514"/>
                  <a:pt x="507642" y="600024"/>
                </a:cubicBezTo>
                <a:cubicBezTo>
                  <a:pt x="509555" y="601472"/>
                  <a:pt x="513613" y="602416"/>
                  <a:pt x="519841" y="602857"/>
                </a:cubicBezTo>
                <a:lnTo>
                  <a:pt x="519841" y="606357"/>
                </a:lnTo>
                <a:lnTo>
                  <a:pt x="479162" y="606357"/>
                </a:lnTo>
                <a:lnTo>
                  <a:pt x="479162" y="602857"/>
                </a:lnTo>
                <a:cubicBezTo>
                  <a:pt x="484556" y="601913"/>
                  <a:pt x="488052" y="600690"/>
                  <a:pt x="489637" y="599172"/>
                </a:cubicBezTo>
                <a:cubicBezTo>
                  <a:pt x="492876" y="596153"/>
                  <a:pt x="496466" y="590006"/>
                  <a:pt x="500407" y="580747"/>
                </a:cubicBezTo>
                <a:lnTo>
                  <a:pt x="545855" y="475283"/>
                </a:lnTo>
                <a:lnTo>
                  <a:pt x="549188" y="475283"/>
                </a:lnTo>
                <a:lnTo>
                  <a:pt x="594151" y="581877"/>
                </a:lnTo>
                <a:cubicBezTo>
                  <a:pt x="597773" y="590447"/>
                  <a:pt x="601043" y="596021"/>
                  <a:pt x="603970" y="598607"/>
                </a:cubicBezTo>
                <a:cubicBezTo>
                  <a:pt x="606951" y="601131"/>
                  <a:pt x="611080" y="602548"/>
                  <a:pt x="616356" y="602857"/>
                </a:cubicBezTo>
                <a:lnTo>
                  <a:pt x="616356" y="606357"/>
                </a:lnTo>
                <a:lnTo>
                  <a:pt x="565383" y="606357"/>
                </a:lnTo>
                <a:lnTo>
                  <a:pt x="565383" y="602857"/>
                </a:lnTo>
                <a:cubicBezTo>
                  <a:pt x="570526" y="602610"/>
                  <a:pt x="573991" y="601758"/>
                  <a:pt x="575771" y="600310"/>
                </a:cubicBezTo>
                <a:cubicBezTo>
                  <a:pt x="577613" y="598863"/>
                  <a:pt x="578534" y="597098"/>
                  <a:pt x="578534" y="595015"/>
                </a:cubicBezTo>
                <a:cubicBezTo>
                  <a:pt x="578534" y="592244"/>
                  <a:pt x="577262" y="587870"/>
                  <a:pt x="574717" y="581877"/>
                </a:cubicBezTo>
                <a:lnTo>
                  <a:pt x="566905" y="563452"/>
                </a:lnTo>
                <a:close/>
                <a:moveTo>
                  <a:pt x="564235" y="556462"/>
                </a:moveTo>
                <a:lnTo>
                  <a:pt x="542327" y="504670"/>
                </a:lnTo>
                <a:lnTo>
                  <a:pt x="519841" y="556462"/>
                </a:lnTo>
                <a:lnTo>
                  <a:pt x="564235" y="556462"/>
                </a:lnTo>
                <a:close/>
                <a:moveTo>
                  <a:pt x="673425" y="595681"/>
                </a:moveTo>
                <a:lnTo>
                  <a:pt x="667611" y="610135"/>
                </a:lnTo>
                <a:lnTo>
                  <a:pt x="620547" y="610135"/>
                </a:lnTo>
                <a:lnTo>
                  <a:pt x="620547" y="607301"/>
                </a:lnTo>
                <a:cubicBezTo>
                  <a:pt x="636235" y="595209"/>
                  <a:pt x="646655" y="585346"/>
                  <a:pt x="651798" y="577720"/>
                </a:cubicBezTo>
                <a:cubicBezTo>
                  <a:pt x="654975" y="573060"/>
                  <a:pt x="656559" y="568554"/>
                  <a:pt x="656559" y="564211"/>
                </a:cubicBezTo>
                <a:cubicBezTo>
                  <a:pt x="656559" y="560363"/>
                  <a:pt x="655224" y="557151"/>
                  <a:pt x="652555" y="554573"/>
                </a:cubicBezTo>
                <a:cubicBezTo>
                  <a:pt x="649956" y="551925"/>
                  <a:pt x="646655" y="550601"/>
                  <a:pt x="642651" y="550601"/>
                </a:cubicBezTo>
                <a:cubicBezTo>
                  <a:pt x="639029" y="550601"/>
                  <a:pt x="635853" y="551546"/>
                  <a:pt x="633121" y="553435"/>
                </a:cubicBezTo>
                <a:cubicBezTo>
                  <a:pt x="630389" y="555262"/>
                  <a:pt x="628329" y="558033"/>
                  <a:pt x="626932" y="561749"/>
                </a:cubicBezTo>
                <a:lnTo>
                  <a:pt x="622639" y="561749"/>
                </a:lnTo>
                <a:cubicBezTo>
                  <a:pt x="623529" y="555641"/>
                  <a:pt x="625980" y="550818"/>
                  <a:pt x="629976" y="547295"/>
                </a:cubicBezTo>
                <a:cubicBezTo>
                  <a:pt x="634042" y="543765"/>
                  <a:pt x="639287" y="542000"/>
                  <a:pt x="645695" y="542000"/>
                </a:cubicBezTo>
                <a:cubicBezTo>
                  <a:pt x="652430" y="542000"/>
                  <a:pt x="657894" y="543858"/>
                  <a:pt x="662085" y="547574"/>
                </a:cubicBezTo>
                <a:cubicBezTo>
                  <a:pt x="666339" y="551228"/>
                  <a:pt x="668469" y="555293"/>
                  <a:pt x="668469" y="559767"/>
                </a:cubicBezTo>
                <a:cubicBezTo>
                  <a:pt x="668469" y="563924"/>
                  <a:pt x="666947" y="568399"/>
                  <a:pt x="663896" y="573184"/>
                </a:cubicBezTo>
                <a:cubicBezTo>
                  <a:pt x="659135" y="580492"/>
                  <a:pt x="649761" y="589758"/>
                  <a:pt x="635790" y="600968"/>
                </a:cubicBezTo>
                <a:lnTo>
                  <a:pt x="653609" y="600968"/>
                </a:lnTo>
                <a:cubicBezTo>
                  <a:pt x="659072" y="600968"/>
                  <a:pt x="662686" y="600620"/>
                  <a:pt x="664465" y="599931"/>
                </a:cubicBezTo>
                <a:cubicBezTo>
                  <a:pt x="666307" y="599172"/>
                  <a:pt x="667868" y="597756"/>
                  <a:pt x="669133" y="595681"/>
                </a:cubicBezTo>
                <a:lnTo>
                  <a:pt x="673425" y="595681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E05F9FB8-A1B6-490C-8C53-5836E601D9A6}"/>
              </a:ext>
            </a:extLst>
          </p:cNvPr>
          <p:cNvSpPr/>
          <p:nvPr/>
        </p:nvSpPr>
        <p:spPr>
          <a:xfrm>
            <a:off x="6096857" y="3293953"/>
            <a:ext cx="1092680" cy="1083832"/>
          </a:xfrm>
          <a:custGeom>
            <a:avLst/>
            <a:gdLst>
              <a:gd name="connsiteX0" fmla="*/ 566910 w 1092679"/>
              <a:gd name="connsiteY0" fmla="*/ 563452 h 1083832"/>
              <a:gd name="connsiteX1" fmla="*/ 516891 w 1092679"/>
              <a:gd name="connsiteY1" fmla="*/ 563452 h 1083832"/>
              <a:gd name="connsiteX2" fmla="*/ 508126 w 1092679"/>
              <a:gd name="connsiteY2" fmla="*/ 583673 h 1083832"/>
              <a:gd name="connsiteX3" fmla="*/ 504886 w 1092679"/>
              <a:gd name="connsiteY3" fmla="*/ 594829 h 1083832"/>
              <a:gd name="connsiteX4" fmla="*/ 507649 w 1092679"/>
              <a:gd name="connsiteY4" fmla="*/ 600024 h 1083832"/>
              <a:gd name="connsiteX5" fmla="*/ 519844 w 1092679"/>
              <a:gd name="connsiteY5" fmla="*/ 602857 h 1083832"/>
              <a:gd name="connsiteX6" fmla="*/ 519844 w 1092679"/>
              <a:gd name="connsiteY6" fmla="*/ 606357 h 1083832"/>
              <a:gd name="connsiteX7" fmla="*/ 479162 w 1092679"/>
              <a:gd name="connsiteY7" fmla="*/ 606357 h 1083832"/>
              <a:gd name="connsiteX8" fmla="*/ 479162 w 1092679"/>
              <a:gd name="connsiteY8" fmla="*/ 602857 h 1083832"/>
              <a:gd name="connsiteX9" fmla="*/ 489643 w 1092679"/>
              <a:gd name="connsiteY9" fmla="*/ 599172 h 1083832"/>
              <a:gd name="connsiteX10" fmla="*/ 500409 w 1092679"/>
              <a:gd name="connsiteY10" fmla="*/ 580747 h 1083832"/>
              <a:gd name="connsiteX11" fmla="*/ 545854 w 1092679"/>
              <a:gd name="connsiteY11" fmla="*/ 475283 h 1083832"/>
              <a:gd name="connsiteX12" fmla="*/ 549189 w 1092679"/>
              <a:gd name="connsiteY12" fmla="*/ 475283 h 1083832"/>
              <a:gd name="connsiteX13" fmla="*/ 594158 w 1092679"/>
              <a:gd name="connsiteY13" fmla="*/ 581877 h 1083832"/>
              <a:gd name="connsiteX14" fmla="*/ 603971 w 1092679"/>
              <a:gd name="connsiteY14" fmla="*/ 598607 h 1083832"/>
              <a:gd name="connsiteX15" fmla="*/ 616357 w 1092679"/>
              <a:gd name="connsiteY15" fmla="*/ 602857 h 1083832"/>
              <a:gd name="connsiteX16" fmla="*/ 616357 w 1092679"/>
              <a:gd name="connsiteY16" fmla="*/ 606357 h 1083832"/>
              <a:gd name="connsiteX17" fmla="*/ 565386 w 1092679"/>
              <a:gd name="connsiteY17" fmla="*/ 606357 h 1083832"/>
              <a:gd name="connsiteX18" fmla="*/ 565386 w 1092679"/>
              <a:gd name="connsiteY18" fmla="*/ 602857 h 1083832"/>
              <a:gd name="connsiteX19" fmla="*/ 575770 w 1092679"/>
              <a:gd name="connsiteY19" fmla="*/ 600310 h 1083832"/>
              <a:gd name="connsiteX20" fmla="*/ 578533 w 1092679"/>
              <a:gd name="connsiteY20" fmla="*/ 595015 h 1083832"/>
              <a:gd name="connsiteX21" fmla="*/ 574722 w 1092679"/>
              <a:gd name="connsiteY21" fmla="*/ 581877 h 1083832"/>
              <a:gd name="connsiteX22" fmla="*/ 566910 w 1092679"/>
              <a:gd name="connsiteY22" fmla="*/ 563452 h 1083832"/>
              <a:gd name="connsiteX23" fmla="*/ 564242 w 1092679"/>
              <a:gd name="connsiteY23" fmla="*/ 556462 h 1083832"/>
              <a:gd name="connsiteX24" fmla="*/ 542330 w 1092679"/>
              <a:gd name="connsiteY24" fmla="*/ 504670 h 1083832"/>
              <a:gd name="connsiteX25" fmla="*/ 519844 w 1092679"/>
              <a:gd name="connsiteY25" fmla="*/ 556462 h 1083832"/>
              <a:gd name="connsiteX26" fmla="*/ 564242 w 1092679"/>
              <a:gd name="connsiteY26" fmla="*/ 556462 h 1083832"/>
              <a:gd name="connsiteX27" fmla="*/ 631601 w 1092679"/>
              <a:gd name="connsiteY27" fmla="*/ 550222 h 1083832"/>
              <a:gd name="connsiteX28" fmla="*/ 651132 w 1092679"/>
              <a:gd name="connsiteY28" fmla="*/ 542000 h 1083832"/>
              <a:gd name="connsiteX29" fmla="*/ 654467 w 1092679"/>
              <a:gd name="connsiteY29" fmla="*/ 542000 h 1083832"/>
              <a:gd name="connsiteX30" fmla="*/ 654467 w 1092679"/>
              <a:gd name="connsiteY30" fmla="*/ 598042 h 1083832"/>
              <a:gd name="connsiteX31" fmla="*/ 655039 w 1092679"/>
              <a:gd name="connsiteY31" fmla="*/ 605033 h 1083832"/>
              <a:gd name="connsiteX32" fmla="*/ 656563 w 1092679"/>
              <a:gd name="connsiteY32" fmla="*/ 606357 h 1083832"/>
              <a:gd name="connsiteX33" fmla="*/ 664089 w 1092679"/>
              <a:gd name="connsiteY33" fmla="*/ 607115 h 1083832"/>
              <a:gd name="connsiteX34" fmla="*/ 664089 w 1092679"/>
              <a:gd name="connsiteY34" fmla="*/ 610135 h 1083832"/>
              <a:gd name="connsiteX35" fmla="*/ 633126 w 1092679"/>
              <a:gd name="connsiteY35" fmla="*/ 610135 h 1083832"/>
              <a:gd name="connsiteX36" fmla="*/ 633126 w 1092679"/>
              <a:gd name="connsiteY36" fmla="*/ 607115 h 1083832"/>
              <a:gd name="connsiteX37" fmla="*/ 640747 w 1092679"/>
              <a:gd name="connsiteY37" fmla="*/ 606450 h 1083832"/>
              <a:gd name="connsiteX38" fmla="*/ 642367 w 1092679"/>
              <a:gd name="connsiteY38" fmla="*/ 604940 h 1083832"/>
              <a:gd name="connsiteX39" fmla="*/ 642844 w 1092679"/>
              <a:gd name="connsiteY39" fmla="*/ 598042 h 1083832"/>
              <a:gd name="connsiteX40" fmla="*/ 642844 w 1092679"/>
              <a:gd name="connsiteY40" fmla="*/ 562601 h 1083832"/>
              <a:gd name="connsiteX41" fmla="*/ 642367 w 1092679"/>
              <a:gd name="connsiteY41" fmla="*/ 553721 h 1083832"/>
              <a:gd name="connsiteX42" fmla="*/ 641319 w 1092679"/>
              <a:gd name="connsiteY42" fmla="*/ 551639 h 1083832"/>
              <a:gd name="connsiteX43" fmla="*/ 639509 w 1092679"/>
              <a:gd name="connsiteY43" fmla="*/ 550980 h 1083832"/>
              <a:gd name="connsiteX44" fmla="*/ 633126 w 1092679"/>
              <a:gd name="connsiteY44" fmla="*/ 552869 h 1083832"/>
              <a:gd name="connsiteX45" fmla="*/ 631601 w 1092679"/>
              <a:gd name="connsiteY45" fmla="*/ 550222 h 108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92679" h="1083832">
                <a:moveTo>
                  <a:pt x="566910" y="563452"/>
                </a:moveTo>
                <a:lnTo>
                  <a:pt x="516891" y="563452"/>
                </a:lnTo>
                <a:lnTo>
                  <a:pt x="508126" y="583673"/>
                </a:lnTo>
                <a:cubicBezTo>
                  <a:pt x="505966" y="588651"/>
                  <a:pt x="504886" y="592367"/>
                  <a:pt x="504886" y="594829"/>
                </a:cubicBezTo>
                <a:cubicBezTo>
                  <a:pt x="504886" y="596780"/>
                  <a:pt x="505807" y="598514"/>
                  <a:pt x="507649" y="600024"/>
                </a:cubicBezTo>
                <a:cubicBezTo>
                  <a:pt x="509555" y="601472"/>
                  <a:pt x="513620" y="602416"/>
                  <a:pt x="519844" y="602857"/>
                </a:cubicBezTo>
                <a:lnTo>
                  <a:pt x="519844" y="606357"/>
                </a:lnTo>
                <a:lnTo>
                  <a:pt x="479162" y="606357"/>
                </a:lnTo>
                <a:lnTo>
                  <a:pt x="479162" y="602857"/>
                </a:lnTo>
                <a:cubicBezTo>
                  <a:pt x="484561" y="601913"/>
                  <a:pt x="488055" y="600690"/>
                  <a:pt x="489643" y="599172"/>
                </a:cubicBezTo>
                <a:cubicBezTo>
                  <a:pt x="492882" y="596153"/>
                  <a:pt x="496471" y="590006"/>
                  <a:pt x="500409" y="580747"/>
                </a:cubicBezTo>
                <a:lnTo>
                  <a:pt x="545854" y="475283"/>
                </a:lnTo>
                <a:lnTo>
                  <a:pt x="549189" y="475283"/>
                </a:lnTo>
                <a:lnTo>
                  <a:pt x="594158" y="581877"/>
                </a:lnTo>
                <a:cubicBezTo>
                  <a:pt x="597779" y="590447"/>
                  <a:pt x="601050" y="596021"/>
                  <a:pt x="603971" y="598607"/>
                </a:cubicBezTo>
                <a:cubicBezTo>
                  <a:pt x="606957" y="601131"/>
                  <a:pt x="611086" y="602548"/>
                  <a:pt x="616357" y="602857"/>
                </a:cubicBezTo>
                <a:lnTo>
                  <a:pt x="616357" y="606357"/>
                </a:lnTo>
                <a:lnTo>
                  <a:pt x="565386" y="606357"/>
                </a:lnTo>
                <a:lnTo>
                  <a:pt x="565386" y="602857"/>
                </a:lnTo>
                <a:cubicBezTo>
                  <a:pt x="570530" y="602610"/>
                  <a:pt x="573992" y="601758"/>
                  <a:pt x="575770" y="600310"/>
                </a:cubicBezTo>
                <a:cubicBezTo>
                  <a:pt x="577612" y="598863"/>
                  <a:pt x="578533" y="597098"/>
                  <a:pt x="578533" y="595015"/>
                </a:cubicBezTo>
                <a:cubicBezTo>
                  <a:pt x="578533" y="592244"/>
                  <a:pt x="577263" y="587870"/>
                  <a:pt x="574722" y="581877"/>
                </a:cubicBezTo>
                <a:lnTo>
                  <a:pt x="566910" y="563452"/>
                </a:lnTo>
                <a:close/>
                <a:moveTo>
                  <a:pt x="564242" y="556462"/>
                </a:moveTo>
                <a:lnTo>
                  <a:pt x="542330" y="504670"/>
                </a:lnTo>
                <a:lnTo>
                  <a:pt x="519844" y="556462"/>
                </a:lnTo>
                <a:lnTo>
                  <a:pt x="564242" y="556462"/>
                </a:lnTo>
                <a:close/>
                <a:moveTo>
                  <a:pt x="631601" y="550222"/>
                </a:moveTo>
                <a:lnTo>
                  <a:pt x="651132" y="542000"/>
                </a:lnTo>
                <a:lnTo>
                  <a:pt x="654467" y="542000"/>
                </a:lnTo>
                <a:lnTo>
                  <a:pt x="654467" y="598042"/>
                </a:lnTo>
                <a:cubicBezTo>
                  <a:pt x="654467" y="601820"/>
                  <a:pt x="654657" y="604150"/>
                  <a:pt x="655039" y="605033"/>
                </a:cubicBezTo>
                <a:cubicBezTo>
                  <a:pt x="655356" y="605598"/>
                  <a:pt x="655864" y="606039"/>
                  <a:pt x="656563" y="606357"/>
                </a:cubicBezTo>
                <a:cubicBezTo>
                  <a:pt x="657579" y="606860"/>
                  <a:pt x="660088" y="607115"/>
                  <a:pt x="664089" y="607115"/>
                </a:cubicBezTo>
                <a:lnTo>
                  <a:pt x="664089" y="610135"/>
                </a:lnTo>
                <a:lnTo>
                  <a:pt x="633126" y="610135"/>
                </a:lnTo>
                <a:lnTo>
                  <a:pt x="633126" y="607115"/>
                </a:lnTo>
                <a:cubicBezTo>
                  <a:pt x="637191" y="607115"/>
                  <a:pt x="639731" y="606891"/>
                  <a:pt x="640747" y="606450"/>
                </a:cubicBezTo>
                <a:cubicBezTo>
                  <a:pt x="641510" y="606140"/>
                  <a:pt x="642050" y="605629"/>
                  <a:pt x="642367" y="604940"/>
                </a:cubicBezTo>
                <a:cubicBezTo>
                  <a:pt x="642684" y="604243"/>
                  <a:pt x="642844" y="601944"/>
                  <a:pt x="642844" y="598042"/>
                </a:cubicBezTo>
                <a:lnTo>
                  <a:pt x="642844" y="562601"/>
                </a:lnTo>
                <a:cubicBezTo>
                  <a:pt x="642844" y="558126"/>
                  <a:pt x="642684" y="555169"/>
                  <a:pt x="642367" y="553721"/>
                </a:cubicBezTo>
                <a:cubicBezTo>
                  <a:pt x="642176" y="552715"/>
                  <a:pt x="641827" y="552018"/>
                  <a:pt x="641319" y="551639"/>
                </a:cubicBezTo>
                <a:cubicBezTo>
                  <a:pt x="640874" y="551197"/>
                  <a:pt x="640271" y="550980"/>
                  <a:pt x="639509" y="550980"/>
                </a:cubicBezTo>
                <a:cubicBezTo>
                  <a:pt x="638239" y="550980"/>
                  <a:pt x="636110" y="551608"/>
                  <a:pt x="633126" y="552869"/>
                </a:cubicBezTo>
                <a:lnTo>
                  <a:pt x="631601" y="550222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EED590E7-3691-4DE7-BF51-B4467D8C12B6}"/>
              </a:ext>
            </a:extLst>
          </p:cNvPr>
          <p:cNvSpPr/>
          <p:nvPr/>
        </p:nvSpPr>
        <p:spPr>
          <a:xfrm>
            <a:off x="9168305" y="3296879"/>
            <a:ext cx="1014631" cy="1006416"/>
          </a:xfrm>
          <a:custGeom>
            <a:avLst/>
            <a:gdLst>
              <a:gd name="connsiteX0" fmla="*/ 515939 w 1014631"/>
              <a:gd name="connsiteY0" fmla="*/ 482281 h 1006415"/>
              <a:gd name="connsiteX1" fmla="*/ 515939 w 1014631"/>
              <a:gd name="connsiteY1" fmla="*/ 532648 h 1006415"/>
              <a:gd name="connsiteX2" fmla="*/ 539471 w 1014631"/>
              <a:gd name="connsiteY2" fmla="*/ 532648 h 1006415"/>
              <a:gd name="connsiteX3" fmla="*/ 551287 w 1014631"/>
              <a:gd name="connsiteY3" fmla="*/ 529149 h 1006415"/>
              <a:gd name="connsiteX4" fmla="*/ 556337 w 1014631"/>
              <a:gd name="connsiteY4" fmla="*/ 515067 h 1006415"/>
              <a:gd name="connsiteX5" fmla="*/ 559857 w 1014631"/>
              <a:gd name="connsiteY5" fmla="*/ 515067 h 1006415"/>
              <a:gd name="connsiteX6" fmla="*/ 559857 w 1014631"/>
              <a:gd name="connsiteY6" fmla="*/ 558451 h 1006415"/>
              <a:gd name="connsiteX7" fmla="*/ 556337 w 1014631"/>
              <a:gd name="connsiteY7" fmla="*/ 558451 h 1006415"/>
              <a:gd name="connsiteX8" fmla="*/ 554331 w 1014631"/>
              <a:gd name="connsiteY8" fmla="*/ 547481 h 1006415"/>
              <a:gd name="connsiteX9" fmla="*/ 549188 w 1014631"/>
              <a:gd name="connsiteY9" fmla="*/ 542287 h 1006415"/>
              <a:gd name="connsiteX10" fmla="*/ 539471 w 1014631"/>
              <a:gd name="connsiteY10" fmla="*/ 540490 h 1006415"/>
              <a:gd name="connsiteX11" fmla="*/ 515939 w 1014631"/>
              <a:gd name="connsiteY11" fmla="*/ 540490 h 1006415"/>
              <a:gd name="connsiteX12" fmla="*/ 515939 w 1014631"/>
              <a:gd name="connsiteY12" fmla="*/ 580747 h 1006415"/>
              <a:gd name="connsiteX13" fmla="*/ 517172 w 1014631"/>
              <a:gd name="connsiteY13" fmla="*/ 593606 h 1006415"/>
              <a:gd name="connsiteX14" fmla="*/ 521176 w 1014631"/>
              <a:gd name="connsiteY14" fmla="*/ 597663 h 1006415"/>
              <a:gd name="connsiteX15" fmla="*/ 529941 w 1014631"/>
              <a:gd name="connsiteY15" fmla="*/ 599931 h 1006415"/>
              <a:gd name="connsiteX16" fmla="*/ 534608 w 1014631"/>
              <a:gd name="connsiteY16" fmla="*/ 599931 h 1006415"/>
              <a:gd name="connsiteX17" fmla="*/ 534608 w 1014631"/>
              <a:gd name="connsiteY17" fmla="*/ 603430 h 1006415"/>
              <a:gd name="connsiteX18" fmla="*/ 479162 w 1014631"/>
              <a:gd name="connsiteY18" fmla="*/ 603430 h 1006415"/>
              <a:gd name="connsiteX19" fmla="*/ 479162 w 1014631"/>
              <a:gd name="connsiteY19" fmla="*/ 599931 h 1006415"/>
              <a:gd name="connsiteX20" fmla="*/ 483736 w 1014631"/>
              <a:gd name="connsiteY20" fmla="*/ 599931 h 1006415"/>
              <a:gd name="connsiteX21" fmla="*/ 495358 w 1014631"/>
              <a:gd name="connsiteY21" fmla="*/ 595301 h 1006415"/>
              <a:gd name="connsiteX22" fmla="*/ 497644 w 1014631"/>
              <a:gd name="connsiteY22" fmla="*/ 580747 h 1006415"/>
              <a:gd name="connsiteX23" fmla="*/ 497644 w 1014631"/>
              <a:gd name="connsiteY23" fmla="*/ 497966 h 1006415"/>
              <a:gd name="connsiteX24" fmla="*/ 496403 w 1014631"/>
              <a:gd name="connsiteY24" fmla="*/ 485114 h 1006415"/>
              <a:gd name="connsiteX25" fmla="*/ 492501 w 1014631"/>
              <a:gd name="connsiteY25" fmla="*/ 481050 h 1006415"/>
              <a:gd name="connsiteX26" fmla="*/ 483736 w 1014631"/>
              <a:gd name="connsiteY26" fmla="*/ 478782 h 1006415"/>
              <a:gd name="connsiteX27" fmla="*/ 479162 w 1014631"/>
              <a:gd name="connsiteY27" fmla="*/ 478782 h 1006415"/>
              <a:gd name="connsiteX28" fmla="*/ 479162 w 1014631"/>
              <a:gd name="connsiteY28" fmla="*/ 475283 h 1006415"/>
              <a:gd name="connsiteX29" fmla="*/ 575295 w 1014631"/>
              <a:gd name="connsiteY29" fmla="*/ 475283 h 1006415"/>
              <a:gd name="connsiteX30" fmla="*/ 576528 w 1014631"/>
              <a:gd name="connsiteY30" fmla="*/ 503447 h 1006415"/>
              <a:gd name="connsiteX31" fmla="*/ 573195 w 1014631"/>
              <a:gd name="connsiteY31" fmla="*/ 503447 h 1006415"/>
              <a:gd name="connsiteX32" fmla="*/ 567389 w 1014631"/>
              <a:gd name="connsiteY32" fmla="*/ 490309 h 1006415"/>
              <a:gd name="connsiteX33" fmla="*/ 559287 w 1014631"/>
              <a:gd name="connsiteY33" fmla="*/ 484170 h 1006415"/>
              <a:gd name="connsiteX34" fmla="*/ 544427 w 1014631"/>
              <a:gd name="connsiteY34" fmla="*/ 482281 h 1006415"/>
              <a:gd name="connsiteX35" fmla="*/ 515939 w 1014631"/>
              <a:gd name="connsiteY35" fmla="*/ 482281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14631" h="1006415">
                <a:moveTo>
                  <a:pt x="515939" y="482281"/>
                </a:moveTo>
                <a:lnTo>
                  <a:pt x="515939" y="532648"/>
                </a:lnTo>
                <a:lnTo>
                  <a:pt x="539471" y="532648"/>
                </a:lnTo>
                <a:cubicBezTo>
                  <a:pt x="544872" y="532648"/>
                  <a:pt x="548805" y="531479"/>
                  <a:pt x="551287" y="529149"/>
                </a:cubicBezTo>
                <a:cubicBezTo>
                  <a:pt x="553824" y="526757"/>
                  <a:pt x="555510" y="522065"/>
                  <a:pt x="556337" y="515067"/>
                </a:cubicBezTo>
                <a:lnTo>
                  <a:pt x="559857" y="515067"/>
                </a:lnTo>
                <a:lnTo>
                  <a:pt x="559857" y="558451"/>
                </a:lnTo>
                <a:lnTo>
                  <a:pt x="556337" y="558451"/>
                </a:lnTo>
                <a:cubicBezTo>
                  <a:pt x="556267" y="553473"/>
                  <a:pt x="555603" y="549819"/>
                  <a:pt x="554331" y="547481"/>
                </a:cubicBezTo>
                <a:cubicBezTo>
                  <a:pt x="553129" y="545151"/>
                  <a:pt x="551412" y="543425"/>
                  <a:pt x="549188" y="542287"/>
                </a:cubicBezTo>
                <a:cubicBezTo>
                  <a:pt x="547026" y="541087"/>
                  <a:pt x="543787" y="540490"/>
                  <a:pt x="539471" y="540490"/>
                </a:cubicBezTo>
                <a:lnTo>
                  <a:pt x="515939" y="540490"/>
                </a:lnTo>
                <a:lnTo>
                  <a:pt x="515939" y="580747"/>
                </a:lnTo>
                <a:cubicBezTo>
                  <a:pt x="515939" y="587242"/>
                  <a:pt x="516353" y="591524"/>
                  <a:pt x="517172" y="593606"/>
                </a:cubicBezTo>
                <a:cubicBezTo>
                  <a:pt x="517812" y="595178"/>
                  <a:pt x="519147" y="596532"/>
                  <a:pt x="521176" y="597663"/>
                </a:cubicBezTo>
                <a:cubicBezTo>
                  <a:pt x="523970" y="599180"/>
                  <a:pt x="526897" y="599931"/>
                  <a:pt x="529941" y="599931"/>
                </a:cubicBezTo>
                <a:lnTo>
                  <a:pt x="534608" y="599931"/>
                </a:lnTo>
                <a:lnTo>
                  <a:pt x="534608" y="603430"/>
                </a:lnTo>
                <a:lnTo>
                  <a:pt x="479162" y="603430"/>
                </a:lnTo>
                <a:lnTo>
                  <a:pt x="479162" y="599931"/>
                </a:lnTo>
                <a:lnTo>
                  <a:pt x="483736" y="599931"/>
                </a:lnTo>
                <a:cubicBezTo>
                  <a:pt x="489067" y="599931"/>
                  <a:pt x="492946" y="598390"/>
                  <a:pt x="495358" y="595301"/>
                </a:cubicBezTo>
                <a:cubicBezTo>
                  <a:pt x="496880" y="593289"/>
                  <a:pt x="497644" y="588435"/>
                  <a:pt x="497644" y="580747"/>
                </a:cubicBezTo>
                <a:lnTo>
                  <a:pt x="497644" y="497966"/>
                </a:lnTo>
                <a:cubicBezTo>
                  <a:pt x="497644" y="491478"/>
                  <a:pt x="497231" y="487189"/>
                  <a:pt x="496403" y="485114"/>
                </a:cubicBezTo>
                <a:cubicBezTo>
                  <a:pt x="495771" y="483535"/>
                  <a:pt x="494468" y="482180"/>
                  <a:pt x="492501" y="481050"/>
                </a:cubicBezTo>
                <a:cubicBezTo>
                  <a:pt x="489769" y="479540"/>
                  <a:pt x="486850" y="478782"/>
                  <a:pt x="483736" y="478782"/>
                </a:cubicBezTo>
                <a:lnTo>
                  <a:pt x="479162" y="478782"/>
                </a:lnTo>
                <a:lnTo>
                  <a:pt x="479162" y="475283"/>
                </a:lnTo>
                <a:lnTo>
                  <a:pt x="575295" y="475283"/>
                </a:lnTo>
                <a:lnTo>
                  <a:pt x="576528" y="503447"/>
                </a:lnTo>
                <a:lnTo>
                  <a:pt x="573195" y="503447"/>
                </a:lnTo>
                <a:cubicBezTo>
                  <a:pt x="571549" y="497462"/>
                  <a:pt x="569605" y="493081"/>
                  <a:pt x="567389" y="490309"/>
                </a:cubicBezTo>
                <a:cubicBezTo>
                  <a:pt x="565227" y="487476"/>
                  <a:pt x="562526" y="485432"/>
                  <a:pt x="559287" y="484170"/>
                </a:cubicBezTo>
                <a:cubicBezTo>
                  <a:pt x="556111" y="482908"/>
                  <a:pt x="551155" y="482281"/>
                  <a:pt x="544427" y="482281"/>
                </a:cubicBezTo>
                <a:lnTo>
                  <a:pt x="515939" y="482281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3F616140-7AD7-4062-8760-CDF353F40B86}"/>
              </a:ext>
            </a:extLst>
          </p:cNvPr>
          <p:cNvSpPr/>
          <p:nvPr/>
        </p:nvSpPr>
        <p:spPr>
          <a:xfrm>
            <a:off x="10672215" y="3300796"/>
            <a:ext cx="1248777" cy="1083832"/>
          </a:xfrm>
          <a:custGeom>
            <a:avLst/>
            <a:gdLst>
              <a:gd name="connsiteX0" fmla="*/ 543857 w 1248776"/>
              <a:gd name="connsiteY0" fmla="*/ 475283 h 1083832"/>
              <a:gd name="connsiteX1" fmla="*/ 537277 w 1248776"/>
              <a:gd name="connsiteY1" fmla="*/ 497013 h 1083832"/>
              <a:gd name="connsiteX2" fmla="*/ 555767 w 1248776"/>
              <a:gd name="connsiteY2" fmla="*/ 480098 h 1083832"/>
              <a:gd name="connsiteX3" fmla="*/ 572438 w 1248776"/>
              <a:gd name="connsiteY3" fmla="*/ 475283 h 1083832"/>
              <a:gd name="connsiteX4" fmla="*/ 586916 w 1248776"/>
              <a:gd name="connsiteY4" fmla="*/ 481987 h 1083832"/>
              <a:gd name="connsiteX5" fmla="*/ 592918 w 1248776"/>
              <a:gd name="connsiteY5" fmla="*/ 499282 h 1083832"/>
              <a:gd name="connsiteX6" fmla="*/ 575864 w 1248776"/>
              <a:gd name="connsiteY6" fmla="*/ 541621 h 1083832"/>
              <a:gd name="connsiteX7" fmla="*/ 536138 w 1248776"/>
              <a:gd name="connsiteY7" fmla="*/ 563073 h 1083832"/>
              <a:gd name="connsiteX8" fmla="*/ 527662 w 1248776"/>
              <a:gd name="connsiteY8" fmla="*/ 562036 h 1083832"/>
              <a:gd name="connsiteX9" fmla="*/ 519467 w 1248776"/>
              <a:gd name="connsiteY9" fmla="*/ 558351 h 1083832"/>
              <a:gd name="connsiteX10" fmla="*/ 512513 w 1248776"/>
              <a:gd name="connsiteY10" fmla="*/ 582729 h 1083832"/>
              <a:gd name="connsiteX11" fmla="*/ 510413 w 1248776"/>
              <a:gd name="connsiteY11" fmla="*/ 592089 h 1083832"/>
              <a:gd name="connsiteX12" fmla="*/ 511459 w 1248776"/>
              <a:gd name="connsiteY12" fmla="*/ 595580 h 1083832"/>
              <a:gd name="connsiteX13" fmla="*/ 515080 w 1248776"/>
              <a:gd name="connsiteY13" fmla="*/ 597848 h 1083832"/>
              <a:gd name="connsiteX14" fmla="*/ 524899 w 1248776"/>
              <a:gd name="connsiteY14" fmla="*/ 598700 h 1083832"/>
              <a:gd name="connsiteX15" fmla="*/ 524040 w 1248776"/>
              <a:gd name="connsiteY15" fmla="*/ 602199 h 1083832"/>
              <a:gd name="connsiteX16" fmla="*/ 479162 w 1248776"/>
              <a:gd name="connsiteY16" fmla="*/ 602199 h 1083832"/>
              <a:gd name="connsiteX17" fmla="*/ 480115 w 1248776"/>
              <a:gd name="connsiteY17" fmla="*/ 598700 h 1083832"/>
              <a:gd name="connsiteX18" fmla="*/ 492119 w 1248776"/>
              <a:gd name="connsiteY18" fmla="*/ 595673 h 1083832"/>
              <a:gd name="connsiteX19" fmla="*/ 498597 w 1248776"/>
              <a:gd name="connsiteY19" fmla="*/ 581026 h 1083832"/>
              <a:gd name="connsiteX20" fmla="*/ 522706 w 1248776"/>
              <a:gd name="connsiteY20" fmla="*/ 498244 h 1083832"/>
              <a:gd name="connsiteX21" fmla="*/ 524899 w 1248776"/>
              <a:gd name="connsiteY21" fmla="*/ 488513 h 1083832"/>
              <a:gd name="connsiteX22" fmla="*/ 523369 w 1248776"/>
              <a:gd name="connsiteY22" fmla="*/ 484542 h 1083832"/>
              <a:gd name="connsiteX23" fmla="*/ 518889 w 1248776"/>
              <a:gd name="connsiteY23" fmla="*/ 483125 h 1083832"/>
              <a:gd name="connsiteX24" fmla="*/ 511178 w 1248776"/>
              <a:gd name="connsiteY24" fmla="*/ 483783 h 1083832"/>
              <a:gd name="connsiteX25" fmla="*/ 511178 w 1248776"/>
              <a:gd name="connsiteY25" fmla="*/ 480098 h 1083832"/>
              <a:gd name="connsiteX26" fmla="*/ 543857 w 1248776"/>
              <a:gd name="connsiteY26" fmla="*/ 475283 h 1083832"/>
              <a:gd name="connsiteX27" fmla="*/ 521652 w 1248776"/>
              <a:gd name="connsiteY27" fmla="*/ 550880 h 1083832"/>
              <a:gd name="connsiteX28" fmla="*/ 537566 w 1248776"/>
              <a:gd name="connsiteY28" fmla="*/ 557878 h 1083832"/>
              <a:gd name="connsiteX29" fmla="*/ 547666 w 1248776"/>
              <a:gd name="connsiteY29" fmla="*/ 555138 h 1083832"/>
              <a:gd name="connsiteX30" fmla="*/ 557672 w 1248776"/>
              <a:gd name="connsiteY30" fmla="*/ 547009 h 1083832"/>
              <a:gd name="connsiteX31" fmla="*/ 566530 w 1248776"/>
              <a:gd name="connsiteY31" fmla="*/ 534630 h 1083832"/>
              <a:gd name="connsiteX32" fmla="*/ 573484 w 1248776"/>
              <a:gd name="connsiteY32" fmla="*/ 517993 h 1083832"/>
              <a:gd name="connsiteX33" fmla="*/ 576630 w 1248776"/>
              <a:gd name="connsiteY33" fmla="*/ 499096 h 1083832"/>
              <a:gd name="connsiteX34" fmla="*/ 573102 w 1248776"/>
              <a:gd name="connsiteY34" fmla="*/ 487569 h 1083832"/>
              <a:gd name="connsiteX35" fmla="*/ 565008 w 1248776"/>
              <a:gd name="connsiteY35" fmla="*/ 483504 h 1083832"/>
              <a:gd name="connsiteX36" fmla="*/ 544614 w 1248776"/>
              <a:gd name="connsiteY36" fmla="*/ 495217 h 1083832"/>
              <a:gd name="connsiteX37" fmla="*/ 529941 w 1248776"/>
              <a:gd name="connsiteY37" fmla="*/ 522623 h 1083832"/>
              <a:gd name="connsiteX38" fmla="*/ 521652 w 1248776"/>
              <a:gd name="connsiteY38" fmla="*/ 550880 h 1083832"/>
              <a:gd name="connsiteX39" fmla="*/ 623638 w 1248776"/>
              <a:gd name="connsiteY39" fmla="*/ 586909 h 1083832"/>
              <a:gd name="connsiteX40" fmla="*/ 616208 w 1248776"/>
              <a:gd name="connsiteY40" fmla="*/ 612480 h 1083832"/>
              <a:gd name="connsiteX41" fmla="*/ 624668 w 1248776"/>
              <a:gd name="connsiteY41" fmla="*/ 598925 h 1083832"/>
              <a:gd name="connsiteX42" fmla="*/ 635244 w 1248776"/>
              <a:gd name="connsiteY42" fmla="*/ 588721 h 1083832"/>
              <a:gd name="connsiteX43" fmla="*/ 641589 w 1248776"/>
              <a:gd name="connsiteY43" fmla="*/ 586909 h 1083832"/>
              <a:gd name="connsiteX44" fmla="*/ 646335 w 1248776"/>
              <a:gd name="connsiteY44" fmla="*/ 588721 h 1083832"/>
              <a:gd name="connsiteX45" fmla="*/ 648216 w 1248776"/>
              <a:gd name="connsiteY45" fmla="*/ 593374 h 1083832"/>
              <a:gd name="connsiteX46" fmla="*/ 646904 w 1248776"/>
              <a:gd name="connsiteY46" fmla="*/ 600628 h 1083832"/>
              <a:gd name="connsiteX47" fmla="*/ 642846 w 1248776"/>
              <a:gd name="connsiteY47" fmla="*/ 615027 h 1083832"/>
              <a:gd name="connsiteX48" fmla="*/ 660508 w 1248776"/>
              <a:gd name="connsiteY48" fmla="*/ 590765 h 1083832"/>
              <a:gd name="connsiteX49" fmla="*/ 669655 w 1248776"/>
              <a:gd name="connsiteY49" fmla="*/ 586909 h 1083832"/>
              <a:gd name="connsiteX50" fmla="*/ 673940 w 1248776"/>
              <a:gd name="connsiteY50" fmla="*/ 588721 h 1083832"/>
              <a:gd name="connsiteX51" fmla="*/ 675658 w 1248776"/>
              <a:gd name="connsiteY51" fmla="*/ 594218 h 1083832"/>
              <a:gd name="connsiteX52" fmla="*/ 674627 w 1248776"/>
              <a:gd name="connsiteY52" fmla="*/ 601193 h 1083832"/>
              <a:gd name="connsiteX53" fmla="*/ 668336 w 1248776"/>
              <a:gd name="connsiteY53" fmla="*/ 623249 h 1083832"/>
              <a:gd name="connsiteX54" fmla="*/ 666284 w 1248776"/>
              <a:gd name="connsiteY54" fmla="*/ 631246 h 1083832"/>
              <a:gd name="connsiteX55" fmla="*/ 666799 w 1248776"/>
              <a:gd name="connsiteY55" fmla="*/ 632609 h 1083832"/>
              <a:gd name="connsiteX56" fmla="*/ 667712 w 1248776"/>
              <a:gd name="connsiteY56" fmla="*/ 633003 h 1083832"/>
              <a:gd name="connsiteX57" fmla="*/ 669710 w 1248776"/>
              <a:gd name="connsiteY57" fmla="*/ 631927 h 1083832"/>
              <a:gd name="connsiteX58" fmla="*/ 675829 w 1248776"/>
              <a:gd name="connsiteY58" fmla="*/ 625347 h 1083832"/>
              <a:gd name="connsiteX59" fmla="*/ 677718 w 1248776"/>
              <a:gd name="connsiteY59" fmla="*/ 626539 h 1083832"/>
              <a:gd name="connsiteX60" fmla="*/ 672629 w 1248776"/>
              <a:gd name="connsiteY60" fmla="*/ 632779 h 1083832"/>
              <a:gd name="connsiteX61" fmla="*/ 666455 w 1248776"/>
              <a:gd name="connsiteY61" fmla="*/ 638167 h 1083832"/>
              <a:gd name="connsiteX62" fmla="*/ 661710 w 1248776"/>
              <a:gd name="connsiteY62" fmla="*/ 639584 h 1083832"/>
              <a:gd name="connsiteX63" fmla="*/ 658339 w 1248776"/>
              <a:gd name="connsiteY63" fmla="*/ 638221 h 1083832"/>
              <a:gd name="connsiteX64" fmla="*/ 657020 w 1248776"/>
              <a:gd name="connsiteY64" fmla="*/ 634877 h 1083832"/>
              <a:gd name="connsiteX65" fmla="*/ 659369 w 1248776"/>
              <a:gd name="connsiteY65" fmla="*/ 623930 h 1083832"/>
              <a:gd name="connsiteX66" fmla="*/ 664566 w 1248776"/>
              <a:gd name="connsiteY66" fmla="*/ 605730 h 1083832"/>
              <a:gd name="connsiteX67" fmla="*/ 666455 w 1248776"/>
              <a:gd name="connsiteY67" fmla="*/ 598754 h 1083832"/>
              <a:gd name="connsiteX68" fmla="*/ 666627 w 1248776"/>
              <a:gd name="connsiteY68" fmla="*/ 596656 h 1083832"/>
              <a:gd name="connsiteX69" fmla="*/ 665995 w 1248776"/>
              <a:gd name="connsiteY69" fmla="*/ 594450 h 1083832"/>
              <a:gd name="connsiteX70" fmla="*/ 664450 w 1248776"/>
              <a:gd name="connsiteY70" fmla="*/ 593653 h 1083832"/>
              <a:gd name="connsiteX71" fmla="*/ 659369 w 1248776"/>
              <a:gd name="connsiteY71" fmla="*/ 596091 h 1083832"/>
              <a:gd name="connsiteX72" fmla="*/ 644617 w 1248776"/>
              <a:gd name="connsiteY72" fmla="*/ 616281 h 1083832"/>
              <a:gd name="connsiteX73" fmla="*/ 636157 w 1248776"/>
              <a:gd name="connsiteY73" fmla="*/ 638221 h 1083832"/>
              <a:gd name="connsiteX74" fmla="*/ 627525 w 1248776"/>
              <a:gd name="connsiteY74" fmla="*/ 638221 h 1083832"/>
              <a:gd name="connsiteX75" fmla="*/ 637297 w 1248776"/>
              <a:gd name="connsiteY75" fmla="*/ 603918 h 1083832"/>
              <a:gd name="connsiteX76" fmla="*/ 638897 w 1248776"/>
              <a:gd name="connsiteY76" fmla="*/ 596486 h 1083832"/>
              <a:gd name="connsiteX77" fmla="*/ 638272 w 1248776"/>
              <a:gd name="connsiteY77" fmla="*/ 594218 h 1083832"/>
              <a:gd name="connsiteX78" fmla="*/ 636727 w 1248776"/>
              <a:gd name="connsiteY78" fmla="*/ 593482 h 1083832"/>
              <a:gd name="connsiteX79" fmla="*/ 632723 w 1248776"/>
              <a:gd name="connsiteY79" fmla="*/ 594845 h 1083832"/>
              <a:gd name="connsiteX80" fmla="*/ 623864 w 1248776"/>
              <a:gd name="connsiteY80" fmla="*/ 604313 h 1083832"/>
              <a:gd name="connsiteX81" fmla="*/ 615521 w 1248776"/>
              <a:gd name="connsiteY81" fmla="*/ 618209 h 1083832"/>
              <a:gd name="connsiteX82" fmla="*/ 608715 w 1248776"/>
              <a:gd name="connsiteY82" fmla="*/ 638221 h 1083832"/>
              <a:gd name="connsiteX83" fmla="*/ 600255 w 1248776"/>
              <a:gd name="connsiteY83" fmla="*/ 638221 h 1083832"/>
              <a:gd name="connsiteX84" fmla="*/ 610830 w 1248776"/>
              <a:gd name="connsiteY84" fmla="*/ 601479 h 1083832"/>
              <a:gd name="connsiteX85" fmla="*/ 612204 w 1248776"/>
              <a:gd name="connsiteY85" fmla="*/ 596718 h 1083832"/>
              <a:gd name="connsiteX86" fmla="*/ 612602 w 1248776"/>
              <a:gd name="connsiteY86" fmla="*/ 595131 h 1083832"/>
              <a:gd name="connsiteX87" fmla="*/ 611462 w 1248776"/>
              <a:gd name="connsiteY87" fmla="*/ 592917 h 1083832"/>
              <a:gd name="connsiteX88" fmla="*/ 608544 w 1248776"/>
              <a:gd name="connsiteY88" fmla="*/ 591895 h 1083832"/>
              <a:gd name="connsiteX89" fmla="*/ 604431 w 1248776"/>
              <a:gd name="connsiteY89" fmla="*/ 592576 h 1083832"/>
              <a:gd name="connsiteX90" fmla="*/ 603915 w 1248776"/>
              <a:gd name="connsiteY90" fmla="*/ 590478 h 1083832"/>
              <a:gd name="connsiteX91" fmla="*/ 623638 w 1248776"/>
              <a:gd name="connsiteY91" fmla="*/ 586909 h 1083832"/>
              <a:gd name="connsiteX92" fmla="*/ 712551 w 1248776"/>
              <a:gd name="connsiteY92" fmla="*/ 564397 h 1083832"/>
              <a:gd name="connsiteX93" fmla="*/ 716609 w 1248776"/>
              <a:gd name="connsiteY93" fmla="*/ 566038 h 1083832"/>
              <a:gd name="connsiteX94" fmla="*/ 718272 w 1248776"/>
              <a:gd name="connsiteY94" fmla="*/ 570064 h 1083832"/>
              <a:gd name="connsiteX95" fmla="*/ 716555 w 1248776"/>
              <a:gd name="connsiteY95" fmla="*/ 574089 h 1083832"/>
              <a:gd name="connsiteX96" fmla="*/ 712551 w 1248776"/>
              <a:gd name="connsiteY96" fmla="*/ 575738 h 1083832"/>
              <a:gd name="connsiteX97" fmla="*/ 708493 w 1248776"/>
              <a:gd name="connsiteY97" fmla="*/ 574089 h 1083832"/>
              <a:gd name="connsiteX98" fmla="*/ 706838 w 1248776"/>
              <a:gd name="connsiteY98" fmla="*/ 570064 h 1083832"/>
              <a:gd name="connsiteX99" fmla="*/ 708493 w 1248776"/>
              <a:gd name="connsiteY99" fmla="*/ 566038 h 1083832"/>
              <a:gd name="connsiteX100" fmla="*/ 712551 w 1248776"/>
              <a:gd name="connsiteY100" fmla="*/ 564397 h 1083832"/>
              <a:gd name="connsiteX101" fmla="*/ 713293 w 1248776"/>
              <a:gd name="connsiteY101" fmla="*/ 586909 h 1083832"/>
              <a:gd name="connsiteX102" fmla="*/ 701975 w 1248776"/>
              <a:gd name="connsiteY102" fmla="*/ 626655 h 1083832"/>
              <a:gd name="connsiteX103" fmla="*/ 700836 w 1248776"/>
              <a:gd name="connsiteY103" fmla="*/ 631471 h 1083832"/>
              <a:gd name="connsiteX104" fmla="*/ 701351 w 1248776"/>
              <a:gd name="connsiteY104" fmla="*/ 632949 h 1083832"/>
              <a:gd name="connsiteX105" fmla="*/ 702662 w 1248776"/>
              <a:gd name="connsiteY105" fmla="*/ 633514 h 1083832"/>
              <a:gd name="connsiteX106" fmla="*/ 704723 w 1248776"/>
              <a:gd name="connsiteY106" fmla="*/ 632609 h 1083832"/>
              <a:gd name="connsiteX107" fmla="*/ 711294 w 1248776"/>
              <a:gd name="connsiteY107" fmla="*/ 625347 h 1083832"/>
              <a:gd name="connsiteX108" fmla="*/ 713293 w 1248776"/>
              <a:gd name="connsiteY108" fmla="*/ 626655 h 1083832"/>
              <a:gd name="connsiteX109" fmla="*/ 704153 w 1248776"/>
              <a:gd name="connsiteY109" fmla="*/ 636580 h 1083832"/>
              <a:gd name="connsiteX110" fmla="*/ 696715 w 1248776"/>
              <a:gd name="connsiteY110" fmla="*/ 639584 h 1083832"/>
              <a:gd name="connsiteX111" fmla="*/ 692891 w 1248776"/>
              <a:gd name="connsiteY111" fmla="*/ 638221 h 1083832"/>
              <a:gd name="connsiteX112" fmla="*/ 691400 w 1248776"/>
              <a:gd name="connsiteY112" fmla="*/ 634707 h 1083832"/>
              <a:gd name="connsiteX113" fmla="*/ 692828 w 1248776"/>
              <a:gd name="connsiteY113" fmla="*/ 627731 h 1083832"/>
              <a:gd name="connsiteX114" fmla="*/ 700266 w 1248776"/>
              <a:gd name="connsiteY114" fmla="*/ 602331 h 1083832"/>
              <a:gd name="connsiteX115" fmla="*/ 702093 w 1248776"/>
              <a:gd name="connsiteY115" fmla="*/ 594504 h 1083832"/>
              <a:gd name="connsiteX116" fmla="*/ 701179 w 1248776"/>
              <a:gd name="connsiteY116" fmla="*/ 592460 h 1083832"/>
              <a:gd name="connsiteX117" fmla="*/ 698775 w 1248776"/>
              <a:gd name="connsiteY117" fmla="*/ 591671 h 1083832"/>
              <a:gd name="connsiteX118" fmla="*/ 693577 w 1248776"/>
              <a:gd name="connsiteY118" fmla="*/ 592290 h 1083832"/>
              <a:gd name="connsiteX119" fmla="*/ 693577 w 1248776"/>
              <a:gd name="connsiteY119" fmla="*/ 590084 h 1083832"/>
              <a:gd name="connsiteX120" fmla="*/ 713293 w 1248776"/>
              <a:gd name="connsiteY120" fmla="*/ 586909 h 1083832"/>
              <a:gd name="connsiteX121" fmla="*/ 752878 w 1248776"/>
              <a:gd name="connsiteY121" fmla="*/ 572843 h 1083832"/>
              <a:gd name="connsiteX122" fmla="*/ 748422 w 1248776"/>
              <a:gd name="connsiteY122" fmla="*/ 588264 h 1083832"/>
              <a:gd name="connsiteX123" fmla="*/ 757398 w 1248776"/>
              <a:gd name="connsiteY123" fmla="*/ 588264 h 1083832"/>
              <a:gd name="connsiteX124" fmla="*/ 756422 w 1248776"/>
              <a:gd name="connsiteY124" fmla="*/ 591841 h 1083832"/>
              <a:gd name="connsiteX125" fmla="*/ 747509 w 1248776"/>
              <a:gd name="connsiteY125" fmla="*/ 591841 h 1083832"/>
              <a:gd name="connsiteX126" fmla="*/ 737675 w 1248776"/>
              <a:gd name="connsiteY126" fmla="*/ 625293 h 1083832"/>
              <a:gd name="connsiteX127" fmla="*/ 736075 w 1248776"/>
              <a:gd name="connsiteY127" fmla="*/ 632268 h 1083832"/>
              <a:gd name="connsiteX128" fmla="*/ 736528 w 1248776"/>
              <a:gd name="connsiteY128" fmla="*/ 633739 h 1083832"/>
              <a:gd name="connsiteX129" fmla="*/ 737613 w 1248776"/>
              <a:gd name="connsiteY129" fmla="*/ 634250 h 1083832"/>
              <a:gd name="connsiteX130" fmla="*/ 741390 w 1248776"/>
              <a:gd name="connsiteY130" fmla="*/ 632268 h 1083832"/>
              <a:gd name="connsiteX131" fmla="*/ 747509 w 1248776"/>
              <a:gd name="connsiteY131" fmla="*/ 625293 h 1083832"/>
              <a:gd name="connsiteX132" fmla="*/ 749390 w 1248776"/>
              <a:gd name="connsiteY132" fmla="*/ 626709 h 1083832"/>
              <a:gd name="connsiteX133" fmla="*/ 739447 w 1248776"/>
              <a:gd name="connsiteY133" fmla="*/ 637432 h 1083832"/>
              <a:gd name="connsiteX134" fmla="*/ 732984 w 1248776"/>
              <a:gd name="connsiteY134" fmla="*/ 639584 h 1083832"/>
              <a:gd name="connsiteX135" fmla="*/ 728871 w 1248776"/>
              <a:gd name="connsiteY135" fmla="*/ 638051 h 1083832"/>
              <a:gd name="connsiteX136" fmla="*/ 727271 w 1248776"/>
              <a:gd name="connsiteY136" fmla="*/ 634025 h 1083832"/>
              <a:gd name="connsiteX137" fmla="*/ 729097 w 1248776"/>
              <a:gd name="connsiteY137" fmla="*/ 624673 h 1083832"/>
              <a:gd name="connsiteX138" fmla="*/ 738643 w 1248776"/>
              <a:gd name="connsiteY138" fmla="*/ 591841 h 1083832"/>
              <a:gd name="connsiteX139" fmla="*/ 730010 w 1248776"/>
              <a:gd name="connsiteY139" fmla="*/ 591841 h 1083832"/>
              <a:gd name="connsiteX140" fmla="*/ 730588 w 1248776"/>
              <a:gd name="connsiteY140" fmla="*/ 589627 h 1083832"/>
              <a:gd name="connsiteX141" fmla="*/ 741047 w 1248776"/>
              <a:gd name="connsiteY141" fmla="*/ 584579 h 1083832"/>
              <a:gd name="connsiteX142" fmla="*/ 750366 w 1248776"/>
              <a:gd name="connsiteY142" fmla="*/ 572843 h 1083832"/>
              <a:gd name="connsiteX143" fmla="*/ 752878 w 1248776"/>
              <a:gd name="connsiteY143" fmla="*/ 572843 h 1083832"/>
              <a:gd name="connsiteX144" fmla="*/ 784746 w 1248776"/>
              <a:gd name="connsiteY144" fmla="*/ 564397 h 1083832"/>
              <a:gd name="connsiteX145" fmla="*/ 788805 w 1248776"/>
              <a:gd name="connsiteY145" fmla="*/ 566038 h 1083832"/>
              <a:gd name="connsiteX146" fmla="*/ 790459 w 1248776"/>
              <a:gd name="connsiteY146" fmla="*/ 570064 h 1083832"/>
              <a:gd name="connsiteX147" fmla="*/ 788750 w 1248776"/>
              <a:gd name="connsiteY147" fmla="*/ 574089 h 1083832"/>
              <a:gd name="connsiteX148" fmla="*/ 784746 w 1248776"/>
              <a:gd name="connsiteY148" fmla="*/ 575738 h 1083832"/>
              <a:gd name="connsiteX149" fmla="*/ 780687 w 1248776"/>
              <a:gd name="connsiteY149" fmla="*/ 574089 h 1083832"/>
              <a:gd name="connsiteX150" fmla="*/ 779025 w 1248776"/>
              <a:gd name="connsiteY150" fmla="*/ 570064 h 1083832"/>
              <a:gd name="connsiteX151" fmla="*/ 780687 w 1248776"/>
              <a:gd name="connsiteY151" fmla="*/ 566038 h 1083832"/>
              <a:gd name="connsiteX152" fmla="*/ 784746 w 1248776"/>
              <a:gd name="connsiteY152" fmla="*/ 564397 h 1083832"/>
              <a:gd name="connsiteX153" fmla="*/ 785487 w 1248776"/>
              <a:gd name="connsiteY153" fmla="*/ 586909 h 1083832"/>
              <a:gd name="connsiteX154" fmla="*/ 774170 w 1248776"/>
              <a:gd name="connsiteY154" fmla="*/ 626655 h 1083832"/>
              <a:gd name="connsiteX155" fmla="*/ 773023 w 1248776"/>
              <a:gd name="connsiteY155" fmla="*/ 631471 h 1083832"/>
              <a:gd name="connsiteX156" fmla="*/ 773538 w 1248776"/>
              <a:gd name="connsiteY156" fmla="*/ 632949 h 1083832"/>
              <a:gd name="connsiteX157" fmla="*/ 774857 w 1248776"/>
              <a:gd name="connsiteY157" fmla="*/ 633514 h 1083832"/>
              <a:gd name="connsiteX158" fmla="*/ 776910 w 1248776"/>
              <a:gd name="connsiteY158" fmla="*/ 632609 h 1083832"/>
              <a:gd name="connsiteX159" fmla="*/ 783489 w 1248776"/>
              <a:gd name="connsiteY159" fmla="*/ 625347 h 1083832"/>
              <a:gd name="connsiteX160" fmla="*/ 785487 w 1248776"/>
              <a:gd name="connsiteY160" fmla="*/ 626655 h 1083832"/>
              <a:gd name="connsiteX161" fmla="*/ 776340 w 1248776"/>
              <a:gd name="connsiteY161" fmla="*/ 636580 h 1083832"/>
              <a:gd name="connsiteX162" fmla="*/ 768910 w 1248776"/>
              <a:gd name="connsiteY162" fmla="*/ 639584 h 1083832"/>
              <a:gd name="connsiteX163" fmla="*/ 765078 w 1248776"/>
              <a:gd name="connsiteY163" fmla="*/ 638221 h 1083832"/>
              <a:gd name="connsiteX164" fmla="*/ 763595 w 1248776"/>
              <a:gd name="connsiteY164" fmla="*/ 634707 h 1083832"/>
              <a:gd name="connsiteX165" fmla="*/ 765023 w 1248776"/>
              <a:gd name="connsiteY165" fmla="*/ 627731 h 1083832"/>
              <a:gd name="connsiteX166" fmla="*/ 772453 w 1248776"/>
              <a:gd name="connsiteY166" fmla="*/ 602331 h 1083832"/>
              <a:gd name="connsiteX167" fmla="*/ 774288 w 1248776"/>
              <a:gd name="connsiteY167" fmla="*/ 594504 h 1083832"/>
              <a:gd name="connsiteX168" fmla="*/ 773367 w 1248776"/>
              <a:gd name="connsiteY168" fmla="*/ 592460 h 1083832"/>
              <a:gd name="connsiteX169" fmla="*/ 770970 w 1248776"/>
              <a:gd name="connsiteY169" fmla="*/ 591671 h 1083832"/>
              <a:gd name="connsiteX170" fmla="*/ 765764 w 1248776"/>
              <a:gd name="connsiteY170" fmla="*/ 592290 h 1083832"/>
              <a:gd name="connsiteX171" fmla="*/ 765764 w 1248776"/>
              <a:gd name="connsiteY171" fmla="*/ 590084 h 1083832"/>
              <a:gd name="connsiteX172" fmla="*/ 785487 w 1248776"/>
              <a:gd name="connsiteY172" fmla="*/ 586909 h 108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</a:cxnLst>
            <a:rect l="l" t="t" r="r" b="b"/>
            <a:pathLst>
              <a:path w="1248776" h="1083832">
                <a:moveTo>
                  <a:pt x="543857" y="475283"/>
                </a:moveTo>
                <a:lnTo>
                  <a:pt x="537277" y="497013"/>
                </a:lnTo>
                <a:cubicBezTo>
                  <a:pt x="544200" y="488954"/>
                  <a:pt x="550366" y="483311"/>
                  <a:pt x="555767" y="480098"/>
                </a:cubicBezTo>
                <a:cubicBezTo>
                  <a:pt x="561223" y="476885"/>
                  <a:pt x="566787" y="475283"/>
                  <a:pt x="572438" y="475283"/>
                </a:cubicBezTo>
                <a:cubicBezTo>
                  <a:pt x="578089" y="475283"/>
                  <a:pt x="582920" y="477520"/>
                  <a:pt x="586916" y="481987"/>
                </a:cubicBezTo>
                <a:cubicBezTo>
                  <a:pt x="590920" y="486400"/>
                  <a:pt x="592918" y="492167"/>
                  <a:pt x="592918" y="499282"/>
                </a:cubicBezTo>
                <a:cubicBezTo>
                  <a:pt x="592918" y="513147"/>
                  <a:pt x="587236" y="527260"/>
                  <a:pt x="575864" y="541621"/>
                </a:cubicBezTo>
                <a:cubicBezTo>
                  <a:pt x="564501" y="555920"/>
                  <a:pt x="551256" y="563073"/>
                  <a:pt x="536138" y="563073"/>
                </a:cubicBezTo>
                <a:cubicBezTo>
                  <a:pt x="532961" y="563073"/>
                  <a:pt x="530136" y="562725"/>
                  <a:pt x="527662" y="562036"/>
                </a:cubicBezTo>
                <a:cubicBezTo>
                  <a:pt x="525242" y="561339"/>
                  <a:pt x="522511" y="560116"/>
                  <a:pt x="519467" y="558351"/>
                </a:cubicBezTo>
                <a:lnTo>
                  <a:pt x="512513" y="582729"/>
                </a:lnTo>
                <a:cubicBezTo>
                  <a:pt x="511116" y="587521"/>
                  <a:pt x="510413" y="590633"/>
                  <a:pt x="510413" y="592089"/>
                </a:cubicBezTo>
                <a:cubicBezTo>
                  <a:pt x="510413" y="593474"/>
                  <a:pt x="510764" y="594636"/>
                  <a:pt x="511459" y="595580"/>
                </a:cubicBezTo>
                <a:cubicBezTo>
                  <a:pt x="512224" y="596587"/>
                  <a:pt x="513433" y="597345"/>
                  <a:pt x="515080" y="597848"/>
                </a:cubicBezTo>
                <a:cubicBezTo>
                  <a:pt x="516735" y="598414"/>
                  <a:pt x="520005" y="598700"/>
                  <a:pt x="524899" y="598700"/>
                </a:cubicBezTo>
                <a:lnTo>
                  <a:pt x="524040" y="602199"/>
                </a:lnTo>
                <a:lnTo>
                  <a:pt x="479162" y="602199"/>
                </a:lnTo>
                <a:lnTo>
                  <a:pt x="480115" y="598700"/>
                </a:lnTo>
                <a:cubicBezTo>
                  <a:pt x="486023" y="598452"/>
                  <a:pt x="490027" y="597438"/>
                  <a:pt x="492119" y="595673"/>
                </a:cubicBezTo>
                <a:cubicBezTo>
                  <a:pt x="494156" y="593916"/>
                  <a:pt x="496310" y="589031"/>
                  <a:pt x="498597" y="581026"/>
                </a:cubicBezTo>
                <a:lnTo>
                  <a:pt x="522706" y="498244"/>
                </a:lnTo>
                <a:cubicBezTo>
                  <a:pt x="524165" y="493019"/>
                  <a:pt x="524899" y="489767"/>
                  <a:pt x="524899" y="488513"/>
                </a:cubicBezTo>
                <a:cubicBezTo>
                  <a:pt x="524899" y="486810"/>
                  <a:pt x="524384" y="485486"/>
                  <a:pt x="523369" y="484542"/>
                </a:cubicBezTo>
                <a:cubicBezTo>
                  <a:pt x="522417" y="483597"/>
                  <a:pt x="520926" y="483125"/>
                  <a:pt x="518889" y="483125"/>
                </a:cubicBezTo>
                <a:cubicBezTo>
                  <a:pt x="517047" y="483125"/>
                  <a:pt x="514479" y="483342"/>
                  <a:pt x="511178" y="483783"/>
                </a:cubicBezTo>
                <a:lnTo>
                  <a:pt x="511178" y="480098"/>
                </a:lnTo>
                <a:lnTo>
                  <a:pt x="543857" y="475283"/>
                </a:lnTo>
                <a:close/>
                <a:moveTo>
                  <a:pt x="521652" y="550880"/>
                </a:moveTo>
                <a:cubicBezTo>
                  <a:pt x="525593" y="555548"/>
                  <a:pt x="530901" y="557878"/>
                  <a:pt x="537566" y="557878"/>
                </a:cubicBezTo>
                <a:cubicBezTo>
                  <a:pt x="540868" y="557878"/>
                  <a:pt x="544239" y="556965"/>
                  <a:pt x="547666" y="555138"/>
                </a:cubicBezTo>
                <a:cubicBezTo>
                  <a:pt x="551092" y="553311"/>
                  <a:pt x="554433" y="550601"/>
                  <a:pt x="557672" y="547009"/>
                </a:cubicBezTo>
                <a:cubicBezTo>
                  <a:pt x="560973" y="543417"/>
                  <a:pt x="563923" y="539291"/>
                  <a:pt x="566530" y="534630"/>
                </a:cubicBezTo>
                <a:cubicBezTo>
                  <a:pt x="569137" y="529900"/>
                  <a:pt x="571455" y="524357"/>
                  <a:pt x="573484" y="517993"/>
                </a:cubicBezTo>
                <a:cubicBezTo>
                  <a:pt x="575583" y="511630"/>
                  <a:pt x="576630" y="505336"/>
                  <a:pt x="576630" y="499096"/>
                </a:cubicBezTo>
                <a:cubicBezTo>
                  <a:pt x="576630" y="494056"/>
                  <a:pt x="575451" y="490208"/>
                  <a:pt x="573102" y="487569"/>
                </a:cubicBezTo>
                <a:cubicBezTo>
                  <a:pt x="570815" y="484859"/>
                  <a:pt x="568115" y="483504"/>
                  <a:pt x="565008" y="483504"/>
                </a:cubicBezTo>
                <a:cubicBezTo>
                  <a:pt x="558148" y="483504"/>
                  <a:pt x="551350" y="487406"/>
                  <a:pt x="544614" y="495217"/>
                </a:cubicBezTo>
                <a:cubicBezTo>
                  <a:pt x="537949" y="503029"/>
                  <a:pt x="533055" y="512164"/>
                  <a:pt x="529941" y="522623"/>
                </a:cubicBezTo>
                <a:lnTo>
                  <a:pt x="521652" y="550880"/>
                </a:lnTo>
                <a:close/>
                <a:moveTo>
                  <a:pt x="623638" y="586909"/>
                </a:moveTo>
                <a:lnTo>
                  <a:pt x="616208" y="612480"/>
                </a:lnTo>
                <a:cubicBezTo>
                  <a:pt x="619525" y="606465"/>
                  <a:pt x="622343" y="601952"/>
                  <a:pt x="624668" y="598925"/>
                </a:cubicBezTo>
                <a:cubicBezTo>
                  <a:pt x="628290" y="594241"/>
                  <a:pt x="631810" y="590835"/>
                  <a:pt x="635244" y="588721"/>
                </a:cubicBezTo>
                <a:cubicBezTo>
                  <a:pt x="637257" y="587513"/>
                  <a:pt x="639372" y="586909"/>
                  <a:pt x="641589" y="586909"/>
                </a:cubicBezTo>
                <a:cubicBezTo>
                  <a:pt x="643494" y="586909"/>
                  <a:pt x="645070" y="587513"/>
                  <a:pt x="646335" y="588721"/>
                </a:cubicBezTo>
                <a:cubicBezTo>
                  <a:pt x="647591" y="589929"/>
                  <a:pt x="648216" y="591477"/>
                  <a:pt x="648216" y="593374"/>
                </a:cubicBezTo>
                <a:cubicBezTo>
                  <a:pt x="648216" y="595224"/>
                  <a:pt x="647779" y="597640"/>
                  <a:pt x="646904" y="600628"/>
                </a:cubicBezTo>
                <a:lnTo>
                  <a:pt x="642846" y="615027"/>
                </a:lnTo>
                <a:cubicBezTo>
                  <a:pt x="649058" y="603500"/>
                  <a:pt x="654943" y="595410"/>
                  <a:pt x="660508" y="590765"/>
                </a:cubicBezTo>
                <a:cubicBezTo>
                  <a:pt x="663599" y="588195"/>
                  <a:pt x="666643" y="586909"/>
                  <a:pt x="669655" y="586909"/>
                </a:cubicBezTo>
                <a:cubicBezTo>
                  <a:pt x="671404" y="586909"/>
                  <a:pt x="672840" y="587513"/>
                  <a:pt x="673940" y="588721"/>
                </a:cubicBezTo>
                <a:cubicBezTo>
                  <a:pt x="675088" y="589890"/>
                  <a:pt x="675658" y="591725"/>
                  <a:pt x="675658" y="594218"/>
                </a:cubicBezTo>
                <a:cubicBezTo>
                  <a:pt x="675658" y="596416"/>
                  <a:pt x="675314" y="598739"/>
                  <a:pt x="674627" y="601193"/>
                </a:cubicBezTo>
                <a:lnTo>
                  <a:pt x="668336" y="623249"/>
                </a:lnTo>
                <a:cubicBezTo>
                  <a:pt x="666971" y="628057"/>
                  <a:pt x="666284" y="630720"/>
                  <a:pt x="666284" y="631246"/>
                </a:cubicBezTo>
                <a:cubicBezTo>
                  <a:pt x="666284" y="631780"/>
                  <a:pt x="666455" y="632229"/>
                  <a:pt x="666799" y="632609"/>
                </a:cubicBezTo>
                <a:cubicBezTo>
                  <a:pt x="667025" y="632872"/>
                  <a:pt x="667329" y="633003"/>
                  <a:pt x="667712" y="633003"/>
                </a:cubicBezTo>
                <a:cubicBezTo>
                  <a:pt x="668095" y="633003"/>
                  <a:pt x="668758" y="632647"/>
                  <a:pt x="669710" y="631927"/>
                </a:cubicBezTo>
                <a:cubicBezTo>
                  <a:pt x="671888" y="630263"/>
                  <a:pt x="673925" y="628072"/>
                  <a:pt x="675829" y="625347"/>
                </a:cubicBezTo>
                <a:lnTo>
                  <a:pt x="677718" y="626539"/>
                </a:lnTo>
                <a:cubicBezTo>
                  <a:pt x="676766" y="628057"/>
                  <a:pt x="675064" y="630131"/>
                  <a:pt x="672629" y="632779"/>
                </a:cubicBezTo>
                <a:cubicBezTo>
                  <a:pt x="670225" y="635427"/>
                  <a:pt x="668165" y="637223"/>
                  <a:pt x="666455" y="638167"/>
                </a:cubicBezTo>
                <a:cubicBezTo>
                  <a:pt x="664739" y="639112"/>
                  <a:pt x="663154" y="639584"/>
                  <a:pt x="661710" y="639584"/>
                </a:cubicBezTo>
                <a:cubicBezTo>
                  <a:pt x="660376" y="639584"/>
                  <a:pt x="659251" y="639127"/>
                  <a:pt x="658339" y="638221"/>
                </a:cubicBezTo>
                <a:cubicBezTo>
                  <a:pt x="657457" y="637315"/>
                  <a:pt x="657020" y="636201"/>
                  <a:pt x="657020" y="634877"/>
                </a:cubicBezTo>
                <a:cubicBezTo>
                  <a:pt x="657020" y="633065"/>
                  <a:pt x="657800" y="629411"/>
                  <a:pt x="659369" y="623930"/>
                </a:cubicBezTo>
                <a:lnTo>
                  <a:pt x="664566" y="605730"/>
                </a:lnTo>
                <a:cubicBezTo>
                  <a:pt x="665745" y="601533"/>
                  <a:pt x="666377" y="599211"/>
                  <a:pt x="666455" y="598754"/>
                </a:cubicBezTo>
                <a:cubicBezTo>
                  <a:pt x="666565" y="598042"/>
                  <a:pt x="666627" y="597338"/>
                  <a:pt x="666627" y="596656"/>
                </a:cubicBezTo>
                <a:cubicBezTo>
                  <a:pt x="666627" y="595712"/>
                  <a:pt x="666417" y="594976"/>
                  <a:pt x="665995" y="594450"/>
                </a:cubicBezTo>
                <a:cubicBezTo>
                  <a:pt x="665542" y="593916"/>
                  <a:pt x="665027" y="593653"/>
                  <a:pt x="664450" y="593653"/>
                </a:cubicBezTo>
                <a:cubicBezTo>
                  <a:pt x="662850" y="593653"/>
                  <a:pt x="661156" y="594465"/>
                  <a:pt x="659369" y="596091"/>
                </a:cubicBezTo>
                <a:cubicBezTo>
                  <a:pt x="654108" y="600891"/>
                  <a:pt x="649191" y="607618"/>
                  <a:pt x="644617" y="616281"/>
                </a:cubicBezTo>
                <a:cubicBezTo>
                  <a:pt x="641605" y="621987"/>
                  <a:pt x="638787" y="629303"/>
                  <a:pt x="636157" y="638221"/>
                </a:cubicBezTo>
                <a:lnTo>
                  <a:pt x="627525" y="638221"/>
                </a:lnTo>
                <a:lnTo>
                  <a:pt x="637297" y="603918"/>
                </a:lnTo>
                <a:cubicBezTo>
                  <a:pt x="638366" y="600210"/>
                  <a:pt x="638897" y="597740"/>
                  <a:pt x="638897" y="596486"/>
                </a:cubicBezTo>
                <a:cubicBezTo>
                  <a:pt x="638897" y="595472"/>
                  <a:pt x="638694" y="594713"/>
                  <a:pt x="638272" y="594218"/>
                </a:cubicBezTo>
                <a:cubicBezTo>
                  <a:pt x="637851" y="593730"/>
                  <a:pt x="637335" y="593482"/>
                  <a:pt x="636727" y="593482"/>
                </a:cubicBezTo>
                <a:cubicBezTo>
                  <a:pt x="635470" y="593482"/>
                  <a:pt x="634136" y="593939"/>
                  <a:pt x="632723" y="594845"/>
                </a:cubicBezTo>
                <a:cubicBezTo>
                  <a:pt x="630436" y="596316"/>
                  <a:pt x="627486" y="599474"/>
                  <a:pt x="623864" y="604313"/>
                </a:cubicBezTo>
                <a:cubicBezTo>
                  <a:pt x="620282" y="609151"/>
                  <a:pt x="617503" y="613781"/>
                  <a:pt x="615521" y="618209"/>
                </a:cubicBezTo>
                <a:cubicBezTo>
                  <a:pt x="614569" y="620284"/>
                  <a:pt x="612298" y="626957"/>
                  <a:pt x="608715" y="638221"/>
                </a:cubicBezTo>
                <a:lnTo>
                  <a:pt x="600255" y="638221"/>
                </a:lnTo>
                <a:lnTo>
                  <a:pt x="610830" y="601479"/>
                </a:lnTo>
                <a:lnTo>
                  <a:pt x="612204" y="596718"/>
                </a:lnTo>
                <a:cubicBezTo>
                  <a:pt x="612469" y="595998"/>
                  <a:pt x="612602" y="595472"/>
                  <a:pt x="612602" y="595131"/>
                </a:cubicBezTo>
                <a:cubicBezTo>
                  <a:pt x="612602" y="594295"/>
                  <a:pt x="612219" y="593560"/>
                  <a:pt x="611462" y="592917"/>
                </a:cubicBezTo>
                <a:cubicBezTo>
                  <a:pt x="610698" y="592236"/>
                  <a:pt x="609730" y="591895"/>
                  <a:pt x="608544" y="591895"/>
                </a:cubicBezTo>
                <a:cubicBezTo>
                  <a:pt x="608052" y="591895"/>
                  <a:pt x="606678" y="592120"/>
                  <a:pt x="604431" y="592576"/>
                </a:cubicBezTo>
                <a:lnTo>
                  <a:pt x="603915" y="590478"/>
                </a:lnTo>
                <a:lnTo>
                  <a:pt x="623638" y="586909"/>
                </a:lnTo>
                <a:close/>
                <a:moveTo>
                  <a:pt x="712551" y="564397"/>
                </a:moveTo>
                <a:cubicBezTo>
                  <a:pt x="714151" y="564397"/>
                  <a:pt x="715509" y="564946"/>
                  <a:pt x="716609" y="566038"/>
                </a:cubicBezTo>
                <a:cubicBezTo>
                  <a:pt x="717718" y="567137"/>
                  <a:pt x="718272" y="568477"/>
                  <a:pt x="718272" y="570064"/>
                </a:cubicBezTo>
                <a:cubicBezTo>
                  <a:pt x="718272" y="571620"/>
                  <a:pt x="717694" y="572959"/>
                  <a:pt x="716555" y="574089"/>
                </a:cubicBezTo>
                <a:cubicBezTo>
                  <a:pt x="715446" y="575189"/>
                  <a:pt x="714112" y="575738"/>
                  <a:pt x="712551" y="575738"/>
                </a:cubicBezTo>
                <a:cubicBezTo>
                  <a:pt x="710990" y="575738"/>
                  <a:pt x="709640" y="575189"/>
                  <a:pt x="708493" y="574089"/>
                </a:cubicBezTo>
                <a:cubicBezTo>
                  <a:pt x="707392" y="572959"/>
                  <a:pt x="706838" y="571620"/>
                  <a:pt x="706838" y="570064"/>
                </a:cubicBezTo>
                <a:cubicBezTo>
                  <a:pt x="706838" y="568477"/>
                  <a:pt x="707392" y="567137"/>
                  <a:pt x="708493" y="566038"/>
                </a:cubicBezTo>
                <a:cubicBezTo>
                  <a:pt x="709601" y="564946"/>
                  <a:pt x="710951" y="564397"/>
                  <a:pt x="712551" y="564397"/>
                </a:cubicBezTo>
                <a:close/>
                <a:moveTo>
                  <a:pt x="713293" y="586909"/>
                </a:moveTo>
                <a:lnTo>
                  <a:pt x="701975" y="626655"/>
                </a:lnTo>
                <a:cubicBezTo>
                  <a:pt x="701218" y="629342"/>
                  <a:pt x="700836" y="630944"/>
                  <a:pt x="700836" y="631471"/>
                </a:cubicBezTo>
                <a:cubicBezTo>
                  <a:pt x="700836" y="632082"/>
                  <a:pt x="701008" y="632570"/>
                  <a:pt x="701351" y="632949"/>
                </a:cubicBezTo>
                <a:cubicBezTo>
                  <a:pt x="701734" y="633329"/>
                  <a:pt x="702171" y="633514"/>
                  <a:pt x="702662" y="633514"/>
                </a:cubicBezTo>
                <a:cubicBezTo>
                  <a:pt x="703232" y="633514"/>
                  <a:pt x="703919" y="633212"/>
                  <a:pt x="704723" y="632609"/>
                </a:cubicBezTo>
                <a:cubicBezTo>
                  <a:pt x="706893" y="630905"/>
                  <a:pt x="709086" y="628490"/>
                  <a:pt x="711294" y="625347"/>
                </a:cubicBezTo>
                <a:lnTo>
                  <a:pt x="713293" y="626655"/>
                </a:lnTo>
                <a:cubicBezTo>
                  <a:pt x="710701" y="630588"/>
                  <a:pt x="707657" y="633894"/>
                  <a:pt x="704153" y="636580"/>
                </a:cubicBezTo>
                <a:cubicBezTo>
                  <a:pt x="701562" y="638577"/>
                  <a:pt x="699080" y="639584"/>
                  <a:pt x="696715" y="639584"/>
                </a:cubicBezTo>
                <a:cubicBezTo>
                  <a:pt x="695154" y="639584"/>
                  <a:pt x="693882" y="639127"/>
                  <a:pt x="692891" y="638221"/>
                </a:cubicBezTo>
                <a:cubicBezTo>
                  <a:pt x="691899" y="637277"/>
                  <a:pt x="691400" y="636108"/>
                  <a:pt x="691400" y="634707"/>
                </a:cubicBezTo>
                <a:cubicBezTo>
                  <a:pt x="691400" y="633305"/>
                  <a:pt x="691876" y="630983"/>
                  <a:pt x="692828" y="627731"/>
                </a:cubicBezTo>
                <a:lnTo>
                  <a:pt x="700266" y="602331"/>
                </a:lnTo>
                <a:cubicBezTo>
                  <a:pt x="701484" y="598174"/>
                  <a:pt x="702093" y="595565"/>
                  <a:pt x="702093" y="594504"/>
                </a:cubicBezTo>
                <a:cubicBezTo>
                  <a:pt x="702093" y="593676"/>
                  <a:pt x="701788" y="592994"/>
                  <a:pt x="701179" y="592460"/>
                </a:cubicBezTo>
                <a:cubicBezTo>
                  <a:pt x="700602" y="591934"/>
                  <a:pt x="699805" y="591671"/>
                  <a:pt x="698775" y="591671"/>
                </a:cubicBezTo>
                <a:cubicBezTo>
                  <a:pt x="697940" y="591671"/>
                  <a:pt x="696208" y="591880"/>
                  <a:pt x="693577" y="592290"/>
                </a:cubicBezTo>
                <a:lnTo>
                  <a:pt x="693577" y="590084"/>
                </a:lnTo>
                <a:lnTo>
                  <a:pt x="713293" y="586909"/>
                </a:lnTo>
                <a:close/>
                <a:moveTo>
                  <a:pt x="752878" y="572843"/>
                </a:moveTo>
                <a:lnTo>
                  <a:pt x="748422" y="588264"/>
                </a:lnTo>
                <a:lnTo>
                  <a:pt x="757398" y="588264"/>
                </a:lnTo>
                <a:lnTo>
                  <a:pt x="756422" y="591841"/>
                </a:lnTo>
                <a:lnTo>
                  <a:pt x="747509" y="591841"/>
                </a:lnTo>
                <a:lnTo>
                  <a:pt x="737675" y="625293"/>
                </a:lnTo>
                <a:cubicBezTo>
                  <a:pt x="736606" y="628885"/>
                  <a:pt x="736075" y="631207"/>
                  <a:pt x="736075" y="632268"/>
                </a:cubicBezTo>
                <a:cubicBezTo>
                  <a:pt x="736075" y="632910"/>
                  <a:pt x="736223" y="633398"/>
                  <a:pt x="736528" y="633739"/>
                </a:cubicBezTo>
                <a:cubicBezTo>
                  <a:pt x="736832" y="634079"/>
                  <a:pt x="737199" y="634250"/>
                  <a:pt x="737613" y="634250"/>
                </a:cubicBezTo>
                <a:cubicBezTo>
                  <a:pt x="738572" y="634250"/>
                  <a:pt x="739829" y="633592"/>
                  <a:pt x="741390" y="632268"/>
                </a:cubicBezTo>
                <a:cubicBezTo>
                  <a:pt x="742303" y="631509"/>
                  <a:pt x="744340" y="629187"/>
                  <a:pt x="747509" y="625293"/>
                </a:cubicBezTo>
                <a:lnTo>
                  <a:pt x="749390" y="626709"/>
                </a:lnTo>
                <a:cubicBezTo>
                  <a:pt x="745885" y="631780"/>
                  <a:pt x="742569" y="635349"/>
                  <a:pt x="739447" y="637432"/>
                </a:cubicBezTo>
                <a:cubicBezTo>
                  <a:pt x="737308" y="638864"/>
                  <a:pt x="735162" y="639584"/>
                  <a:pt x="732984" y="639584"/>
                </a:cubicBezTo>
                <a:cubicBezTo>
                  <a:pt x="731306" y="639584"/>
                  <a:pt x="729940" y="639073"/>
                  <a:pt x="728871" y="638051"/>
                </a:cubicBezTo>
                <a:cubicBezTo>
                  <a:pt x="727802" y="636990"/>
                  <a:pt x="727271" y="635651"/>
                  <a:pt x="727271" y="634025"/>
                </a:cubicBezTo>
                <a:cubicBezTo>
                  <a:pt x="727271" y="631981"/>
                  <a:pt x="727880" y="628869"/>
                  <a:pt x="729097" y="624673"/>
                </a:cubicBezTo>
                <a:lnTo>
                  <a:pt x="738643" y="591841"/>
                </a:lnTo>
                <a:lnTo>
                  <a:pt x="730010" y="591841"/>
                </a:lnTo>
                <a:lnTo>
                  <a:pt x="730588" y="589627"/>
                </a:lnTo>
                <a:cubicBezTo>
                  <a:pt x="734779" y="588497"/>
                  <a:pt x="738260" y="586809"/>
                  <a:pt x="741047" y="584579"/>
                </a:cubicBezTo>
                <a:cubicBezTo>
                  <a:pt x="743825" y="582311"/>
                  <a:pt x="746932" y="578401"/>
                  <a:pt x="750366" y="572843"/>
                </a:cubicBezTo>
                <a:lnTo>
                  <a:pt x="752878" y="572843"/>
                </a:lnTo>
                <a:close/>
                <a:moveTo>
                  <a:pt x="784746" y="564397"/>
                </a:moveTo>
                <a:cubicBezTo>
                  <a:pt x="786346" y="564397"/>
                  <a:pt x="787696" y="564946"/>
                  <a:pt x="788805" y="566038"/>
                </a:cubicBezTo>
                <a:cubicBezTo>
                  <a:pt x="789905" y="567137"/>
                  <a:pt x="790459" y="568477"/>
                  <a:pt x="790459" y="570064"/>
                </a:cubicBezTo>
                <a:cubicBezTo>
                  <a:pt x="790459" y="571620"/>
                  <a:pt x="789889" y="572959"/>
                  <a:pt x="788750" y="574089"/>
                </a:cubicBezTo>
                <a:cubicBezTo>
                  <a:pt x="787642" y="575189"/>
                  <a:pt x="786307" y="575738"/>
                  <a:pt x="784746" y="575738"/>
                </a:cubicBezTo>
                <a:cubicBezTo>
                  <a:pt x="783185" y="575738"/>
                  <a:pt x="781827" y="575189"/>
                  <a:pt x="780687" y="574089"/>
                </a:cubicBezTo>
                <a:cubicBezTo>
                  <a:pt x="779579" y="572959"/>
                  <a:pt x="779025" y="571620"/>
                  <a:pt x="779025" y="570064"/>
                </a:cubicBezTo>
                <a:cubicBezTo>
                  <a:pt x="779025" y="568477"/>
                  <a:pt x="779579" y="567137"/>
                  <a:pt x="780687" y="566038"/>
                </a:cubicBezTo>
                <a:cubicBezTo>
                  <a:pt x="781788" y="564946"/>
                  <a:pt x="783146" y="564397"/>
                  <a:pt x="784746" y="564397"/>
                </a:cubicBezTo>
                <a:close/>
                <a:moveTo>
                  <a:pt x="785487" y="586909"/>
                </a:moveTo>
                <a:lnTo>
                  <a:pt x="774170" y="626655"/>
                </a:lnTo>
                <a:cubicBezTo>
                  <a:pt x="773405" y="629342"/>
                  <a:pt x="773023" y="630944"/>
                  <a:pt x="773023" y="631471"/>
                </a:cubicBezTo>
                <a:cubicBezTo>
                  <a:pt x="773023" y="632082"/>
                  <a:pt x="773194" y="632570"/>
                  <a:pt x="773538" y="632949"/>
                </a:cubicBezTo>
                <a:cubicBezTo>
                  <a:pt x="773920" y="633329"/>
                  <a:pt x="774357" y="633514"/>
                  <a:pt x="774857" y="633514"/>
                </a:cubicBezTo>
                <a:cubicBezTo>
                  <a:pt x="775427" y="633514"/>
                  <a:pt x="776114" y="633212"/>
                  <a:pt x="776910" y="632609"/>
                </a:cubicBezTo>
                <a:cubicBezTo>
                  <a:pt x="779087" y="630905"/>
                  <a:pt x="781281" y="628490"/>
                  <a:pt x="783489" y="625347"/>
                </a:cubicBezTo>
                <a:lnTo>
                  <a:pt x="785487" y="626655"/>
                </a:lnTo>
                <a:cubicBezTo>
                  <a:pt x="782896" y="630588"/>
                  <a:pt x="779845" y="633894"/>
                  <a:pt x="776340" y="636580"/>
                </a:cubicBezTo>
                <a:cubicBezTo>
                  <a:pt x="773749" y="638577"/>
                  <a:pt x="771275" y="639584"/>
                  <a:pt x="768910" y="639584"/>
                </a:cubicBezTo>
                <a:cubicBezTo>
                  <a:pt x="767349" y="639584"/>
                  <a:pt x="766069" y="639127"/>
                  <a:pt x="765078" y="638221"/>
                </a:cubicBezTo>
                <a:cubicBezTo>
                  <a:pt x="764086" y="637277"/>
                  <a:pt x="763595" y="636108"/>
                  <a:pt x="763595" y="634707"/>
                </a:cubicBezTo>
                <a:cubicBezTo>
                  <a:pt x="763595" y="633305"/>
                  <a:pt x="764071" y="630983"/>
                  <a:pt x="765023" y="627731"/>
                </a:cubicBezTo>
                <a:lnTo>
                  <a:pt x="772453" y="602331"/>
                </a:lnTo>
                <a:cubicBezTo>
                  <a:pt x="773671" y="598174"/>
                  <a:pt x="774288" y="595565"/>
                  <a:pt x="774288" y="594504"/>
                </a:cubicBezTo>
                <a:cubicBezTo>
                  <a:pt x="774288" y="593676"/>
                  <a:pt x="773975" y="592994"/>
                  <a:pt x="773367" y="592460"/>
                </a:cubicBezTo>
                <a:cubicBezTo>
                  <a:pt x="772797" y="591934"/>
                  <a:pt x="772001" y="591671"/>
                  <a:pt x="770970" y="591671"/>
                </a:cubicBezTo>
                <a:cubicBezTo>
                  <a:pt x="770127" y="591671"/>
                  <a:pt x="768395" y="591880"/>
                  <a:pt x="765764" y="592290"/>
                </a:cubicBezTo>
                <a:lnTo>
                  <a:pt x="765764" y="590084"/>
                </a:lnTo>
                <a:lnTo>
                  <a:pt x="785487" y="586909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728590E6-F470-4C7A-A1E8-2554700815E8}"/>
              </a:ext>
            </a:extLst>
          </p:cNvPr>
          <p:cNvSpPr/>
          <p:nvPr/>
        </p:nvSpPr>
        <p:spPr>
          <a:xfrm>
            <a:off x="10702389" y="3226314"/>
            <a:ext cx="1092680" cy="1006416"/>
          </a:xfrm>
          <a:custGeom>
            <a:avLst/>
            <a:gdLst>
              <a:gd name="connsiteX0" fmla="*/ 602065 w 1092679"/>
              <a:gd name="connsiteY0" fmla="*/ 483620 h 1006415"/>
              <a:gd name="connsiteX1" fmla="*/ 603830 w 1092679"/>
              <a:gd name="connsiteY1" fmla="*/ 477783 h 1006415"/>
              <a:gd name="connsiteX2" fmla="*/ 609129 w 1092679"/>
              <a:gd name="connsiteY2" fmla="*/ 475283 h 1006415"/>
              <a:gd name="connsiteX3" fmla="*/ 613367 w 1092679"/>
              <a:gd name="connsiteY3" fmla="*/ 477365 h 1006415"/>
              <a:gd name="connsiteX4" fmla="*/ 616895 w 1092679"/>
              <a:gd name="connsiteY4" fmla="*/ 485293 h 1006415"/>
              <a:gd name="connsiteX5" fmla="*/ 631373 w 1092679"/>
              <a:gd name="connsiteY5" fmla="*/ 509067 h 1006415"/>
              <a:gd name="connsiteX6" fmla="*/ 635259 w 1092679"/>
              <a:gd name="connsiteY6" fmla="*/ 516577 h 1006415"/>
              <a:gd name="connsiteX7" fmla="*/ 634198 w 1092679"/>
              <a:gd name="connsiteY7" fmla="*/ 521578 h 1006415"/>
              <a:gd name="connsiteX8" fmla="*/ 629258 w 1092679"/>
              <a:gd name="connsiteY8" fmla="*/ 525332 h 1006415"/>
              <a:gd name="connsiteX9" fmla="*/ 602768 w 1092679"/>
              <a:gd name="connsiteY9" fmla="*/ 551615 h 1006415"/>
              <a:gd name="connsiteX10" fmla="*/ 601004 w 1092679"/>
              <a:gd name="connsiteY10" fmla="*/ 554116 h 1006415"/>
              <a:gd name="connsiteX11" fmla="*/ 599240 w 1092679"/>
              <a:gd name="connsiteY11" fmla="*/ 556616 h 1006415"/>
              <a:gd name="connsiteX12" fmla="*/ 597468 w 1092679"/>
              <a:gd name="connsiteY12" fmla="*/ 557453 h 1006415"/>
              <a:gd name="connsiteX13" fmla="*/ 595002 w 1092679"/>
              <a:gd name="connsiteY13" fmla="*/ 557871 h 1006415"/>
              <a:gd name="connsiteX14" fmla="*/ 590405 w 1092679"/>
              <a:gd name="connsiteY14" fmla="*/ 555788 h 1006415"/>
              <a:gd name="connsiteX15" fmla="*/ 587938 w 1092679"/>
              <a:gd name="connsiteY15" fmla="*/ 549525 h 1006415"/>
              <a:gd name="connsiteX16" fmla="*/ 604532 w 1092679"/>
              <a:gd name="connsiteY16" fmla="*/ 524914 h 1006415"/>
              <a:gd name="connsiteX17" fmla="*/ 544146 w 1092679"/>
              <a:gd name="connsiteY17" fmla="*/ 524914 h 1006415"/>
              <a:gd name="connsiteX18" fmla="*/ 483752 w 1092679"/>
              <a:gd name="connsiteY18" fmla="*/ 524504 h 1006415"/>
              <a:gd name="connsiteX19" fmla="*/ 479162 w 1092679"/>
              <a:gd name="connsiteY19" fmla="*/ 516577 h 1006415"/>
              <a:gd name="connsiteX20" fmla="*/ 483752 w 1092679"/>
              <a:gd name="connsiteY20" fmla="*/ 508231 h 1006415"/>
              <a:gd name="connsiteX21" fmla="*/ 610542 w 1092679"/>
              <a:gd name="connsiteY21" fmla="*/ 508231 h 1006415"/>
              <a:gd name="connsiteX22" fmla="*/ 602065 w 1092679"/>
              <a:gd name="connsiteY22" fmla="*/ 483620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92679" h="1006415">
                <a:moveTo>
                  <a:pt x="602065" y="483620"/>
                </a:moveTo>
                <a:cubicBezTo>
                  <a:pt x="602065" y="481398"/>
                  <a:pt x="602651" y="479455"/>
                  <a:pt x="603830" y="477783"/>
                </a:cubicBezTo>
                <a:cubicBezTo>
                  <a:pt x="605008" y="476111"/>
                  <a:pt x="606772" y="475283"/>
                  <a:pt x="609129" y="475283"/>
                </a:cubicBezTo>
                <a:cubicBezTo>
                  <a:pt x="610776" y="475283"/>
                  <a:pt x="612189" y="475979"/>
                  <a:pt x="613367" y="477365"/>
                </a:cubicBezTo>
                <a:cubicBezTo>
                  <a:pt x="614538" y="478480"/>
                  <a:pt x="615716" y="481120"/>
                  <a:pt x="616895" y="485293"/>
                </a:cubicBezTo>
                <a:cubicBezTo>
                  <a:pt x="619252" y="495581"/>
                  <a:pt x="624075" y="503509"/>
                  <a:pt x="631373" y="509067"/>
                </a:cubicBezTo>
                <a:cubicBezTo>
                  <a:pt x="633964" y="511010"/>
                  <a:pt x="635259" y="513519"/>
                  <a:pt x="635259" y="516577"/>
                </a:cubicBezTo>
                <a:cubicBezTo>
                  <a:pt x="635259" y="519077"/>
                  <a:pt x="634909" y="520749"/>
                  <a:pt x="634198" y="521578"/>
                </a:cubicBezTo>
                <a:cubicBezTo>
                  <a:pt x="633496" y="522414"/>
                  <a:pt x="631849" y="523668"/>
                  <a:pt x="629258" y="525332"/>
                </a:cubicBezTo>
                <a:cubicBezTo>
                  <a:pt x="619135" y="531456"/>
                  <a:pt x="610300" y="540212"/>
                  <a:pt x="602768" y="551615"/>
                </a:cubicBezTo>
                <a:cubicBezTo>
                  <a:pt x="602300" y="552173"/>
                  <a:pt x="601707" y="553001"/>
                  <a:pt x="601004" y="554116"/>
                </a:cubicBezTo>
                <a:cubicBezTo>
                  <a:pt x="600294" y="555231"/>
                  <a:pt x="599708" y="556067"/>
                  <a:pt x="599240" y="556616"/>
                </a:cubicBezTo>
                <a:cubicBezTo>
                  <a:pt x="598764" y="557174"/>
                  <a:pt x="598179" y="557453"/>
                  <a:pt x="597468" y="557453"/>
                </a:cubicBezTo>
                <a:cubicBezTo>
                  <a:pt x="596766" y="557453"/>
                  <a:pt x="595938" y="557592"/>
                  <a:pt x="595002" y="557871"/>
                </a:cubicBezTo>
                <a:cubicBezTo>
                  <a:pt x="593355" y="557871"/>
                  <a:pt x="591818" y="557174"/>
                  <a:pt x="590405" y="555788"/>
                </a:cubicBezTo>
                <a:cubicBezTo>
                  <a:pt x="588992" y="554395"/>
                  <a:pt x="588173" y="552312"/>
                  <a:pt x="587938" y="549525"/>
                </a:cubicBezTo>
                <a:cubicBezTo>
                  <a:pt x="587938" y="544245"/>
                  <a:pt x="593472" y="536039"/>
                  <a:pt x="604532" y="524914"/>
                </a:cubicBezTo>
                <a:lnTo>
                  <a:pt x="544146" y="524914"/>
                </a:lnTo>
                <a:lnTo>
                  <a:pt x="483752" y="524504"/>
                </a:lnTo>
                <a:cubicBezTo>
                  <a:pt x="480692" y="521996"/>
                  <a:pt x="479162" y="519356"/>
                  <a:pt x="479162" y="516577"/>
                </a:cubicBezTo>
                <a:cubicBezTo>
                  <a:pt x="479162" y="514626"/>
                  <a:pt x="480692" y="511846"/>
                  <a:pt x="483752" y="508231"/>
                </a:cubicBezTo>
                <a:lnTo>
                  <a:pt x="610542" y="508231"/>
                </a:lnTo>
                <a:cubicBezTo>
                  <a:pt x="604891" y="497664"/>
                  <a:pt x="602065" y="489465"/>
                  <a:pt x="602065" y="483620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77EA8650-56E8-43C9-B28B-F9CE9564689E}"/>
              </a:ext>
            </a:extLst>
          </p:cNvPr>
          <p:cNvSpPr/>
          <p:nvPr/>
        </p:nvSpPr>
        <p:spPr>
          <a:xfrm>
            <a:off x="6431209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B6DAD057-BAA3-41D5-8583-4AF29DEB7BD3}"/>
              </a:ext>
            </a:extLst>
          </p:cNvPr>
          <p:cNvSpPr/>
          <p:nvPr/>
        </p:nvSpPr>
        <p:spPr>
          <a:xfrm>
            <a:off x="6431209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ABDEB1E7-E58F-43C0-9C62-635F6CD5B8AD}"/>
              </a:ext>
            </a:extLst>
          </p:cNvPr>
          <p:cNvSpPr/>
          <p:nvPr/>
        </p:nvSpPr>
        <p:spPr>
          <a:xfrm>
            <a:off x="6431209" y="3001199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  <a:gd name="connsiteX4" fmla="*/ 47916 w 234145"/>
              <a:gd name="connsiteY4" fmla="*/ 47528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lnTo>
                  <a:pt x="47916" y="47528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98A148A-804A-46CC-B6AD-718A927DBAF7}"/>
              </a:ext>
            </a:extLst>
          </p:cNvPr>
          <p:cNvSpPr/>
          <p:nvPr/>
        </p:nvSpPr>
        <p:spPr>
          <a:xfrm>
            <a:off x="6431209" y="28463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21BD1D68-6DE0-4D48-B99D-6855B897BBAE}"/>
              </a:ext>
            </a:extLst>
          </p:cNvPr>
          <p:cNvSpPr/>
          <p:nvPr/>
        </p:nvSpPr>
        <p:spPr>
          <a:xfrm>
            <a:off x="6509258" y="3349573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E6B0A25B-5EE7-43CE-89E4-7C825F4036D7}"/>
              </a:ext>
            </a:extLst>
          </p:cNvPr>
          <p:cNvSpPr/>
          <p:nvPr/>
        </p:nvSpPr>
        <p:spPr>
          <a:xfrm>
            <a:off x="6509258" y="319474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F6A3B645-8B53-4E0C-A70D-D744E3285153}"/>
              </a:ext>
            </a:extLst>
          </p:cNvPr>
          <p:cNvSpPr/>
          <p:nvPr/>
        </p:nvSpPr>
        <p:spPr>
          <a:xfrm>
            <a:off x="6509258" y="3039907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  <a:gd name="connsiteX4" fmla="*/ 47916 w 234145"/>
              <a:gd name="connsiteY4" fmla="*/ 47528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lnTo>
                  <a:pt x="47916" y="47528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ED0AF4C4-F209-4A29-BAB1-AB318EA32B04}"/>
              </a:ext>
            </a:extLst>
          </p:cNvPr>
          <p:cNvSpPr/>
          <p:nvPr/>
        </p:nvSpPr>
        <p:spPr>
          <a:xfrm>
            <a:off x="6509258" y="2885074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C9030517-66DE-452B-8C5B-9BD9EA1EFAE1}"/>
              </a:ext>
            </a:extLst>
          </p:cNvPr>
          <p:cNvSpPr/>
          <p:nvPr/>
        </p:nvSpPr>
        <p:spPr>
          <a:xfrm>
            <a:off x="6587306" y="3380571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40D40BA8-F806-4C56-A12B-2CCA1BEBB04F}"/>
              </a:ext>
            </a:extLst>
          </p:cNvPr>
          <p:cNvSpPr/>
          <p:nvPr/>
        </p:nvSpPr>
        <p:spPr>
          <a:xfrm>
            <a:off x="6587306" y="322573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12DCCC0B-1575-4884-B901-9ECF7DFCA722}"/>
              </a:ext>
            </a:extLst>
          </p:cNvPr>
          <p:cNvSpPr/>
          <p:nvPr/>
        </p:nvSpPr>
        <p:spPr>
          <a:xfrm>
            <a:off x="6587306" y="3070904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  <a:gd name="connsiteX4" fmla="*/ 47916 w 234145"/>
              <a:gd name="connsiteY4" fmla="*/ 47528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lnTo>
                  <a:pt x="47916" y="47528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0795A42-BDA7-482E-9C9E-C3D98A4E3FDD}"/>
              </a:ext>
            </a:extLst>
          </p:cNvPr>
          <p:cNvSpPr/>
          <p:nvPr/>
        </p:nvSpPr>
        <p:spPr>
          <a:xfrm>
            <a:off x="6587306" y="2916071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C5F66F1D-7011-4F38-8F6C-69377B2CEF4C}"/>
              </a:ext>
            </a:extLst>
          </p:cNvPr>
          <p:cNvSpPr/>
          <p:nvPr/>
        </p:nvSpPr>
        <p:spPr>
          <a:xfrm>
            <a:off x="8135668" y="2838415"/>
            <a:ext cx="1482923" cy="1006416"/>
          </a:xfrm>
          <a:custGeom>
            <a:avLst/>
            <a:gdLst>
              <a:gd name="connsiteX0" fmla="*/ 1075133 w 1482922"/>
              <a:gd name="connsiteY0" fmla="*/ 519978 h 1006415"/>
              <a:gd name="connsiteX1" fmla="*/ 997085 w 1482922"/>
              <a:gd name="connsiteY1" fmla="*/ 475283 h 1006415"/>
              <a:gd name="connsiteX2" fmla="*/ 997085 w 1482922"/>
              <a:gd name="connsiteY2" fmla="*/ 564679 h 1006415"/>
              <a:gd name="connsiteX3" fmla="*/ 1075133 w 1482922"/>
              <a:gd name="connsiteY3" fmla="*/ 519978 h 1006415"/>
              <a:gd name="connsiteX4" fmla="*/ 479162 w 1482922"/>
              <a:gd name="connsiteY4" fmla="*/ 519978 h 1006415"/>
              <a:gd name="connsiteX5" fmla="*/ 479162 w 1482922"/>
              <a:gd name="connsiteY5" fmla="*/ 527720 h 1006415"/>
              <a:gd name="connsiteX6" fmla="*/ 1004890 w 1482922"/>
              <a:gd name="connsiteY6" fmla="*/ 527720 h 1006415"/>
              <a:gd name="connsiteX7" fmla="*/ 1004890 w 1482922"/>
              <a:gd name="connsiteY7" fmla="*/ 519978 h 1006415"/>
              <a:gd name="connsiteX8" fmla="*/ 1004890 w 1482922"/>
              <a:gd name="connsiteY8" fmla="*/ 512237 h 1006415"/>
              <a:gd name="connsiteX9" fmla="*/ 479162 w 1482922"/>
              <a:gd name="connsiteY9" fmla="*/ 512237 h 1006415"/>
              <a:gd name="connsiteX10" fmla="*/ 479162 w 1482922"/>
              <a:gd name="connsiteY10" fmla="*/ 519978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2922" h="1006415">
                <a:moveTo>
                  <a:pt x="1075133" y="519978"/>
                </a:moveTo>
                <a:lnTo>
                  <a:pt x="997085" y="475283"/>
                </a:lnTo>
                <a:lnTo>
                  <a:pt x="997085" y="564679"/>
                </a:lnTo>
                <a:lnTo>
                  <a:pt x="1075133" y="519978"/>
                </a:lnTo>
                <a:close/>
                <a:moveTo>
                  <a:pt x="479162" y="519978"/>
                </a:moveTo>
                <a:lnTo>
                  <a:pt x="479162" y="527720"/>
                </a:lnTo>
                <a:lnTo>
                  <a:pt x="1004890" y="527720"/>
                </a:lnTo>
                <a:lnTo>
                  <a:pt x="1004890" y="519978"/>
                </a:lnTo>
                <a:lnTo>
                  <a:pt x="1004890" y="512237"/>
                </a:lnTo>
                <a:lnTo>
                  <a:pt x="479162" y="512237"/>
                </a:lnTo>
                <a:lnTo>
                  <a:pt x="479162" y="519978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58B1EF81-1A06-4048-A3F8-6BC151107A96}"/>
              </a:ext>
            </a:extLst>
          </p:cNvPr>
          <p:cNvSpPr/>
          <p:nvPr/>
        </p:nvSpPr>
        <p:spPr>
          <a:xfrm>
            <a:off x="8107259" y="2683581"/>
            <a:ext cx="1482923" cy="1006416"/>
          </a:xfrm>
          <a:custGeom>
            <a:avLst/>
            <a:gdLst>
              <a:gd name="connsiteX0" fmla="*/ 479162 w 1482922"/>
              <a:gd name="connsiteY0" fmla="*/ 519979 h 1006415"/>
              <a:gd name="connsiteX1" fmla="*/ 557211 w 1482922"/>
              <a:gd name="connsiteY1" fmla="*/ 564675 h 1006415"/>
              <a:gd name="connsiteX2" fmla="*/ 557211 w 1482922"/>
              <a:gd name="connsiteY2" fmla="*/ 475283 h 1006415"/>
              <a:gd name="connsiteX3" fmla="*/ 479162 w 1482922"/>
              <a:gd name="connsiteY3" fmla="*/ 519979 h 1006415"/>
              <a:gd name="connsiteX4" fmla="*/ 1075133 w 1482922"/>
              <a:gd name="connsiteY4" fmla="*/ 519979 h 1006415"/>
              <a:gd name="connsiteX5" fmla="*/ 1075133 w 1482922"/>
              <a:gd name="connsiteY5" fmla="*/ 512237 h 1006415"/>
              <a:gd name="connsiteX6" fmla="*/ 549406 w 1482922"/>
              <a:gd name="connsiteY6" fmla="*/ 512237 h 1006415"/>
              <a:gd name="connsiteX7" fmla="*/ 549406 w 1482922"/>
              <a:gd name="connsiteY7" fmla="*/ 519979 h 1006415"/>
              <a:gd name="connsiteX8" fmla="*/ 549406 w 1482922"/>
              <a:gd name="connsiteY8" fmla="*/ 527721 h 1006415"/>
              <a:gd name="connsiteX9" fmla="*/ 1075133 w 1482922"/>
              <a:gd name="connsiteY9" fmla="*/ 527721 h 1006415"/>
              <a:gd name="connsiteX10" fmla="*/ 1075133 w 1482922"/>
              <a:gd name="connsiteY10" fmla="*/ 519979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2922" h="1006415">
                <a:moveTo>
                  <a:pt x="479162" y="519979"/>
                </a:moveTo>
                <a:lnTo>
                  <a:pt x="557211" y="564675"/>
                </a:lnTo>
                <a:lnTo>
                  <a:pt x="557211" y="475283"/>
                </a:lnTo>
                <a:lnTo>
                  <a:pt x="479162" y="519979"/>
                </a:lnTo>
                <a:close/>
                <a:moveTo>
                  <a:pt x="1075133" y="519979"/>
                </a:moveTo>
                <a:lnTo>
                  <a:pt x="1075133" y="512237"/>
                </a:lnTo>
                <a:lnTo>
                  <a:pt x="549406" y="512237"/>
                </a:lnTo>
                <a:lnTo>
                  <a:pt x="549406" y="519979"/>
                </a:lnTo>
                <a:lnTo>
                  <a:pt x="549406" y="527721"/>
                </a:lnTo>
                <a:lnTo>
                  <a:pt x="1075133" y="527721"/>
                </a:lnTo>
                <a:lnTo>
                  <a:pt x="1075133" y="519979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C24C9FC3-95D9-42AC-826C-4B07C4807A94}"/>
              </a:ext>
            </a:extLst>
          </p:cNvPr>
          <p:cNvSpPr/>
          <p:nvPr/>
        </p:nvSpPr>
        <p:spPr>
          <a:xfrm>
            <a:off x="6643864" y="3046042"/>
            <a:ext cx="1014631" cy="1006416"/>
          </a:xfrm>
          <a:custGeom>
            <a:avLst/>
            <a:gdLst>
              <a:gd name="connsiteX0" fmla="*/ 479162 w 1014631"/>
              <a:gd name="connsiteY0" fmla="*/ 529296 h 1006415"/>
              <a:gd name="connsiteX1" fmla="*/ 495514 w 1014631"/>
              <a:gd name="connsiteY1" fmla="*/ 490696 h 1006415"/>
              <a:gd name="connsiteX2" fmla="*/ 532797 w 1014631"/>
              <a:gd name="connsiteY2" fmla="*/ 475283 h 1006415"/>
              <a:gd name="connsiteX3" fmla="*/ 572368 w 1014631"/>
              <a:gd name="connsiteY3" fmla="*/ 491184 h 1006415"/>
              <a:gd name="connsiteX4" fmla="*/ 588071 w 1014631"/>
              <a:gd name="connsiteY4" fmla="*/ 529296 h 1006415"/>
              <a:gd name="connsiteX5" fmla="*/ 572204 w 1014631"/>
              <a:gd name="connsiteY5" fmla="*/ 567579 h 1006415"/>
              <a:gd name="connsiteX6" fmla="*/ 533781 w 1014631"/>
              <a:gd name="connsiteY6" fmla="*/ 583310 h 1006415"/>
              <a:gd name="connsiteX7" fmla="*/ 495022 w 1014631"/>
              <a:gd name="connsiteY7" fmla="*/ 567579 h 1006415"/>
              <a:gd name="connsiteX8" fmla="*/ 479162 w 1014631"/>
              <a:gd name="connsiteY8" fmla="*/ 529296 h 1006415"/>
              <a:gd name="connsiteX9" fmla="*/ 565172 w 1014631"/>
              <a:gd name="connsiteY9" fmla="*/ 493452 h 1006415"/>
              <a:gd name="connsiteX10" fmla="*/ 551115 w 1014631"/>
              <a:gd name="connsiteY10" fmla="*/ 485014 h 1006415"/>
              <a:gd name="connsiteX11" fmla="*/ 532306 w 1014631"/>
              <a:gd name="connsiteY11" fmla="*/ 481933 h 1006415"/>
              <a:gd name="connsiteX12" fmla="*/ 514487 w 1014631"/>
              <a:gd name="connsiteY12" fmla="*/ 485664 h 1006415"/>
              <a:gd name="connsiteX13" fmla="*/ 502054 w 1014631"/>
              <a:gd name="connsiteY13" fmla="*/ 493452 h 1006415"/>
              <a:gd name="connsiteX14" fmla="*/ 533617 w 1014631"/>
              <a:gd name="connsiteY14" fmla="*/ 524759 h 1006415"/>
              <a:gd name="connsiteX15" fmla="*/ 549312 w 1014631"/>
              <a:gd name="connsiteY15" fmla="*/ 509021 h 1006415"/>
              <a:gd name="connsiteX16" fmla="*/ 565172 w 1014631"/>
              <a:gd name="connsiteY16" fmla="*/ 493452 h 1006415"/>
              <a:gd name="connsiteX17" fmla="*/ 497317 w 1014631"/>
              <a:gd name="connsiteY17" fmla="*/ 498159 h 1006415"/>
              <a:gd name="connsiteX18" fmla="*/ 485539 w 1014631"/>
              <a:gd name="connsiteY18" fmla="*/ 529296 h 1006415"/>
              <a:gd name="connsiteX19" fmla="*/ 497317 w 1014631"/>
              <a:gd name="connsiteY19" fmla="*/ 560441 h 1006415"/>
              <a:gd name="connsiteX20" fmla="*/ 528708 w 1014631"/>
              <a:gd name="connsiteY20" fmla="*/ 529296 h 1006415"/>
              <a:gd name="connsiteX21" fmla="*/ 497317 w 1014631"/>
              <a:gd name="connsiteY21" fmla="*/ 498159 h 1006415"/>
              <a:gd name="connsiteX22" fmla="*/ 569753 w 1014631"/>
              <a:gd name="connsiteY22" fmla="*/ 560441 h 1006415"/>
              <a:gd name="connsiteX23" fmla="*/ 581531 w 1014631"/>
              <a:gd name="connsiteY23" fmla="*/ 529296 h 1006415"/>
              <a:gd name="connsiteX24" fmla="*/ 569753 w 1014631"/>
              <a:gd name="connsiteY24" fmla="*/ 498159 h 1006415"/>
              <a:gd name="connsiteX25" fmla="*/ 538354 w 1014631"/>
              <a:gd name="connsiteY25" fmla="*/ 529296 h 1006415"/>
              <a:gd name="connsiteX26" fmla="*/ 569753 w 1014631"/>
              <a:gd name="connsiteY26" fmla="*/ 560441 h 1006415"/>
              <a:gd name="connsiteX27" fmla="*/ 502054 w 1014631"/>
              <a:gd name="connsiteY27" fmla="*/ 565140 h 1006415"/>
              <a:gd name="connsiteX28" fmla="*/ 507619 w 1014631"/>
              <a:gd name="connsiteY28" fmla="*/ 569522 h 1006415"/>
              <a:gd name="connsiteX29" fmla="*/ 518241 w 1014631"/>
              <a:gd name="connsiteY29" fmla="*/ 574229 h 1006415"/>
              <a:gd name="connsiteX30" fmla="*/ 533453 w 1014631"/>
              <a:gd name="connsiteY30" fmla="*/ 576660 h 1006415"/>
              <a:gd name="connsiteX31" fmla="*/ 540157 w 1014631"/>
              <a:gd name="connsiteY31" fmla="*/ 576334 h 1006415"/>
              <a:gd name="connsiteX32" fmla="*/ 546042 w 1014631"/>
              <a:gd name="connsiteY32" fmla="*/ 575196 h 1006415"/>
              <a:gd name="connsiteX33" fmla="*/ 551115 w 1014631"/>
              <a:gd name="connsiteY33" fmla="*/ 573578 h 1006415"/>
              <a:gd name="connsiteX34" fmla="*/ 555361 w 1014631"/>
              <a:gd name="connsiteY34" fmla="*/ 571635 h 1006415"/>
              <a:gd name="connsiteX35" fmla="*/ 558959 w 1014631"/>
              <a:gd name="connsiteY35" fmla="*/ 569684 h 1006415"/>
              <a:gd name="connsiteX36" fmla="*/ 561746 w 1014631"/>
              <a:gd name="connsiteY36" fmla="*/ 567741 h 1006415"/>
              <a:gd name="connsiteX37" fmla="*/ 563869 w 1014631"/>
              <a:gd name="connsiteY37" fmla="*/ 566278 h 1006415"/>
              <a:gd name="connsiteX38" fmla="*/ 565172 w 1014631"/>
              <a:gd name="connsiteY38" fmla="*/ 565140 h 1006415"/>
              <a:gd name="connsiteX39" fmla="*/ 533453 w 1014631"/>
              <a:gd name="connsiteY39" fmla="*/ 533840 h 1006415"/>
              <a:gd name="connsiteX40" fmla="*/ 502054 w 1014631"/>
              <a:gd name="connsiteY40" fmla="*/ 565140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6"/>
                </a:moveTo>
                <a:cubicBezTo>
                  <a:pt x="479162" y="513728"/>
                  <a:pt x="484610" y="500861"/>
                  <a:pt x="495514" y="490696"/>
                </a:cubicBezTo>
                <a:cubicBezTo>
                  <a:pt x="506417" y="480531"/>
                  <a:pt x="518842" y="475391"/>
                  <a:pt x="532797" y="475283"/>
                </a:cubicBezTo>
                <a:cubicBezTo>
                  <a:pt x="548712" y="475283"/>
                  <a:pt x="561902" y="480586"/>
                  <a:pt x="572368" y="491184"/>
                </a:cubicBezTo>
                <a:cubicBezTo>
                  <a:pt x="582834" y="501775"/>
                  <a:pt x="588071" y="514486"/>
                  <a:pt x="588071" y="529296"/>
                </a:cubicBezTo>
                <a:cubicBezTo>
                  <a:pt x="588071" y="544439"/>
                  <a:pt x="582780" y="557197"/>
                  <a:pt x="572204" y="567579"/>
                </a:cubicBezTo>
                <a:cubicBezTo>
                  <a:pt x="561636" y="577960"/>
                  <a:pt x="548821" y="583201"/>
                  <a:pt x="533781" y="583310"/>
                </a:cubicBezTo>
                <a:cubicBezTo>
                  <a:pt x="518405" y="583310"/>
                  <a:pt x="505488" y="578069"/>
                  <a:pt x="495022" y="567579"/>
                </a:cubicBezTo>
                <a:cubicBezTo>
                  <a:pt x="484556" y="557089"/>
                  <a:pt x="479272" y="544330"/>
                  <a:pt x="479162" y="529296"/>
                </a:cubicBezTo>
                <a:close/>
                <a:moveTo>
                  <a:pt x="565172" y="493452"/>
                </a:moveTo>
                <a:cubicBezTo>
                  <a:pt x="559615" y="489233"/>
                  <a:pt x="554932" y="486423"/>
                  <a:pt x="551115" y="485014"/>
                </a:cubicBezTo>
                <a:cubicBezTo>
                  <a:pt x="545660" y="482962"/>
                  <a:pt x="539393" y="481933"/>
                  <a:pt x="532306" y="481933"/>
                </a:cubicBezTo>
                <a:cubicBezTo>
                  <a:pt x="526093" y="481933"/>
                  <a:pt x="520154" y="483179"/>
                  <a:pt x="514487" y="485664"/>
                </a:cubicBezTo>
                <a:cubicBezTo>
                  <a:pt x="508813" y="488157"/>
                  <a:pt x="504669" y="490750"/>
                  <a:pt x="502054" y="493452"/>
                </a:cubicBezTo>
                <a:lnTo>
                  <a:pt x="533617" y="524759"/>
                </a:lnTo>
                <a:lnTo>
                  <a:pt x="549312" y="509021"/>
                </a:lnTo>
                <a:lnTo>
                  <a:pt x="565172" y="493452"/>
                </a:lnTo>
                <a:close/>
                <a:moveTo>
                  <a:pt x="497317" y="498159"/>
                </a:moveTo>
                <a:cubicBezTo>
                  <a:pt x="489465" y="506807"/>
                  <a:pt x="485539" y="517188"/>
                  <a:pt x="485539" y="529296"/>
                </a:cubicBezTo>
                <a:cubicBezTo>
                  <a:pt x="485539" y="541520"/>
                  <a:pt x="489465" y="551894"/>
                  <a:pt x="497317" y="560441"/>
                </a:cubicBezTo>
                <a:lnTo>
                  <a:pt x="528708" y="529296"/>
                </a:lnTo>
                <a:lnTo>
                  <a:pt x="497317" y="498159"/>
                </a:lnTo>
                <a:close/>
                <a:moveTo>
                  <a:pt x="569753" y="560441"/>
                </a:moveTo>
                <a:cubicBezTo>
                  <a:pt x="577605" y="551786"/>
                  <a:pt x="581531" y="541412"/>
                  <a:pt x="581531" y="529296"/>
                </a:cubicBezTo>
                <a:cubicBezTo>
                  <a:pt x="581531" y="517080"/>
                  <a:pt x="577605" y="506698"/>
                  <a:pt x="569753" y="498159"/>
                </a:cubicBezTo>
                <a:lnTo>
                  <a:pt x="538354" y="529296"/>
                </a:lnTo>
                <a:lnTo>
                  <a:pt x="569753" y="560441"/>
                </a:lnTo>
                <a:close/>
                <a:moveTo>
                  <a:pt x="502054" y="565140"/>
                </a:moveTo>
                <a:cubicBezTo>
                  <a:pt x="503475" y="566549"/>
                  <a:pt x="505324" y="568012"/>
                  <a:pt x="507619" y="569522"/>
                </a:cubicBezTo>
                <a:cubicBezTo>
                  <a:pt x="509906" y="571039"/>
                  <a:pt x="513449" y="572603"/>
                  <a:pt x="518241" y="574229"/>
                </a:cubicBezTo>
                <a:cubicBezTo>
                  <a:pt x="523041" y="575847"/>
                  <a:pt x="528115" y="576660"/>
                  <a:pt x="533453" y="576660"/>
                </a:cubicBezTo>
                <a:cubicBezTo>
                  <a:pt x="535740" y="576660"/>
                  <a:pt x="537980" y="576551"/>
                  <a:pt x="540157" y="576334"/>
                </a:cubicBezTo>
                <a:cubicBezTo>
                  <a:pt x="542335" y="576118"/>
                  <a:pt x="544302" y="575738"/>
                  <a:pt x="546042" y="575196"/>
                </a:cubicBezTo>
                <a:cubicBezTo>
                  <a:pt x="547791" y="574662"/>
                  <a:pt x="549476" y="574120"/>
                  <a:pt x="551115" y="573578"/>
                </a:cubicBezTo>
                <a:cubicBezTo>
                  <a:pt x="552747" y="573036"/>
                  <a:pt x="554167" y="572386"/>
                  <a:pt x="555361" y="571635"/>
                </a:cubicBezTo>
                <a:cubicBezTo>
                  <a:pt x="556563" y="570877"/>
                  <a:pt x="557765" y="570226"/>
                  <a:pt x="558959" y="569684"/>
                </a:cubicBezTo>
                <a:cubicBezTo>
                  <a:pt x="560161" y="569142"/>
                  <a:pt x="561090" y="568492"/>
                  <a:pt x="561746" y="567741"/>
                </a:cubicBezTo>
                <a:cubicBezTo>
                  <a:pt x="562393" y="566982"/>
                  <a:pt x="563104" y="566495"/>
                  <a:pt x="563869" y="566278"/>
                </a:cubicBezTo>
                <a:cubicBezTo>
                  <a:pt x="564633" y="566061"/>
                  <a:pt x="565071" y="565682"/>
                  <a:pt x="565172" y="565140"/>
                </a:cubicBezTo>
                <a:lnTo>
                  <a:pt x="533453" y="533840"/>
                </a:lnTo>
                <a:lnTo>
                  <a:pt x="502054" y="565140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7A102A2E-CCE0-4F58-AA8E-575DDC9FD0A3}"/>
              </a:ext>
            </a:extLst>
          </p:cNvPr>
          <p:cNvSpPr/>
          <p:nvPr/>
        </p:nvSpPr>
        <p:spPr>
          <a:xfrm>
            <a:off x="6565815" y="2927199"/>
            <a:ext cx="1014631" cy="1006416"/>
          </a:xfrm>
          <a:custGeom>
            <a:avLst/>
            <a:gdLst>
              <a:gd name="connsiteX0" fmla="*/ 479162 w 1014631"/>
              <a:gd name="connsiteY0" fmla="*/ 529296 h 1006415"/>
              <a:gd name="connsiteX1" fmla="*/ 495514 w 1014631"/>
              <a:gd name="connsiteY1" fmla="*/ 490688 h 1006415"/>
              <a:gd name="connsiteX2" fmla="*/ 532797 w 1014631"/>
              <a:gd name="connsiteY2" fmla="*/ 475283 h 1006415"/>
              <a:gd name="connsiteX3" fmla="*/ 572368 w 1014631"/>
              <a:gd name="connsiteY3" fmla="*/ 491176 h 1006415"/>
              <a:gd name="connsiteX4" fmla="*/ 588071 w 1014631"/>
              <a:gd name="connsiteY4" fmla="*/ 529296 h 1006415"/>
              <a:gd name="connsiteX5" fmla="*/ 572204 w 1014631"/>
              <a:gd name="connsiteY5" fmla="*/ 567571 h 1006415"/>
              <a:gd name="connsiteX6" fmla="*/ 533781 w 1014631"/>
              <a:gd name="connsiteY6" fmla="*/ 583302 h 1006415"/>
              <a:gd name="connsiteX7" fmla="*/ 495022 w 1014631"/>
              <a:gd name="connsiteY7" fmla="*/ 567571 h 1006415"/>
              <a:gd name="connsiteX8" fmla="*/ 479162 w 1014631"/>
              <a:gd name="connsiteY8" fmla="*/ 529296 h 1006415"/>
              <a:gd name="connsiteX9" fmla="*/ 565172 w 1014631"/>
              <a:gd name="connsiteY9" fmla="*/ 493444 h 1006415"/>
              <a:gd name="connsiteX10" fmla="*/ 551115 w 1014631"/>
              <a:gd name="connsiteY10" fmla="*/ 485014 h 1006415"/>
              <a:gd name="connsiteX11" fmla="*/ 532306 w 1014631"/>
              <a:gd name="connsiteY11" fmla="*/ 481933 h 1006415"/>
              <a:gd name="connsiteX12" fmla="*/ 514487 w 1014631"/>
              <a:gd name="connsiteY12" fmla="*/ 485664 h 1006415"/>
              <a:gd name="connsiteX13" fmla="*/ 502054 w 1014631"/>
              <a:gd name="connsiteY13" fmla="*/ 493444 h 1006415"/>
              <a:gd name="connsiteX14" fmla="*/ 533617 w 1014631"/>
              <a:gd name="connsiteY14" fmla="*/ 524752 h 1006415"/>
              <a:gd name="connsiteX15" fmla="*/ 549312 w 1014631"/>
              <a:gd name="connsiteY15" fmla="*/ 509021 h 1006415"/>
              <a:gd name="connsiteX16" fmla="*/ 565172 w 1014631"/>
              <a:gd name="connsiteY16" fmla="*/ 493444 h 1006415"/>
              <a:gd name="connsiteX17" fmla="*/ 497317 w 1014631"/>
              <a:gd name="connsiteY17" fmla="*/ 498151 h 1006415"/>
              <a:gd name="connsiteX18" fmla="*/ 485539 w 1014631"/>
              <a:gd name="connsiteY18" fmla="*/ 529296 h 1006415"/>
              <a:gd name="connsiteX19" fmla="*/ 497317 w 1014631"/>
              <a:gd name="connsiteY19" fmla="*/ 560433 h 1006415"/>
              <a:gd name="connsiteX20" fmla="*/ 528708 w 1014631"/>
              <a:gd name="connsiteY20" fmla="*/ 529296 h 1006415"/>
              <a:gd name="connsiteX21" fmla="*/ 497317 w 1014631"/>
              <a:gd name="connsiteY21" fmla="*/ 498151 h 1006415"/>
              <a:gd name="connsiteX22" fmla="*/ 569753 w 1014631"/>
              <a:gd name="connsiteY22" fmla="*/ 560433 h 1006415"/>
              <a:gd name="connsiteX23" fmla="*/ 581531 w 1014631"/>
              <a:gd name="connsiteY23" fmla="*/ 529296 h 1006415"/>
              <a:gd name="connsiteX24" fmla="*/ 569753 w 1014631"/>
              <a:gd name="connsiteY24" fmla="*/ 498151 h 1006415"/>
              <a:gd name="connsiteX25" fmla="*/ 538354 w 1014631"/>
              <a:gd name="connsiteY25" fmla="*/ 529296 h 1006415"/>
              <a:gd name="connsiteX26" fmla="*/ 569753 w 1014631"/>
              <a:gd name="connsiteY26" fmla="*/ 560433 h 1006415"/>
              <a:gd name="connsiteX27" fmla="*/ 502054 w 1014631"/>
              <a:gd name="connsiteY27" fmla="*/ 565140 h 1006415"/>
              <a:gd name="connsiteX28" fmla="*/ 507619 w 1014631"/>
              <a:gd name="connsiteY28" fmla="*/ 569522 h 1006415"/>
              <a:gd name="connsiteX29" fmla="*/ 518241 w 1014631"/>
              <a:gd name="connsiteY29" fmla="*/ 574221 h 1006415"/>
              <a:gd name="connsiteX30" fmla="*/ 533453 w 1014631"/>
              <a:gd name="connsiteY30" fmla="*/ 576652 h 1006415"/>
              <a:gd name="connsiteX31" fmla="*/ 540157 w 1014631"/>
              <a:gd name="connsiteY31" fmla="*/ 576334 h 1006415"/>
              <a:gd name="connsiteX32" fmla="*/ 546042 w 1014631"/>
              <a:gd name="connsiteY32" fmla="*/ 575196 h 1006415"/>
              <a:gd name="connsiteX33" fmla="*/ 551115 w 1014631"/>
              <a:gd name="connsiteY33" fmla="*/ 573571 h 1006415"/>
              <a:gd name="connsiteX34" fmla="*/ 555361 w 1014631"/>
              <a:gd name="connsiteY34" fmla="*/ 571627 h 1006415"/>
              <a:gd name="connsiteX35" fmla="*/ 558959 w 1014631"/>
              <a:gd name="connsiteY35" fmla="*/ 569684 h 1006415"/>
              <a:gd name="connsiteX36" fmla="*/ 561746 w 1014631"/>
              <a:gd name="connsiteY36" fmla="*/ 567733 h 1006415"/>
              <a:gd name="connsiteX37" fmla="*/ 563869 w 1014631"/>
              <a:gd name="connsiteY37" fmla="*/ 566278 h 1006415"/>
              <a:gd name="connsiteX38" fmla="*/ 565172 w 1014631"/>
              <a:gd name="connsiteY38" fmla="*/ 565140 h 1006415"/>
              <a:gd name="connsiteX39" fmla="*/ 533453 w 1014631"/>
              <a:gd name="connsiteY39" fmla="*/ 533833 h 1006415"/>
              <a:gd name="connsiteX40" fmla="*/ 502054 w 1014631"/>
              <a:gd name="connsiteY40" fmla="*/ 565140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6"/>
                </a:moveTo>
                <a:cubicBezTo>
                  <a:pt x="479162" y="513720"/>
                  <a:pt x="484610" y="500853"/>
                  <a:pt x="495514" y="490688"/>
                </a:cubicBezTo>
                <a:cubicBezTo>
                  <a:pt x="506417" y="480524"/>
                  <a:pt x="518842" y="475391"/>
                  <a:pt x="532797" y="475283"/>
                </a:cubicBezTo>
                <a:cubicBezTo>
                  <a:pt x="548712" y="475283"/>
                  <a:pt x="561902" y="480578"/>
                  <a:pt x="572368" y="491176"/>
                </a:cubicBezTo>
                <a:cubicBezTo>
                  <a:pt x="582834" y="501775"/>
                  <a:pt x="588071" y="514479"/>
                  <a:pt x="588071" y="529296"/>
                </a:cubicBezTo>
                <a:cubicBezTo>
                  <a:pt x="588071" y="544431"/>
                  <a:pt x="582780" y="557189"/>
                  <a:pt x="572204" y="567571"/>
                </a:cubicBezTo>
                <a:cubicBezTo>
                  <a:pt x="561636" y="577952"/>
                  <a:pt x="548821" y="583201"/>
                  <a:pt x="533781" y="583302"/>
                </a:cubicBezTo>
                <a:cubicBezTo>
                  <a:pt x="518405" y="583302"/>
                  <a:pt x="505488" y="578061"/>
                  <a:pt x="495022" y="567571"/>
                </a:cubicBezTo>
                <a:cubicBezTo>
                  <a:pt x="484556" y="557081"/>
                  <a:pt x="479272" y="544323"/>
                  <a:pt x="479162" y="529296"/>
                </a:cubicBezTo>
                <a:close/>
                <a:moveTo>
                  <a:pt x="565172" y="493444"/>
                </a:moveTo>
                <a:cubicBezTo>
                  <a:pt x="559615" y="489233"/>
                  <a:pt x="554932" y="486423"/>
                  <a:pt x="551115" y="485014"/>
                </a:cubicBezTo>
                <a:cubicBezTo>
                  <a:pt x="545660" y="482962"/>
                  <a:pt x="539393" y="481933"/>
                  <a:pt x="532306" y="481933"/>
                </a:cubicBezTo>
                <a:cubicBezTo>
                  <a:pt x="526093" y="481933"/>
                  <a:pt x="520154" y="483171"/>
                  <a:pt x="514487" y="485664"/>
                </a:cubicBezTo>
                <a:cubicBezTo>
                  <a:pt x="508813" y="488149"/>
                  <a:pt x="504669" y="490743"/>
                  <a:pt x="502054" y="493444"/>
                </a:cubicBezTo>
                <a:lnTo>
                  <a:pt x="533617" y="524752"/>
                </a:lnTo>
                <a:lnTo>
                  <a:pt x="549312" y="509021"/>
                </a:lnTo>
                <a:lnTo>
                  <a:pt x="565172" y="493444"/>
                </a:lnTo>
                <a:close/>
                <a:moveTo>
                  <a:pt x="497317" y="498151"/>
                </a:moveTo>
                <a:cubicBezTo>
                  <a:pt x="489465" y="506799"/>
                  <a:pt x="485539" y="517180"/>
                  <a:pt x="485539" y="529296"/>
                </a:cubicBezTo>
                <a:cubicBezTo>
                  <a:pt x="485539" y="541512"/>
                  <a:pt x="489465" y="551894"/>
                  <a:pt x="497317" y="560433"/>
                </a:cubicBezTo>
                <a:lnTo>
                  <a:pt x="528708" y="529296"/>
                </a:lnTo>
                <a:lnTo>
                  <a:pt x="497317" y="498151"/>
                </a:lnTo>
                <a:close/>
                <a:moveTo>
                  <a:pt x="569753" y="560433"/>
                </a:moveTo>
                <a:cubicBezTo>
                  <a:pt x="577605" y="551786"/>
                  <a:pt x="581531" y="541404"/>
                  <a:pt x="581531" y="529296"/>
                </a:cubicBezTo>
                <a:cubicBezTo>
                  <a:pt x="581531" y="517072"/>
                  <a:pt x="577605" y="506690"/>
                  <a:pt x="569753" y="498151"/>
                </a:cubicBezTo>
                <a:lnTo>
                  <a:pt x="538354" y="529296"/>
                </a:lnTo>
                <a:lnTo>
                  <a:pt x="569753" y="560433"/>
                </a:lnTo>
                <a:close/>
                <a:moveTo>
                  <a:pt x="502054" y="565140"/>
                </a:moveTo>
                <a:cubicBezTo>
                  <a:pt x="503475" y="566549"/>
                  <a:pt x="505324" y="568004"/>
                  <a:pt x="507619" y="569522"/>
                </a:cubicBezTo>
                <a:cubicBezTo>
                  <a:pt x="509906" y="571031"/>
                  <a:pt x="513449" y="572603"/>
                  <a:pt x="518241" y="574221"/>
                </a:cubicBezTo>
                <a:cubicBezTo>
                  <a:pt x="523041" y="575847"/>
                  <a:pt x="528115" y="576652"/>
                  <a:pt x="533453" y="576652"/>
                </a:cubicBezTo>
                <a:cubicBezTo>
                  <a:pt x="535740" y="576652"/>
                  <a:pt x="537980" y="576551"/>
                  <a:pt x="540157" y="576334"/>
                </a:cubicBezTo>
                <a:cubicBezTo>
                  <a:pt x="542335" y="576118"/>
                  <a:pt x="544302" y="575738"/>
                  <a:pt x="546042" y="575196"/>
                </a:cubicBezTo>
                <a:cubicBezTo>
                  <a:pt x="547791" y="574654"/>
                  <a:pt x="549476" y="574113"/>
                  <a:pt x="551115" y="573571"/>
                </a:cubicBezTo>
                <a:cubicBezTo>
                  <a:pt x="552747" y="573036"/>
                  <a:pt x="554167" y="572386"/>
                  <a:pt x="555361" y="571627"/>
                </a:cubicBezTo>
                <a:cubicBezTo>
                  <a:pt x="556563" y="570869"/>
                  <a:pt x="557765" y="570219"/>
                  <a:pt x="558959" y="569684"/>
                </a:cubicBezTo>
                <a:cubicBezTo>
                  <a:pt x="560161" y="569142"/>
                  <a:pt x="561090" y="568492"/>
                  <a:pt x="561746" y="567733"/>
                </a:cubicBezTo>
                <a:cubicBezTo>
                  <a:pt x="562393" y="566975"/>
                  <a:pt x="563104" y="566495"/>
                  <a:pt x="563869" y="566278"/>
                </a:cubicBezTo>
                <a:cubicBezTo>
                  <a:pt x="564633" y="566061"/>
                  <a:pt x="565071" y="565682"/>
                  <a:pt x="565172" y="565140"/>
                </a:cubicBezTo>
                <a:lnTo>
                  <a:pt x="533453" y="533833"/>
                </a:lnTo>
                <a:lnTo>
                  <a:pt x="502054" y="565140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B170BE33-72DB-4FD1-9F3C-61773B0A6D67}"/>
              </a:ext>
            </a:extLst>
          </p:cNvPr>
          <p:cNvSpPr/>
          <p:nvPr/>
        </p:nvSpPr>
        <p:spPr>
          <a:xfrm>
            <a:off x="6487767" y="2808352"/>
            <a:ext cx="1014631" cy="1006416"/>
          </a:xfrm>
          <a:custGeom>
            <a:avLst/>
            <a:gdLst>
              <a:gd name="connsiteX0" fmla="*/ 479162 w 1014631"/>
              <a:gd name="connsiteY0" fmla="*/ 529295 h 1006415"/>
              <a:gd name="connsiteX1" fmla="*/ 495515 w 1014631"/>
              <a:gd name="connsiteY1" fmla="*/ 490691 h 1006415"/>
              <a:gd name="connsiteX2" fmla="*/ 532798 w 1014631"/>
              <a:gd name="connsiteY2" fmla="*/ 475283 h 1006415"/>
              <a:gd name="connsiteX3" fmla="*/ 572368 w 1014631"/>
              <a:gd name="connsiteY3" fmla="*/ 491178 h 1006415"/>
              <a:gd name="connsiteX4" fmla="*/ 588071 w 1014631"/>
              <a:gd name="connsiteY4" fmla="*/ 529295 h 1006415"/>
              <a:gd name="connsiteX5" fmla="*/ 572204 w 1014631"/>
              <a:gd name="connsiteY5" fmla="*/ 567576 h 1006415"/>
              <a:gd name="connsiteX6" fmla="*/ 533779 w 1014631"/>
              <a:gd name="connsiteY6" fmla="*/ 583307 h 1006415"/>
              <a:gd name="connsiteX7" fmla="*/ 495024 w 1014631"/>
              <a:gd name="connsiteY7" fmla="*/ 567576 h 1006415"/>
              <a:gd name="connsiteX8" fmla="*/ 479162 w 1014631"/>
              <a:gd name="connsiteY8" fmla="*/ 529295 h 1006415"/>
              <a:gd name="connsiteX9" fmla="*/ 565172 w 1014631"/>
              <a:gd name="connsiteY9" fmla="*/ 493448 h 1006415"/>
              <a:gd name="connsiteX10" fmla="*/ 551115 w 1014631"/>
              <a:gd name="connsiteY10" fmla="*/ 485015 h 1006415"/>
              <a:gd name="connsiteX11" fmla="*/ 532308 w 1014631"/>
              <a:gd name="connsiteY11" fmla="*/ 481933 h 1006415"/>
              <a:gd name="connsiteX12" fmla="*/ 514484 w 1014631"/>
              <a:gd name="connsiteY12" fmla="*/ 485663 h 1006415"/>
              <a:gd name="connsiteX13" fmla="*/ 502056 w 1014631"/>
              <a:gd name="connsiteY13" fmla="*/ 493448 h 1006415"/>
              <a:gd name="connsiteX14" fmla="*/ 533616 w 1014631"/>
              <a:gd name="connsiteY14" fmla="*/ 524753 h 1006415"/>
              <a:gd name="connsiteX15" fmla="*/ 549312 w 1014631"/>
              <a:gd name="connsiteY15" fmla="*/ 509020 h 1006415"/>
              <a:gd name="connsiteX16" fmla="*/ 565172 w 1014631"/>
              <a:gd name="connsiteY16" fmla="*/ 493448 h 1006415"/>
              <a:gd name="connsiteX17" fmla="*/ 497314 w 1014631"/>
              <a:gd name="connsiteY17" fmla="*/ 498152 h 1006415"/>
              <a:gd name="connsiteX18" fmla="*/ 485541 w 1014631"/>
              <a:gd name="connsiteY18" fmla="*/ 529295 h 1006415"/>
              <a:gd name="connsiteX19" fmla="*/ 497314 w 1014631"/>
              <a:gd name="connsiteY19" fmla="*/ 560438 h 1006415"/>
              <a:gd name="connsiteX20" fmla="*/ 528710 w 1014631"/>
              <a:gd name="connsiteY20" fmla="*/ 529295 h 1006415"/>
              <a:gd name="connsiteX21" fmla="*/ 497314 w 1014631"/>
              <a:gd name="connsiteY21" fmla="*/ 498152 h 1006415"/>
              <a:gd name="connsiteX22" fmla="*/ 569753 w 1014631"/>
              <a:gd name="connsiteY22" fmla="*/ 560438 h 1006415"/>
              <a:gd name="connsiteX23" fmla="*/ 581531 w 1014631"/>
              <a:gd name="connsiteY23" fmla="*/ 529295 h 1006415"/>
              <a:gd name="connsiteX24" fmla="*/ 569753 w 1014631"/>
              <a:gd name="connsiteY24" fmla="*/ 498152 h 1006415"/>
              <a:gd name="connsiteX25" fmla="*/ 538354 w 1014631"/>
              <a:gd name="connsiteY25" fmla="*/ 529295 h 1006415"/>
              <a:gd name="connsiteX26" fmla="*/ 569753 w 1014631"/>
              <a:gd name="connsiteY26" fmla="*/ 560438 h 1006415"/>
              <a:gd name="connsiteX27" fmla="*/ 502056 w 1014631"/>
              <a:gd name="connsiteY27" fmla="*/ 565138 h 1006415"/>
              <a:gd name="connsiteX28" fmla="*/ 507616 w 1014631"/>
              <a:gd name="connsiteY28" fmla="*/ 569519 h 1006415"/>
              <a:gd name="connsiteX29" fmla="*/ 518244 w 1014631"/>
              <a:gd name="connsiteY29" fmla="*/ 574226 h 1006415"/>
              <a:gd name="connsiteX30" fmla="*/ 533452 w 1014631"/>
              <a:gd name="connsiteY30" fmla="*/ 576657 h 1006415"/>
              <a:gd name="connsiteX31" fmla="*/ 540157 w 1014631"/>
              <a:gd name="connsiteY31" fmla="*/ 576332 h 1006415"/>
              <a:gd name="connsiteX32" fmla="*/ 546042 w 1014631"/>
              <a:gd name="connsiteY32" fmla="*/ 575194 h 1006415"/>
              <a:gd name="connsiteX33" fmla="*/ 551115 w 1014631"/>
              <a:gd name="connsiteY33" fmla="*/ 573576 h 1006415"/>
              <a:gd name="connsiteX34" fmla="*/ 555361 w 1014631"/>
              <a:gd name="connsiteY34" fmla="*/ 571625 h 1006415"/>
              <a:gd name="connsiteX35" fmla="*/ 558959 w 1014631"/>
              <a:gd name="connsiteY35" fmla="*/ 569682 h 1006415"/>
              <a:gd name="connsiteX36" fmla="*/ 561746 w 1014631"/>
              <a:gd name="connsiteY36" fmla="*/ 567739 h 1006415"/>
              <a:gd name="connsiteX37" fmla="*/ 563869 w 1014631"/>
              <a:gd name="connsiteY37" fmla="*/ 566276 h 1006415"/>
              <a:gd name="connsiteX38" fmla="*/ 565172 w 1014631"/>
              <a:gd name="connsiteY38" fmla="*/ 565138 h 1006415"/>
              <a:gd name="connsiteX39" fmla="*/ 533452 w 1014631"/>
              <a:gd name="connsiteY39" fmla="*/ 533836 h 1006415"/>
              <a:gd name="connsiteX40" fmla="*/ 502056 w 1014631"/>
              <a:gd name="connsiteY40" fmla="*/ 565138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5"/>
                </a:moveTo>
                <a:cubicBezTo>
                  <a:pt x="479162" y="513724"/>
                  <a:pt x="484613" y="500856"/>
                  <a:pt x="495515" y="490691"/>
                </a:cubicBezTo>
                <a:cubicBezTo>
                  <a:pt x="506416" y="480527"/>
                  <a:pt x="518845" y="475390"/>
                  <a:pt x="532798" y="475283"/>
                </a:cubicBezTo>
                <a:cubicBezTo>
                  <a:pt x="548712" y="475283"/>
                  <a:pt x="561902" y="480581"/>
                  <a:pt x="572368" y="491178"/>
                </a:cubicBezTo>
                <a:cubicBezTo>
                  <a:pt x="582834" y="501774"/>
                  <a:pt x="588071" y="514480"/>
                  <a:pt x="588071" y="529295"/>
                </a:cubicBezTo>
                <a:cubicBezTo>
                  <a:pt x="588071" y="544433"/>
                  <a:pt x="582780" y="557195"/>
                  <a:pt x="572204" y="567576"/>
                </a:cubicBezTo>
                <a:cubicBezTo>
                  <a:pt x="561636" y="577958"/>
                  <a:pt x="548821" y="583199"/>
                  <a:pt x="533779" y="583307"/>
                </a:cubicBezTo>
                <a:cubicBezTo>
                  <a:pt x="518408" y="583307"/>
                  <a:pt x="505490" y="578058"/>
                  <a:pt x="495024" y="567576"/>
                </a:cubicBezTo>
                <a:cubicBezTo>
                  <a:pt x="484559" y="557086"/>
                  <a:pt x="479272" y="544325"/>
                  <a:pt x="479162" y="529295"/>
                </a:cubicBezTo>
                <a:close/>
                <a:moveTo>
                  <a:pt x="565172" y="493448"/>
                </a:moveTo>
                <a:cubicBezTo>
                  <a:pt x="559615" y="489231"/>
                  <a:pt x="554932" y="486420"/>
                  <a:pt x="551115" y="485015"/>
                </a:cubicBezTo>
                <a:cubicBezTo>
                  <a:pt x="545660" y="482960"/>
                  <a:pt x="539393" y="481933"/>
                  <a:pt x="532308" y="481933"/>
                </a:cubicBezTo>
                <a:cubicBezTo>
                  <a:pt x="526094" y="481933"/>
                  <a:pt x="520153" y="483176"/>
                  <a:pt x="514484" y="485663"/>
                </a:cubicBezTo>
                <a:cubicBezTo>
                  <a:pt x="508815" y="488150"/>
                  <a:pt x="504673" y="490745"/>
                  <a:pt x="502056" y="493448"/>
                </a:cubicBezTo>
                <a:lnTo>
                  <a:pt x="533616" y="524753"/>
                </a:lnTo>
                <a:lnTo>
                  <a:pt x="549312" y="509020"/>
                </a:lnTo>
                <a:lnTo>
                  <a:pt x="565172" y="493448"/>
                </a:lnTo>
                <a:close/>
                <a:moveTo>
                  <a:pt x="497314" y="498152"/>
                </a:moveTo>
                <a:cubicBezTo>
                  <a:pt x="489465" y="506803"/>
                  <a:pt x="485541" y="517183"/>
                  <a:pt x="485541" y="529295"/>
                </a:cubicBezTo>
                <a:cubicBezTo>
                  <a:pt x="485541" y="541513"/>
                  <a:pt x="489465" y="551892"/>
                  <a:pt x="497314" y="560438"/>
                </a:cubicBezTo>
                <a:lnTo>
                  <a:pt x="528710" y="529295"/>
                </a:lnTo>
                <a:lnTo>
                  <a:pt x="497314" y="498152"/>
                </a:lnTo>
                <a:close/>
                <a:moveTo>
                  <a:pt x="569753" y="560438"/>
                </a:moveTo>
                <a:cubicBezTo>
                  <a:pt x="577605" y="551783"/>
                  <a:pt x="581531" y="541406"/>
                  <a:pt x="581531" y="529295"/>
                </a:cubicBezTo>
                <a:cubicBezTo>
                  <a:pt x="581531" y="517076"/>
                  <a:pt x="577605" y="506695"/>
                  <a:pt x="569753" y="498152"/>
                </a:cubicBezTo>
                <a:lnTo>
                  <a:pt x="538354" y="529295"/>
                </a:lnTo>
                <a:lnTo>
                  <a:pt x="569753" y="560438"/>
                </a:lnTo>
                <a:close/>
                <a:moveTo>
                  <a:pt x="502056" y="565138"/>
                </a:moveTo>
                <a:cubicBezTo>
                  <a:pt x="503473" y="566547"/>
                  <a:pt x="505327" y="568010"/>
                  <a:pt x="507616" y="569519"/>
                </a:cubicBezTo>
                <a:cubicBezTo>
                  <a:pt x="509905" y="571037"/>
                  <a:pt x="513448" y="572601"/>
                  <a:pt x="518244" y="574226"/>
                </a:cubicBezTo>
                <a:cubicBezTo>
                  <a:pt x="523041" y="575844"/>
                  <a:pt x="528111" y="576657"/>
                  <a:pt x="533452" y="576657"/>
                </a:cubicBezTo>
                <a:cubicBezTo>
                  <a:pt x="535740" y="576657"/>
                  <a:pt x="537980" y="576549"/>
                  <a:pt x="540157" y="576332"/>
                </a:cubicBezTo>
                <a:cubicBezTo>
                  <a:pt x="542335" y="576115"/>
                  <a:pt x="544302" y="575736"/>
                  <a:pt x="546042" y="575194"/>
                </a:cubicBezTo>
                <a:cubicBezTo>
                  <a:pt x="547791" y="574660"/>
                  <a:pt x="549476" y="574118"/>
                  <a:pt x="551115" y="573576"/>
                </a:cubicBezTo>
                <a:cubicBezTo>
                  <a:pt x="552747" y="573034"/>
                  <a:pt x="554167" y="572384"/>
                  <a:pt x="555361" y="571625"/>
                </a:cubicBezTo>
                <a:cubicBezTo>
                  <a:pt x="556563" y="570874"/>
                  <a:pt x="557765" y="570224"/>
                  <a:pt x="558959" y="569682"/>
                </a:cubicBezTo>
                <a:cubicBezTo>
                  <a:pt x="560161" y="569140"/>
                  <a:pt x="561090" y="568490"/>
                  <a:pt x="561746" y="567739"/>
                </a:cubicBezTo>
                <a:cubicBezTo>
                  <a:pt x="562393" y="566980"/>
                  <a:pt x="563104" y="566492"/>
                  <a:pt x="563869" y="566276"/>
                </a:cubicBezTo>
                <a:cubicBezTo>
                  <a:pt x="564633" y="566059"/>
                  <a:pt x="565071" y="565680"/>
                  <a:pt x="565172" y="565138"/>
                </a:cubicBezTo>
                <a:lnTo>
                  <a:pt x="533452" y="533836"/>
                </a:lnTo>
                <a:lnTo>
                  <a:pt x="502056" y="565138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378B1AE7-E4B3-4C1A-89D9-BD777375F3ED}"/>
              </a:ext>
            </a:extLst>
          </p:cNvPr>
          <p:cNvSpPr/>
          <p:nvPr/>
        </p:nvSpPr>
        <p:spPr>
          <a:xfrm>
            <a:off x="6429230" y="2689581"/>
            <a:ext cx="1014631" cy="1006416"/>
          </a:xfrm>
          <a:custGeom>
            <a:avLst/>
            <a:gdLst>
              <a:gd name="connsiteX0" fmla="*/ 479162 w 1014631"/>
              <a:gd name="connsiteY0" fmla="*/ 529295 h 1006415"/>
              <a:gd name="connsiteX1" fmla="*/ 495515 w 1014631"/>
              <a:gd name="connsiteY1" fmla="*/ 490692 h 1006415"/>
              <a:gd name="connsiteX2" fmla="*/ 532798 w 1014631"/>
              <a:gd name="connsiteY2" fmla="*/ 475283 h 1006415"/>
              <a:gd name="connsiteX3" fmla="*/ 572371 w 1014631"/>
              <a:gd name="connsiteY3" fmla="*/ 491178 h 1006415"/>
              <a:gd name="connsiteX4" fmla="*/ 588069 w 1014631"/>
              <a:gd name="connsiteY4" fmla="*/ 529295 h 1006415"/>
              <a:gd name="connsiteX5" fmla="*/ 572207 w 1014631"/>
              <a:gd name="connsiteY5" fmla="*/ 567573 h 1006415"/>
              <a:gd name="connsiteX6" fmla="*/ 533779 w 1014631"/>
              <a:gd name="connsiteY6" fmla="*/ 583307 h 1006415"/>
              <a:gd name="connsiteX7" fmla="*/ 495024 w 1014631"/>
              <a:gd name="connsiteY7" fmla="*/ 567573 h 1006415"/>
              <a:gd name="connsiteX8" fmla="*/ 479162 w 1014631"/>
              <a:gd name="connsiteY8" fmla="*/ 529295 h 1006415"/>
              <a:gd name="connsiteX9" fmla="*/ 565176 w 1014631"/>
              <a:gd name="connsiteY9" fmla="*/ 493448 h 1006415"/>
              <a:gd name="connsiteX10" fmla="*/ 551113 w 1014631"/>
              <a:gd name="connsiteY10" fmla="*/ 485015 h 1006415"/>
              <a:gd name="connsiteX11" fmla="*/ 532308 w 1014631"/>
              <a:gd name="connsiteY11" fmla="*/ 481933 h 1006415"/>
              <a:gd name="connsiteX12" fmla="*/ 514484 w 1014631"/>
              <a:gd name="connsiteY12" fmla="*/ 485663 h 1006415"/>
              <a:gd name="connsiteX13" fmla="*/ 502056 w 1014631"/>
              <a:gd name="connsiteY13" fmla="*/ 493448 h 1006415"/>
              <a:gd name="connsiteX14" fmla="*/ 533616 w 1014631"/>
              <a:gd name="connsiteY14" fmla="*/ 524753 h 1006415"/>
              <a:gd name="connsiteX15" fmla="*/ 549314 w 1014631"/>
              <a:gd name="connsiteY15" fmla="*/ 509020 h 1006415"/>
              <a:gd name="connsiteX16" fmla="*/ 565176 w 1014631"/>
              <a:gd name="connsiteY16" fmla="*/ 493448 h 1006415"/>
              <a:gd name="connsiteX17" fmla="*/ 497314 w 1014631"/>
              <a:gd name="connsiteY17" fmla="*/ 498152 h 1006415"/>
              <a:gd name="connsiteX18" fmla="*/ 485541 w 1014631"/>
              <a:gd name="connsiteY18" fmla="*/ 529295 h 1006415"/>
              <a:gd name="connsiteX19" fmla="*/ 497314 w 1014631"/>
              <a:gd name="connsiteY19" fmla="*/ 560437 h 1006415"/>
              <a:gd name="connsiteX20" fmla="*/ 528710 w 1014631"/>
              <a:gd name="connsiteY20" fmla="*/ 529295 h 1006415"/>
              <a:gd name="connsiteX21" fmla="*/ 497314 w 1014631"/>
              <a:gd name="connsiteY21" fmla="*/ 498152 h 1006415"/>
              <a:gd name="connsiteX22" fmla="*/ 569754 w 1014631"/>
              <a:gd name="connsiteY22" fmla="*/ 560437 h 1006415"/>
              <a:gd name="connsiteX23" fmla="*/ 581528 w 1014631"/>
              <a:gd name="connsiteY23" fmla="*/ 529295 h 1006415"/>
              <a:gd name="connsiteX24" fmla="*/ 569754 w 1014631"/>
              <a:gd name="connsiteY24" fmla="*/ 498152 h 1006415"/>
              <a:gd name="connsiteX25" fmla="*/ 538358 w 1014631"/>
              <a:gd name="connsiteY25" fmla="*/ 529295 h 1006415"/>
              <a:gd name="connsiteX26" fmla="*/ 569754 w 1014631"/>
              <a:gd name="connsiteY26" fmla="*/ 560437 h 1006415"/>
              <a:gd name="connsiteX27" fmla="*/ 502056 w 1014631"/>
              <a:gd name="connsiteY27" fmla="*/ 565141 h 1006415"/>
              <a:gd name="connsiteX28" fmla="*/ 507616 w 1014631"/>
              <a:gd name="connsiteY28" fmla="*/ 569520 h 1006415"/>
              <a:gd name="connsiteX29" fmla="*/ 518244 w 1014631"/>
              <a:gd name="connsiteY29" fmla="*/ 574223 h 1006415"/>
              <a:gd name="connsiteX30" fmla="*/ 533452 w 1014631"/>
              <a:gd name="connsiteY30" fmla="*/ 576656 h 1006415"/>
              <a:gd name="connsiteX31" fmla="*/ 540157 w 1014631"/>
              <a:gd name="connsiteY31" fmla="*/ 576332 h 1006415"/>
              <a:gd name="connsiteX32" fmla="*/ 546044 w 1014631"/>
              <a:gd name="connsiteY32" fmla="*/ 575197 h 1006415"/>
              <a:gd name="connsiteX33" fmla="*/ 551113 w 1014631"/>
              <a:gd name="connsiteY33" fmla="*/ 573575 h 1006415"/>
              <a:gd name="connsiteX34" fmla="*/ 555364 w 1014631"/>
              <a:gd name="connsiteY34" fmla="*/ 571628 h 1006415"/>
              <a:gd name="connsiteX35" fmla="*/ 558962 w 1014631"/>
              <a:gd name="connsiteY35" fmla="*/ 569682 h 1006415"/>
              <a:gd name="connsiteX36" fmla="*/ 561742 w 1014631"/>
              <a:gd name="connsiteY36" fmla="*/ 567736 h 1006415"/>
              <a:gd name="connsiteX37" fmla="*/ 563868 w 1014631"/>
              <a:gd name="connsiteY37" fmla="*/ 566276 h 1006415"/>
              <a:gd name="connsiteX38" fmla="*/ 565176 w 1014631"/>
              <a:gd name="connsiteY38" fmla="*/ 565141 h 1006415"/>
              <a:gd name="connsiteX39" fmla="*/ 533452 w 1014631"/>
              <a:gd name="connsiteY39" fmla="*/ 533836 h 1006415"/>
              <a:gd name="connsiteX40" fmla="*/ 502056 w 1014631"/>
              <a:gd name="connsiteY40" fmla="*/ 565141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5"/>
                </a:moveTo>
                <a:cubicBezTo>
                  <a:pt x="479162" y="513724"/>
                  <a:pt x="484613" y="500856"/>
                  <a:pt x="495515" y="490692"/>
                </a:cubicBezTo>
                <a:cubicBezTo>
                  <a:pt x="506416" y="480527"/>
                  <a:pt x="518845" y="475390"/>
                  <a:pt x="532798" y="475283"/>
                </a:cubicBezTo>
                <a:cubicBezTo>
                  <a:pt x="548715" y="475283"/>
                  <a:pt x="561906" y="480581"/>
                  <a:pt x="572371" y="491178"/>
                </a:cubicBezTo>
                <a:cubicBezTo>
                  <a:pt x="582836" y="501774"/>
                  <a:pt x="588069" y="514480"/>
                  <a:pt x="588069" y="529295"/>
                </a:cubicBezTo>
                <a:cubicBezTo>
                  <a:pt x="588069" y="544433"/>
                  <a:pt x="582782" y="557192"/>
                  <a:pt x="572207" y="567573"/>
                </a:cubicBezTo>
                <a:cubicBezTo>
                  <a:pt x="561632" y="577954"/>
                  <a:pt x="548824" y="583199"/>
                  <a:pt x="533779" y="583307"/>
                </a:cubicBezTo>
                <a:cubicBezTo>
                  <a:pt x="518408" y="583307"/>
                  <a:pt x="505490" y="578062"/>
                  <a:pt x="495024" y="567573"/>
                </a:cubicBezTo>
                <a:cubicBezTo>
                  <a:pt x="484559" y="557085"/>
                  <a:pt x="479272" y="544325"/>
                  <a:pt x="479162" y="529295"/>
                </a:cubicBezTo>
                <a:close/>
                <a:moveTo>
                  <a:pt x="565176" y="493448"/>
                </a:moveTo>
                <a:cubicBezTo>
                  <a:pt x="559616" y="489231"/>
                  <a:pt x="554928" y="486420"/>
                  <a:pt x="551113" y="485015"/>
                </a:cubicBezTo>
                <a:cubicBezTo>
                  <a:pt x="545662" y="482960"/>
                  <a:pt x="539394" y="481933"/>
                  <a:pt x="532308" y="481933"/>
                </a:cubicBezTo>
                <a:cubicBezTo>
                  <a:pt x="526094" y="481933"/>
                  <a:pt x="520153" y="483176"/>
                  <a:pt x="514484" y="485663"/>
                </a:cubicBezTo>
                <a:cubicBezTo>
                  <a:pt x="508815" y="488150"/>
                  <a:pt x="504673" y="490745"/>
                  <a:pt x="502056" y="493448"/>
                </a:cubicBezTo>
                <a:lnTo>
                  <a:pt x="533616" y="524753"/>
                </a:lnTo>
                <a:lnTo>
                  <a:pt x="549314" y="509020"/>
                </a:lnTo>
                <a:lnTo>
                  <a:pt x="565176" y="493448"/>
                </a:lnTo>
                <a:close/>
                <a:moveTo>
                  <a:pt x="497314" y="498152"/>
                </a:moveTo>
                <a:cubicBezTo>
                  <a:pt x="489465" y="506803"/>
                  <a:pt x="485541" y="517184"/>
                  <a:pt x="485541" y="529295"/>
                </a:cubicBezTo>
                <a:cubicBezTo>
                  <a:pt x="485541" y="541513"/>
                  <a:pt x="489465" y="551894"/>
                  <a:pt x="497314" y="560437"/>
                </a:cubicBezTo>
                <a:lnTo>
                  <a:pt x="528710" y="529295"/>
                </a:lnTo>
                <a:lnTo>
                  <a:pt x="497314" y="498152"/>
                </a:lnTo>
                <a:close/>
                <a:moveTo>
                  <a:pt x="569754" y="560437"/>
                </a:moveTo>
                <a:cubicBezTo>
                  <a:pt x="577604" y="551786"/>
                  <a:pt x="581528" y="541406"/>
                  <a:pt x="581528" y="529295"/>
                </a:cubicBezTo>
                <a:cubicBezTo>
                  <a:pt x="581528" y="517076"/>
                  <a:pt x="577604" y="506695"/>
                  <a:pt x="569754" y="498152"/>
                </a:cubicBezTo>
                <a:lnTo>
                  <a:pt x="538358" y="529295"/>
                </a:lnTo>
                <a:lnTo>
                  <a:pt x="569754" y="560437"/>
                </a:lnTo>
                <a:close/>
                <a:moveTo>
                  <a:pt x="502056" y="565141"/>
                </a:moveTo>
                <a:cubicBezTo>
                  <a:pt x="503473" y="566546"/>
                  <a:pt x="505327" y="568006"/>
                  <a:pt x="507616" y="569520"/>
                </a:cubicBezTo>
                <a:cubicBezTo>
                  <a:pt x="509905" y="571034"/>
                  <a:pt x="513448" y="572601"/>
                  <a:pt x="518244" y="574223"/>
                </a:cubicBezTo>
                <a:cubicBezTo>
                  <a:pt x="523041" y="575846"/>
                  <a:pt x="528111" y="576656"/>
                  <a:pt x="533452" y="576656"/>
                </a:cubicBezTo>
                <a:cubicBezTo>
                  <a:pt x="535741" y="576656"/>
                  <a:pt x="537977" y="576548"/>
                  <a:pt x="540157" y="576332"/>
                </a:cubicBezTo>
                <a:cubicBezTo>
                  <a:pt x="542337" y="576116"/>
                  <a:pt x="544299" y="575738"/>
                  <a:pt x="546044" y="575197"/>
                </a:cubicBezTo>
                <a:cubicBezTo>
                  <a:pt x="547788" y="574656"/>
                  <a:pt x="549478" y="574116"/>
                  <a:pt x="551113" y="573575"/>
                </a:cubicBezTo>
                <a:cubicBezTo>
                  <a:pt x="552748" y="573034"/>
                  <a:pt x="554166" y="572385"/>
                  <a:pt x="555364" y="571628"/>
                </a:cubicBezTo>
                <a:cubicBezTo>
                  <a:pt x="556564" y="570871"/>
                  <a:pt x="557763" y="570222"/>
                  <a:pt x="558962" y="569682"/>
                </a:cubicBezTo>
                <a:cubicBezTo>
                  <a:pt x="560161" y="569142"/>
                  <a:pt x="561088" y="568493"/>
                  <a:pt x="561742" y="567736"/>
                </a:cubicBezTo>
                <a:cubicBezTo>
                  <a:pt x="562396" y="566979"/>
                  <a:pt x="563104" y="566492"/>
                  <a:pt x="563868" y="566276"/>
                </a:cubicBezTo>
                <a:cubicBezTo>
                  <a:pt x="564631" y="566060"/>
                  <a:pt x="565067" y="565681"/>
                  <a:pt x="565176" y="565141"/>
                </a:cubicBezTo>
                <a:lnTo>
                  <a:pt x="533452" y="533836"/>
                </a:lnTo>
                <a:lnTo>
                  <a:pt x="502056" y="565141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554CC17F-1744-47EC-9E69-20E71BF05639}"/>
              </a:ext>
            </a:extLst>
          </p:cNvPr>
          <p:cNvSpPr/>
          <p:nvPr/>
        </p:nvSpPr>
        <p:spPr>
          <a:xfrm>
            <a:off x="7424349" y="3046042"/>
            <a:ext cx="1014631" cy="1006416"/>
          </a:xfrm>
          <a:custGeom>
            <a:avLst/>
            <a:gdLst>
              <a:gd name="connsiteX0" fmla="*/ 479162 w 1014631"/>
              <a:gd name="connsiteY0" fmla="*/ 529296 h 1006415"/>
              <a:gd name="connsiteX1" fmla="*/ 495514 w 1014631"/>
              <a:gd name="connsiteY1" fmla="*/ 490696 h 1006415"/>
              <a:gd name="connsiteX2" fmla="*/ 532797 w 1014631"/>
              <a:gd name="connsiteY2" fmla="*/ 475283 h 1006415"/>
              <a:gd name="connsiteX3" fmla="*/ 572368 w 1014631"/>
              <a:gd name="connsiteY3" fmla="*/ 491184 h 1006415"/>
              <a:gd name="connsiteX4" fmla="*/ 588071 w 1014631"/>
              <a:gd name="connsiteY4" fmla="*/ 529296 h 1006415"/>
              <a:gd name="connsiteX5" fmla="*/ 572204 w 1014631"/>
              <a:gd name="connsiteY5" fmla="*/ 567579 h 1006415"/>
              <a:gd name="connsiteX6" fmla="*/ 533781 w 1014631"/>
              <a:gd name="connsiteY6" fmla="*/ 583310 h 1006415"/>
              <a:gd name="connsiteX7" fmla="*/ 495022 w 1014631"/>
              <a:gd name="connsiteY7" fmla="*/ 567579 h 1006415"/>
              <a:gd name="connsiteX8" fmla="*/ 479162 w 1014631"/>
              <a:gd name="connsiteY8" fmla="*/ 529296 h 1006415"/>
              <a:gd name="connsiteX9" fmla="*/ 565172 w 1014631"/>
              <a:gd name="connsiteY9" fmla="*/ 493452 h 1006415"/>
              <a:gd name="connsiteX10" fmla="*/ 551115 w 1014631"/>
              <a:gd name="connsiteY10" fmla="*/ 485014 h 1006415"/>
              <a:gd name="connsiteX11" fmla="*/ 532306 w 1014631"/>
              <a:gd name="connsiteY11" fmla="*/ 481933 h 1006415"/>
              <a:gd name="connsiteX12" fmla="*/ 514487 w 1014631"/>
              <a:gd name="connsiteY12" fmla="*/ 485664 h 1006415"/>
              <a:gd name="connsiteX13" fmla="*/ 502054 w 1014631"/>
              <a:gd name="connsiteY13" fmla="*/ 493452 h 1006415"/>
              <a:gd name="connsiteX14" fmla="*/ 533617 w 1014631"/>
              <a:gd name="connsiteY14" fmla="*/ 524759 h 1006415"/>
              <a:gd name="connsiteX15" fmla="*/ 549312 w 1014631"/>
              <a:gd name="connsiteY15" fmla="*/ 509021 h 1006415"/>
              <a:gd name="connsiteX16" fmla="*/ 565172 w 1014631"/>
              <a:gd name="connsiteY16" fmla="*/ 493452 h 1006415"/>
              <a:gd name="connsiteX17" fmla="*/ 497316 w 1014631"/>
              <a:gd name="connsiteY17" fmla="*/ 498159 h 1006415"/>
              <a:gd name="connsiteX18" fmla="*/ 485539 w 1014631"/>
              <a:gd name="connsiteY18" fmla="*/ 529296 h 1006415"/>
              <a:gd name="connsiteX19" fmla="*/ 497316 w 1014631"/>
              <a:gd name="connsiteY19" fmla="*/ 560441 h 1006415"/>
              <a:gd name="connsiteX20" fmla="*/ 528708 w 1014631"/>
              <a:gd name="connsiteY20" fmla="*/ 529296 h 1006415"/>
              <a:gd name="connsiteX21" fmla="*/ 497316 w 1014631"/>
              <a:gd name="connsiteY21" fmla="*/ 498159 h 1006415"/>
              <a:gd name="connsiteX22" fmla="*/ 569753 w 1014631"/>
              <a:gd name="connsiteY22" fmla="*/ 560441 h 1006415"/>
              <a:gd name="connsiteX23" fmla="*/ 581531 w 1014631"/>
              <a:gd name="connsiteY23" fmla="*/ 529296 h 1006415"/>
              <a:gd name="connsiteX24" fmla="*/ 569753 w 1014631"/>
              <a:gd name="connsiteY24" fmla="*/ 498159 h 1006415"/>
              <a:gd name="connsiteX25" fmla="*/ 538354 w 1014631"/>
              <a:gd name="connsiteY25" fmla="*/ 529296 h 1006415"/>
              <a:gd name="connsiteX26" fmla="*/ 569753 w 1014631"/>
              <a:gd name="connsiteY26" fmla="*/ 560441 h 1006415"/>
              <a:gd name="connsiteX27" fmla="*/ 502054 w 1014631"/>
              <a:gd name="connsiteY27" fmla="*/ 565140 h 1006415"/>
              <a:gd name="connsiteX28" fmla="*/ 507619 w 1014631"/>
              <a:gd name="connsiteY28" fmla="*/ 569522 h 1006415"/>
              <a:gd name="connsiteX29" fmla="*/ 518241 w 1014631"/>
              <a:gd name="connsiteY29" fmla="*/ 574229 h 1006415"/>
              <a:gd name="connsiteX30" fmla="*/ 533453 w 1014631"/>
              <a:gd name="connsiteY30" fmla="*/ 576660 h 1006415"/>
              <a:gd name="connsiteX31" fmla="*/ 540157 w 1014631"/>
              <a:gd name="connsiteY31" fmla="*/ 576334 h 1006415"/>
              <a:gd name="connsiteX32" fmla="*/ 546042 w 1014631"/>
              <a:gd name="connsiteY32" fmla="*/ 575196 h 1006415"/>
              <a:gd name="connsiteX33" fmla="*/ 551115 w 1014631"/>
              <a:gd name="connsiteY33" fmla="*/ 573578 h 1006415"/>
              <a:gd name="connsiteX34" fmla="*/ 555361 w 1014631"/>
              <a:gd name="connsiteY34" fmla="*/ 571635 h 1006415"/>
              <a:gd name="connsiteX35" fmla="*/ 558959 w 1014631"/>
              <a:gd name="connsiteY35" fmla="*/ 569684 h 1006415"/>
              <a:gd name="connsiteX36" fmla="*/ 561746 w 1014631"/>
              <a:gd name="connsiteY36" fmla="*/ 567741 h 1006415"/>
              <a:gd name="connsiteX37" fmla="*/ 563868 w 1014631"/>
              <a:gd name="connsiteY37" fmla="*/ 566278 h 1006415"/>
              <a:gd name="connsiteX38" fmla="*/ 565172 w 1014631"/>
              <a:gd name="connsiteY38" fmla="*/ 565140 h 1006415"/>
              <a:gd name="connsiteX39" fmla="*/ 533453 w 1014631"/>
              <a:gd name="connsiteY39" fmla="*/ 533840 h 1006415"/>
              <a:gd name="connsiteX40" fmla="*/ 502054 w 1014631"/>
              <a:gd name="connsiteY40" fmla="*/ 565140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6"/>
                </a:moveTo>
                <a:cubicBezTo>
                  <a:pt x="479162" y="513728"/>
                  <a:pt x="484610" y="500861"/>
                  <a:pt x="495514" y="490696"/>
                </a:cubicBezTo>
                <a:cubicBezTo>
                  <a:pt x="506417" y="480531"/>
                  <a:pt x="518842" y="475391"/>
                  <a:pt x="532797" y="475283"/>
                </a:cubicBezTo>
                <a:cubicBezTo>
                  <a:pt x="548712" y="475283"/>
                  <a:pt x="561902" y="480586"/>
                  <a:pt x="572368" y="491184"/>
                </a:cubicBezTo>
                <a:cubicBezTo>
                  <a:pt x="582834" y="501775"/>
                  <a:pt x="588071" y="514486"/>
                  <a:pt x="588071" y="529296"/>
                </a:cubicBezTo>
                <a:cubicBezTo>
                  <a:pt x="588071" y="544439"/>
                  <a:pt x="582780" y="557197"/>
                  <a:pt x="572204" y="567579"/>
                </a:cubicBezTo>
                <a:cubicBezTo>
                  <a:pt x="561636" y="577960"/>
                  <a:pt x="548821" y="583201"/>
                  <a:pt x="533781" y="583310"/>
                </a:cubicBezTo>
                <a:cubicBezTo>
                  <a:pt x="518405" y="583310"/>
                  <a:pt x="505488" y="578069"/>
                  <a:pt x="495022" y="567579"/>
                </a:cubicBezTo>
                <a:cubicBezTo>
                  <a:pt x="484556" y="557089"/>
                  <a:pt x="479272" y="544330"/>
                  <a:pt x="479162" y="529296"/>
                </a:cubicBezTo>
                <a:close/>
                <a:moveTo>
                  <a:pt x="565172" y="493452"/>
                </a:moveTo>
                <a:cubicBezTo>
                  <a:pt x="559615" y="489233"/>
                  <a:pt x="554932" y="486423"/>
                  <a:pt x="551115" y="485014"/>
                </a:cubicBezTo>
                <a:cubicBezTo>
                  <a:pt x="545660" y="482962"/>
                  <a:pt x="539393" y="481933"/>
                  <a:pt x="532306" y="481933"/>
                </a:cubicBezTo>
                <a:cubicBezTo>
                  <a:pt x="526093" y="481933"/>
                  <a:pt x="520154" y="483179"/>
                  <a:pt x="514487" y="485664"/>
                </a:cubicBezTo>
                <a:cubicBezTo>
                  <a:pt x="508813" y="488157"/>
                  <a:pt x="504669" y="490750"/>
                  <a:pt x="502054" y="493452"/>
                </a:cubicBezTo>
                <a:lnTo>
                  <a:pt x="533617" y="524759"/>
                </a:lnTo>
                <a:lnTo>
                  <a:pt x="549312" y="509021"/>
                </a:lnTo>
                <a:lnTo>
                  <a:pt x="565172" y="493452"/>
                </a:lnTo>
                <a:close/>
                <a:moveTo>
                  <a:pt x="497316" y="498159"/>
                </a:moveTo>
                <a:cubicBezTo>
                  <a:pt x="489465" y="506807"/>
                  <a:pt x="485539" y="517188"/>
                  <a:pt x="485539" y="529296"/>
                </a:cubicBezTo>
                <a:cubicBezTo>
                  <a:pt x="485539" y="541520"/>
                  <a:pt x="489465" y="551894"/>
                  <a:pt x="497316" y="560441"/>
                </a:cubicBezTo>
                <a:lnTo>
                  <a:pt x="528708" y="529296"/>
                </a:lnTo>
                <a:lnTo>
                  <a:pt x="497316" y="498159"/>
                </a:lnTo>
                <a:close/>
                <a:moveTo>
                  <a:pt x="569753" y="560441"/>
                </a:moveTo>
                <a:cubicBezTo>
                  <a:pt x="577605" y="551786"/>
                  <a:pt x="581531" y="541412"/>
                  <a:pt x="581531" y="529296"/>
                </a:cubicBezTo>
                <a:cubicBezTo>
                  <a:pt x="581531" y="517080"/>
                  <a:pt x="577605" y="506698"/>
                  <a:pt x="569753" y="498159"/>
                </a:cubicBezTo>
                <a:lnTo>
                  <a:pt x="538354" y="529296"/>
                </a:lnTo>
                <a:lnTo>
                  <a:pt x="569753" y="560441"/>
                </a:lnTo>
                <a:close/>
                <a:moveTo>
                  <a:pt x="502054" y="565140"/>
                </a:moveTo>
                <a:cubicBezTo>
                  <a:pt x="503474" y="566549"/>
                  <a:pt x="505324" y="568012"/>
                  <a:pt x="507619" y="569522"/>
                </a:cubicBezTo>
                <a:cubicBezTo>
                  <a:pt x="509906" y="571039"/>
                  <a:pt x="513449" y="572603"/>
                  <a:pt x="518241" y="574229"/>
                </a:cubicBezTo>
                <a:cubicBezTo>
                  <a:pt x="523041" y="575847"/>
                  <a:pt x="528114" y="576660"/>
                  <a:pt x="533453" y="576660"/>
                </a:cubicBezTo>
                <a:cubicBezTo>
                  <a:pt x="535740" y="576660"/>
                  <a:pt x="537980" y="576551"/>
                  <a:pt x="540157" y="576334"/>
                </a:cubicBezTo>
                <a:cubicBezTo>
                  <a:pt x="542335" y="576118"/>
                  <a:pt x="544302" y="575738"/>
                  <a:pt x="546042" y="575196"/>
                </a:cubicBezTo>
                <a:cubicBezTo>
                  <a:pt x="547790" y="574662"/>
                  <a:pt x="549476" y="574120"/>
                  <a:pt x="551115" y="573578"/>
                </a:cubicBezTo>
                <a:cubicBezTo>
                  <a:pt x="552747" y="573036"/>
                  <a:pt x="554167" y="572386"/>
                  <a:pt x="555361" y="571635"/>
                </a:cubicBezTo>
                <a:cubicBezTo>
                  <a:pt x="556563" y="570877"/>
                  <a:pt x="557765" y="570226"/>
                  <a:pt x="558959" y="569684"/>
                </a:cubicBezTo>
                <a:cubicBezTo>
                  <a:pt x="560161" y="569142"/>
                  <a:pt x="561090" y="568492"/>
                  <a:pt x="561746" y="567741"/>
                </a:cubicBezTo>
                <a:cubicBezTo>
                  <a:pt x="562393" y="566982"/>
                  <a:pt x="563104" y="566495"/>
                  <a:pt x="563868" y="566278"/>
                </a:cubicBezTo>
                <a:cubicBezTo>
                  <a:pt x="564633" y="566061"/>
                  <a:pt x="565070" y="565682"/>
                  <a:pt x="565172" y="565140"/>
                </a:cubicBezTo>
                <a:lnTo>
                  <a:pt x="533453" y="533840"/>
                </a:lnTo>
                <a:lnTo>
                  <a:pt x="502054" y="565140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C9806EA7-5A48-4DA6-A7C2-B32480B91F81}"/>
              </a:ext>
            </a:extLst>
          </p:cNvPr>
          <p:cNvSpPr/>
          <p:nvPr/>
        </p:nvSpPr>
        <p:spPr>
          <a:xfrm>
            <a:off x="7346301" y="2927199"/>
            <a:ext cx="1014631" cy="1006416"/>
          </a:xfrm>
          <a:custGeom>
            <a:avLst/>
            <a:gdLst>
              <a:gd name="connsiteX0" fmla="*/ 479162 w 1014631"/>
              <a:gd name="connsiteY0" fmla="*/ 529296 h 1006415"/>
              <a:gd name="connsiteX1" fmla="*/ 495514 w 1014631"/>
              <a:gd name="connsiteY1" fmla="*/ 490688 h 1006415"/>
              <a:gd name="connsiteX2" fmla="*/ 532797 w 1014631"/>
              <a:gd name="connsiteY2" fmla="*/ 475283 h 1006415"/>
              <a:gd name="connsiteX3" fmla="*/ 572368 w 1014631"/>
              <a:gd name="connsiteY3" fmla="*/ 491176 h 1006415"/>
              <a:gd name="connsiteX4" fmla="*/ 588071 w 1014631"/>
              <a:gd name="connsiteY4" fmla="*/ 529296 h 1006415"/>
              <a:gd name="connsiteX5" fmla="*/ 572204 w 1014631"/>
              <a:gd name="connsiteY5" fmla="*/ 567571 h 1006415"/>
              <a:gd name="connsiteX6" fmla="*/ 533781 w 1014631"/>
              <a:gd name="connsiteY6" fmla="*/ 583302 h 1006415"/>
              <a:gd name="connsiteX7" fmla="*/ 495022 w 1014631"/>
              <a:gd name="connsiteY7" fmla="*/ 567571 h 1006415"/>
              <a:gd name="connsiteX8" fmla="*/ 479162 w 1014631"/>
              <a:gd name="connsiteY8" fmla="*/ 529296 h 1006415"/>
              <a:gd name="connsiteX9" fmla="*/ 565172 w 1014631"/>
              <a:gd name="connsiteY9" fmla="*/ 493444 h 1006415"/>
              <a:gd name="connsiteX10" fmla="*/ 551115 w 1014631"/>
              <a:gd name="connsiteY10" fmla="*/ 485014 h 1006415"/>
              <a:gd name="connsiteX11" fmla="*/ 532306 w 1014631"/>
              <a:gd name="connsiteY11" fmla="*/ 481933 h 1006415"/>
              <a:gd name="connsiteX12" fmla="*/ 514487 w 1014631"/>
              <a:gd name="connsiteY12" fmla="*/ 485664 h 1006415"/>
              <a:gd name="connsiteX13" fmla="*/ 502054 w 1014631"/>
              <a:gd name="connsiteY13" fmla="*/ 493444 h 1006415"/>
              <a:gd name="connsiteX14" fmla="*/ 533617 w 1014631"/>
              <a:gd name="connsiteY14" fmla="*/ 524752 h 1006415"/>
              <a:gd name="connsiteX15" fmla="*/ 549312 w 1014631"/>
              <a:gd name="connsiteY15" fmla="*/ 509021 h 1006415"/>
              <a:gd name="connsiteX16" fmla="*/ 565172 w 1014631"/>
              <a:gd name="connsiteY16" fmla="*/ 493444 h 1006415"/>
              <a:gd name="connsiteX17" fmla="*/ 497316 w 1014631"/>
              <a:gd name="connsiteY17" fmla="*/ 498151 h 1006415"/>
              <a:gd name="connsiteX18" fmla="*/ 485539 w 1014631"/>
              <a:gd name="connsiteY18" fmla="*/ 529296 h 1006415"/>
              <a:gd name="connsiteX19" fmla="*/ 497316 w 1014631"/>
              <a:gd name="connsiteY19" fmla="*/ 560433 h 1006415"/>
              <a:gd name="connsiteX20" fmla="*/ 528708 w 1014631"/>
              <a:gd name="connsiteY20" fmla="*/ 529296 h 1006415"/>
              <a:gd name="connsiteX21" fmla="*/ 497316 w 1014631"/>
              <a:gd name="connsiteY21" fmla="*/ 498151 h 1006415"/>
              <a:gd name="connsiteX22" fmla="*/ 569753 w 1014631"/>
              <a:gd name="connsiteY22" fmla="*/ 560433 h 1006415"/>
              <a:gd name="connsiteX23" fmla="*/ 581531 w 1014631"/>
              <a:gd name="connsiteY23" fmla="*/ 529296 h 1006415"/>
              <a:gd name="connsiteX24" fmla="*/ 569753 w 1014631"/>
              <a:gd name="connsiteY24" fmla="*/ 498151 h 1006415"/>
              <a:gd name="connsiteX25" fmla="*/ 538354 w 1014631"/>
              <a:gd name="connsiteY25" fmla="*/ 529296 h 1006415"/>
              <a:gd name="connsiteX26" fmla="*/ 569753 w 1014631"/>
              <a:gd name="connsiteY26" fmla="*/ 560433 h 1006415"/>
              <a:gd name="connsiteX27" fmla="*/ 502054 w 1014631"/>
              <a:gd name="connsiteY27" fmla="*/ 565140 h 1006415"/>
              <a:gd name="connsiteX28" fmla="*/ 507619 w 1014631"/>
              <a:gd name="connsiteY28" fmla="*/ 569522 h 1006415"/>
              <a:gd name="connsiteX29" fmla="*/ 518241 w 1014631"/>
              <a:gd name="connsiteY29" fmla="*/ 574221 h 1006415"/>
              <a:gd name="connsiteX30" fmla="*/ 533453 w 1014631"/>
              <a:gd name="connsiteY30" fmla="*/ 576652 h 1006415"/>
              <a:gd name="connsiteX31" fmla="*/ 540157 w 1014631"/>
              <a:gd name="connsiteY31" fmla="*/ 576334 h 1006415"/>
              <a:gd name="connsiteX32" fmla="*/ 546042 w 1014631"/>
              <a:gd name="connsiteY32" fmla="*/ 575196 h 1006415"/>
              <a:gd name="connsiteX33" fmla="*/ 551115 w 1014631"/>
              <a:gd name="connsiteY33" fmla="*/ 573571 h 1006415"/>
              <a:gd name="connsiteX34" fmla="*/ 555361 w 1014631"/>
              <a:gd name="connsiteY34" fmla="*/ 571627 h 1006415"/>
              <a:gd name="connsiteX35" fmla="*/ 558959 w 1014631"/>
              <a:gd name="connsiteY35" fmla="*/ 569684 h 1006415"/>
              <a:gd name="connsiteX36" fmla="*/ 561746 w 1014631"/>
              <a:gd name="connsiteY36" fmla="*/ 567733 h 1006415"/>
              <a:gd name="connsiteX37" fmla="*/ 563868 w 1014631"/>
              <a:gd name="connsiteY37" fmla="*/ 566278 h 1006415"/>
              <a:gd name="connsiteX38" fmla="*/ 565172 w 1014631"/>
              <a:gd name="connsiteY38" fmla="*/ 565140 h 1006415"/>
              <a:gd name="connsiteX39" fmla="*/ 533453 w 1014631"/>
              <a:gd name="connsiteY39" fmla="*/ 533833 h 1006415"/>
              <a:gd name="connsiteX40" fmla="*/ 502054 w 1014631"/>
              <a:gd name="connsiteY40" fmla="*/ 565140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6"/>
                </a:moveTo>
                <a:cubicBezTo>
                  <a:pt x="479162" y="513720"/>
                  <a:pt x="484610" y="500853"/>
                  <a:pt x="495514" y="490688"/>
                </a:cubicBezTo>
                <a:cubicBezTo>
                  <a:pt x="506417" y="480524"/>
                  <a:pt x="518842" y="475391"/>
                  <a:pt x="532797" y="475283"/>
                </a:cubicBezTo>
                <a:cubicBezTo>
                  <a:pt x="548712" y="475283"/>
                  <a:pt x="561902" y="480578"/>
                  <a:pt x="572368" y="491176"/>
                </a:cubicBezTo>
                <a:cubicBezTo>
                  <a:pt x="582834" y="501775"/>
                  <a:pt x="588071" y="514479"/>
                  <a:pt x="588071" y="529296"/>
                </a:cubicBezTo>
                <a:cubicBezTo>
                  <a:pt x="588071" y="544431"/>
                  <a:pt x="582780" y="557189"/>
                  <a:pt x="572204" y="567571"/>
                </a:cubicBezTo>
                <a:cubicBezTo>
                  <a:pt x="561636" y="577952"/>
                  <a:pt x="548821" y="583201"/>
                  <a:pt x="533781" y="583302"/>
                </a:cubicBezTo>
                <a:cubicBezTo>
                  <a:pt x="518405" y="583302"/>
                  <a:pt x="505488" y="578061"/>
                  <a:pt x="495022" y="567571"/>
                </a:cubicBezTo>
                <a:cubicBezTo>
                  <a:pt x="484556" y="557081"/>
                  <a:pt x="479272" y="544323"/>
                  <a:pt x="479162" y="529296"/>
                </a:cubicBezTo>
                <a:close/>
                <a:moveTo>
                  <a:pt x="565172" y="493444"/>
                </a:moveTo>
                <a:cubicBezTo>
                  <a:pt x="559615" y="489233"/>
                  <a:pt x="554932" y="486423"/>
                  <a:pt x="551115" y="485014"/>
                </a:cubicBezTo>
                <a:cubicBezTo>
                  <a:pt x="545660" y="482962"/>
                  <a:pt x="539393" y="481933"/>
                  <a:pt x="532306" y="481933"/>
                </a:cubicBezTo>
                <a:cubicBezTo>
                  <a:pt x="526093" y="481933"/>
                  <a:pt x="520154" y="483171"/>
                  <a:pt x="514487" y="485664"/>
                </a:cubicBezTo>
                <a:cubicBezTo>
                  <a:pt x="508813" y="488149"/>
                  <a:pt x="504669" y="490743"/>
                  <a:pt x="502054" y="493444"/>
                </a:cubicBezTo>
                <a:lnTo>
                  <a:pt x="533617" y="524752"/>
                </a:lnTo>
                <a:lnTo>
                  <a:pt x="549312" y="509021"/>
                </a:lnTo>
                <a:lnTo>
                  <a:pt x="565172" y="493444"/>
                </a:lnTo>
                <a:close/>
                <a:moveTo>
                  <a:pt x="497316" y="498151"/>
                </a:moveTo>
                <a:cubicBezTo>
                  <a:pt x="489465" y="506799"/>
                  <a:pt x="485539" y="517180"/>
                  <a:pt x="485539" y="529296"/>
                </a:cubicBezTo>
                <a:cubicBezTo>
                  <a:pt x="485539" y="541512"/>
                  <a:pt x="489465" y="551894"/>
                  <a:pt x="497316" y="560433"/>
                </a:cubicBezTo>
                <a:lnTo>
                  <a:pt x="528708" y="529296"/>
                </a:lnTo>
                <a:lnTo>
                  <a:pt x="497316" y="498151"/>
                </a:lnTo>
                <a:close/>
                <a:moveTo>
                  <a:pt x="569753" y="560433"/>
                </a:moveTo>
                <a:cubicBezTo>
                  <a:pt x="577605" y="551786"/>
                  <a:pt x="581531" y="541404"/>
                  <a:pt x="581531" y="529296"/>
                </a:cubicBezTo>
                <a:cubicBezTo>
                  <a:pt x="581531" y="517072"/>
                  <a:pt x="577605" y="506690"/>
                  <a:pt x="569753" y="498151"/>
                </a:cubicBezTo>
                <a:lnTo>
                  <a:pt x="538354" y="529296"/>
                </a:lnTo>
                <a:lnTo>
                  <a:pt x="569753" y="560433"/>
                </a:lnTo>
                <a:close/>
                <a:moveTo>
                  <a:pt x="502054" y="565140"/>
                </a:moveTo>
                <a:cubicBezTo>
                  <a:pt x="503474" y="566549"/>
                  <a:pt x="505324" y="568004"/>
                  <a:pt x="507619" y="569522"/>
                </a:cubicBezTo>
                <a:cubicBezTo>
                  <a:pt x="509906" y="571031"/>
                  <a:pt x="513449" y="572603"/>
                  <a:pt x="518241" y="574221"/>
                </a:cubicBezTo>
                <a:cubicBezTo>
                  <a:pt x="523041" y="575847"/>
                  <a:pt x="528114" y="576652"/>
                  <a:pt x="533453" y="576652"/>
                </a:cubicBezTo>
                <a:cubicBezTo>
                  <a:pt x="535740" y="576652"/>
                  <a:pt x="537980" y="576551"/>
                  <a:pt x="540157" y="576334"/>
                </a:cubicBezTo>
                <a:cubicBezTo>
                  <a:pt x="542335" y="576118"/>
                  <a:pt x="544302" y="575738"/>
                  <a:pt x="546042" y="575196"/>
                </a:cubicBezTo>
                <a:cubicBezTo>
                  <a:pt x="547790" y="574654"/>
                  <a:pt x="549476" y="574113"/>
                  <a:pt x="551115" y="573571"/>
                </a:cubicBezTo>
                <a:cubicBezTo>
                  <a:pt x="552747" y="573036"/>
                  <a:pt x="554167" y="572386"/>
                  <a:pt x="555361" y="571627"/>
                </a:cubicBezTo>
                <a:cubicBezTo>
                  <a:pt x="556563" y="570869"/>
                  <a:pt x="557765" y="570219"/>
                  <a:pt x="558959" y="569684"/>
                </a:cubicBezTo>
                <a:cubicBezTo>
                  <a:pt x="560161" y="569142"/>
                  <a:pt x="561090" y="568492"/>
                  <a:pt x="561746" y="567733"/>
                </a:cubicBezTo>
                <a:cubicBezTo>
                  <a:pt x="562393" y="566975"/>
                  <a:pt x="563104" y="566495"/>
                  <a:pt x="563868" y="566278"/>
                </a:cubicBezTo>
                <a:cubicBezTo>
                  <a:pt x="564633" y="566061"/>
                  <a:pt x="565070" y="565682"/>
                  <a:pt x="565172" y="565140"/>
                </a:cubicBezTo>
                <a:lnTo>
                  <a:pt x="533453" y="533833"/>
                </a:lnTo>
                <a:lnTo>
                  <a:pt x="502054" y="565140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EF352CD7-3519-4012-9AF8-7A177B89D63D}"/>
              </a:ext>
            </a:extLst>
          </p:cNvPr>
          <p:cNvSpPr/>
          <p:nvPr/>
        </p:nvSpPr>
        <p:spPr>
          <a:xfrm>
            <a:off x="7268252" y="2808352"/>
            <a:ext cx="1014631" cy="1006416"/>
          </a:xfrm>
          <a:custGeom>
            <a:avLst/>
            <a:gdLst>
              <a:gd name="connsiteX0" fmla="*/ 479162 w 1014631"/>
              <a:gd name="connsiteY0" fmla="*/ 529295 h 1006415"/>
              <a:gd name="connsiteX1" fmla="*/ 495514 w 1014631"/>
              <a:gd name="connsiteY1" fmla="*/ 490691 h 1006415"/>
              <a:gd name="connsiteX2" fmla="*/ 532797 w 1014631"/>
              <a:gd name="connsiteY2" fmla="*/ 475283 h 1006415"/>
              <a:gd name="connsiteX3" fmla="*/ 572368 w 1014631"/>
              <a:gd name="connsiteY3" fmla="*/ 491178 h 1006415"/>
              <a:gd name="connsiteX4" fmla="*/ 588071 w 1014631"/>
              <a:gd name="connsiteY4" fmla="*/ 529295 h 1006415"/>
              <a:gd name="connsiteX5" fmla="*/ 572204 w 1014631"/>
              <a:gd name="connsiteY5" fmla="*/ 567576 h 1006415"/>
              <a:gd name="connsiteX6" fmla="*/ 533781 w 1014631"/>
              <a:gd name="connsiteY6" fmla="*/ 583307 h 1006415"/>
              <a:gd name="connsiteX7" fmla="*/ 495022 w 1014631"/>
              <a:gd name="connsiteY7" fmla="*/ 567576 h 1006415"/>
              <a:gd name="connsiteX8" fmla="*/ 479162 w 1014631"/>
              <a:gd name="connsiteY8" fmla="*/ 529295 h 1006415"/>
              <a:gd name="connsiteX9" fmla="*/ 565172 w 1014631"/>
              <a:gd name="connsiteY9" fmla="*/ 493448 h 1006415"/>
              <a:gd name="connsiteX10" fmla="*/ 551115 w 1014631"/>
              <a:gd name="connsiteY10" fmla="*/ 485015 h 1006415"/>
              <a:gd name="connsiteX11" fmla="*/ 532306 w 1014631"/>
              <a:gd name="connsiteY11" fmla="*/ 481933 h 1006415"/>
              <a:gd name="connsiteX12" fmla="*/ 514487 w 1014631"/>
              <a:gd name="connsiteY12" fmla="*/ 485663 h 1006415"/>
              <a:gd name="connsiteX13" fmla="*/ 502054 w 1014631"/>
              <a:gd name="connsiteY13" fmla="*/ 493448 h 1006415"/>
              <a:gd name="connsiteX14" fmla="*/ 533617 w 1014631"/>
              <a:gd name="connsiteY14" fmla="*/ 524753 h 1006415"/>
              <a:gd name="connsiteX15" fmla="*/ 549312 w 1014631"/>
              <a:gd name="connsiteY15" fmla="*/ 509020 h 1006415"/>
              <a:gd name="connsiteX16" fmla="*/ 565172 w 1014631"/>
              <a:gd name="connsiteY16" fmla="*/ 493448 h 1006415"/>
              <a:gd name="connsiteX17" fmla="*/ 497316 w 1014631"/>
              <a:gd name="connsiteY17" fmla="*/ 498152 h 1006415"/>
              <a:gd name="connsiteX18" fmla="*/ 485539 w 1014631"/>
              <a:gd name="connsiteY18" fmla="*/ 529295 h 1006415"/>
              <a:gd name="connsiteX19" fmla="*/ 497316 w 1014631"/>
              <a:gd name="connsiteY19" fmla="*/ 560438 h 1006415"/>
              <a:gd name="connsiteX20" fmla="*/ 528708 w 1014631"/>
              <a:gd name="connsiteY20" fmla="*/ 529295 h 1006415"/>
              <a:gd name="connsiteX21" fmla="*/ 497316 w 1014631"/>
              <a:gd name="connsiteY21" fmla="*/ 498152 h 1006415"/>
              <a:gd name="connsiteX22" fmla="*/ 569753 w 1014631"/>
              <a:gd name="connsiteY22" fmla="*/ 560438 h 1006415"/>
              <a:gd name="connsiteX23" fmla="*/ 581531 w 1014631"/>
              <a:gd name="connsiteY23" fmla="*/ 529295 h 1006415"/>
              <a:gd name="connsiteX24" fmla="*/ 569753 w 1014631"/>
              <a:gd name="connsiteY24" fmla="*/ 498152 h 1006415"/>
              <a:gd name="connsiteX25" fmla="*/ 538354 w 1014631"/>
              <a:gd name="connsiteY25" fmla="*/ 529295 h 1006415"/>
              <a:gd name="connsiteX26" fmla="*/ 569753 w 1014631"/>
              <a:gd name="connsiteY26" fmla="*/ 560438 h 1006415"/>
              <a:gd name="connsiteX27" fmla="*/ 502054 w 1014631"/>
              <a:gd name="connsiteY27" fmla="*/ 565138 h 1006415"/>
              <a:gd name="connsiteX28" fmla="*/ 507619 w 1014631"/>
              <a:gd name="connsiteY28" fmla="*/ 569519 h 1006415"/>
              <a:gd name="connsiteX29" fmla="*/ 518241 w 1014631"/>
              <a:gd name="connsiteY29" fmla="*/ 574226 h 1006415"/>
              <a:gd name="connsiteX30" fmla="*/ 533453 w 1014631"/>
              <a:gd name="connsiteY30" fmla="*/ 576657 h 1006415"/>
              <a:gd name="connsiteX31" fmla="*/ 540157 w 1014631"/>
              <a:gd name="connsiteY31" fmla="*/ 576332 h 1006415"/>
              <a:gd name="connsiteX32" fmla="*/ 546042 w 1014631"/>
              <a:gd name="connsiteY32" fmla="*/ 575194 h 1006415"/>
              <a:gd name="connsiteX33" fmla="*/ 551115 w 1014631"/>
              <a:gd name="connsiteY33" fmla="*/ 573576 h 1006415"/>
              <a:gd name="connsiteX34" fmla="*/ 555361 w 1014631"/>
              <a:gd name="connsiteY34" fmla="*/ 571625 h 1006415"/>
              <a:gd name="connsiteX35" fmla="*/ 558959 w 1014631"/>
              <a:gd name="connsiteY35" fmla="*/ 569682 h 1006415"/>
              <a:gd name="connsiteX36" fmla="*/ 561746 w 1014631"/>
              <a:gd name="connsiteY36" fmla="*/ 567739 h 1006415"/>
              <a:gd name="connsiteX37" fmla="*/ 563868 w 1014631"/>
              <a:gd name="connsiteY37" fmla="*/ 566276 h 1006415"/>
              <a:gd name="connsiteX38" fmla="*/ 565172 w 1014631"/>
              <a:gd name="connsiteY38" fmla="*/ 565138 h 1006415"/>
              <a:gd name="connsiteX39" fmla="*/ 533453 w 1014631"/>
              <a:gd name="connsiteY39" fmla="*/ 533836 h 1006415"/>
              <a:gd name="connsiteX40" fmla="*/ 502054 w 1014631"/>
              <a:gd name="connsiteY40" fmla="*/ 565138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5"/>
                </a:moveTo>
                <a:cubicBezTo>
                  <a:pt x="479162" y="513724"/>
                  <a:pt x="484610" y="500856"/>
                  <a:pt x="495514" y="490691"/>
                </a:cubicBezTo>
                <a:cubicBezTo>
                  <a:pt x="506417" y="480527"/>
                  <a:pt x="518842" y="475390"/>
                  <a:pt x="532797" y="475283"/>
                </a:cubicBezTo>
                <a:cubicBezTo>
                  <a:pt x="548712" y="475283"/>
                  <a:pt x="561902" y="480581"/>
                  <a:pt x="572368" y="491178"/>
                </a:cubicBezTo>
                <a:cubicBezTo>
                  <a:pt x="582834" y="501774"/>
                  <a:pt x="588071" y="514480"/>
                  <a:pt x="588071" y="529295"/>
                </a:cubicBezTo>
                <a:cubicBezTo>
                  <a:pt x="588071" y="544433"/>
                  <a:pt x="582780" y="557195"/>
                  <a:pt x="572204" y="567576"/>
                </a:cubicBezTo>
                <a:cubicBezTo>
                  <a:pt x="561636" y="577958"/>
                  <a:pt x="548821" y="583199"/>
                  <a:pt x="533781" y="583307"/>
                </a:cubicBezTo>
                <a:cubicBezTo>
                  <a:pt x="518405" y="583307"/>
                  <a:pt x="505488" y="578058"/>
                  <a:pt x="495022" y="567576"/>
                </a:cubicBezTo>
                <a:cubicBezTo>
                  <a:pt x="484556" y="557086"/>
                  <a:pt x="479272" y="544325"/>
                  <a:pt x="479162" y="529295"/>
                </a:cubicBezTo>
                <a:close/>
                <a:moveTo>
                  <a:pt x="565172" y="493448"/>
                </a:moveTo>
                <a:cubicBezTo>
                  <a:pt x="559615" y="489231"/>
                  <a:pt x="554932" y="486420"/>
                  <a:pt x="551115" y="485015"/>
                </a:cubicBezTo>
                <a:cubicBezTo>
                  <a:pt x="545660" y="482960"/>
                  <a:pt x="539393" y="481933"/>
                  <a:pt x="532306" y="481933"/>
                </a:cubicBezTo>
                <a:cubicBezTo>
                  <a:pt x="526093" y="481933"/>
                  <a:pt x="520154" y="483176"/>
                  <a:pt x="514487" y="485663"/>
                </a:cubicBezTo>
                <a:cubicBezTo>
                  <a:pt x="508813" y="488150"/>
                  <a:pt x="504669" y="490745"/>
                  <a:pt x="502054" y="493448"/>
                </a:cubicBezTo>
                <a:lnTo>
                  <a:pt x="533617" y="524753"/>
                </a:lnTo>
                <a:lnTo>
                  <a:pt x="549312" y="509020"/>
                </a:lnTo>
                <a:lnTo>
                  <a:pt x="565172" y="493448"/>
                </a:lnTo>
                <a:close/>
                <a:moveTo>
                  <a:pt x="497316" y="498152"/>
                </a:moveTo>
                <a:cubicBezTo>
                  <a:pt x="489465" y="506803"/>
                  <a:pt x="485539" y="517183"/>
                  <a:pt x="485539" y="529295"/>
                </a:cubicBezTo>
                <a:cubicBezTo>
                  <a:pt x="485539" y="541513"/>
                  <a:pt x="489465" y="551892"/>
                  <a:pt x="497316" y="560438"/>
                </a:cubicBezTo>
                <a:lnTo>
                  <a:pt x="528708" y="529295"/>
                </a:lnTo>
                <a:lnTo>
                  <a:pt x="497316" y="498152"/>
                </a:lnTo>
                <a:close/>
                <a:moveTo>
                  <a:pt x="569753" y="560438"/>
                </a:moveTo>
                <a:cubicBezTo>
                  <a:pt x="577605" y="551783"/>
                  <a:pt x="581531" y="541406"/>
                  <a:pt x="581531" y="529295"/>
                </a:cubicBezTo>
                <a:cubicBezTo>
                  <a:pt x="581531" y="517076"/>
                  <a:pt x="577605" y="506695"/>
                  <a:pt x="569753" y="498152"/>
                </a:cubicBezTo>
                <a:lnTo>
                  <a:pt x="538354" y="529295"/>
                </a:lnTo>
                <a:lnTo>
                  <a:pt x="569753" y="560438"/>
                </a:lnTo>
                <a:close/>
                <a:moveTo>
                  <a:pt x="502054" y="565138"/>
                </a:moveTo>
                <a:cubicBezTo>
                  <a:pt x="503474" y="566547"/>
                  <a:pt x="505324" y="568010"/>
                  <a:pt x="507619" y="569519"/>
                </a:cubicBezTo>
                <a:cubicBezTo>
                  <a:pt x="509906" y="571037"/>
                  <a:pt x="513449" y="572601"/>
                  <a:pt x="518241" y="574226"/>
                </a:cubicBezTo>
                <a:cubicBezTo>
                  <a:pt x="523041" y="575844"/>
                  <a:pt x="528114" y="576657"/>
                  <a:pt x="533453" y="576657"/>
                </a:cubicBezTo>
                <a:cubicBezTo>
                  <a:pt x="535740" y="576657"/>
                  <a:pt x="537980" y="576549"/>
                  <a:pt x="540157" y="576332"/>
                </a:cubicBezTo>
                <a:cubicBezTo>
                  <a:pt x="542335" y="576115"/>
                  <a:pt x="544302" y="575736"/>
                  <a:pt x="546042" y="575194"/>
                </a:cubicBezTo>
                <a:cubicBezTo>
                  <a:pt x="547790" y="574660"/>
                  <a:pt x="549476" y="574118"/>
                  <a:pt x="551115" y="573576"/>
                </a:cubicBezTo>
                <a:cubicBezTo>
                  <a:pt x="552747" y="573034"/>
                  <a:pt x="554167" y="572384"/>
                  <a:pt x="555361" y="571625"/>
                </a:cubicBezTo>
                <a:cubicBezTo>
                  <a:pt x="556563" y="570874"/>
                  <a:pt x="557765" y="570224"/>
                  <a:pt x="558959" y="569682"/>
                </a:cubicBezTo>
                <a:cubicBezTo>
                  <a:pt x="560161" y="569140"/>
                  <a:pt x="561090" y="568490"/>
                  <a:pt x="561746" y="567739"/>
                </a:cubicBezTo>
                <a:cubicBezTo>
                  <a:pt x="562393" y="566980"/>
                  <a:pt x="563104" y="566492"/>
                  <a:pt x="563868" y="566276"/>
                </a:cubicBezTo>
                <a:cubicBezTo>
                  <a:pt x="564633" y="566059"/>
                  <a:pt x="565070" y="565680"/>
                  <a:pt x="565172" y="565138"/>
                </a:cubicBezTo>
                <a:lnTo>
                  <a:pt x="533453" y="533836"/>
                </a:lnTo>
                <a:lnTo>
                  <a:pt x="502054" y="565138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12CFD10-8897-4898-BC62-132CC1B4BC68}"/>
              </a:ext>
            </a:extLst>
          </p:cNvPr>
          <p:cNvSpPr/>
          <p:nvPr/>
        </p:nvSpPr>
        <p:spPr>
          <a:xfrm>
            <a:off x="7209716" y="2689581"/>
            <a:ext cx="1014631" cy="1006416"/>
          </a:xfrm>
          <a:custGeom>
            <a:avLst/>
            <a:gdLst>
              <a:gd name="connsiteX0" fmla="*/ 479162 w 1014631"/>
              <a:gd name="connsiteY0" fmla="*/ 529295 h 1006415"/>
              <a:gd name="connsiteX1" fmla="*/ 495514 w 1014631"/>
              <a:gd name="connsiteY1" fmla="*/ 490692 h 1006415"/>
              <a:gd name="connsiteX2" fmla="*/ 532797 w 1014631"/>
              <a:gd name="connsiteY2" fmla="*/ 475283 h 1006415"/>
              <a:gd name="connsiteX3" fmla="*/ 572368 w 1014631"/>
              <a:gd name="connsiteY3" fmla="*/ 491178 h 1006415"/>
              <a:gd name="connsiteX4" fmla="*/ 588071 w 1014631"/>
              <a:gd name="connsiteY4" fmla="*/ 529295 h 1006415"/>
              <a:gd name="connsiteX5" fmla="*/ 572204 w 1014631"/>
              <a:gd name="connsiteY5" fmla="*/ 567573 h 1006415"/>
              <a:gd name="connsiteX6" fmla="*/ 533781 w 1014631"/>
              <a:gd name="connsiteY6" fmla="*/ 583307 h 1006415"/>
              <a:gd name="connsiteX7" fmla="*/ 495022 w 1014631"/>
              <a:gd name="connsiteY7" fmla="*/ 567573 h 1006415"/>
              <a:gd name="connsiteX8" fmla="*/ 479162 w 1014631"/>
              <a:gd name="connsiteY8" fmla="*/ 529295 h 1006415"/>
              <a:gd name="connsiteX9" fmla="*/ 565172 w 1014631"/>
              <a:gd name="connsiteY9" fmla="*/ 493448 h 1006415"/>
              <a:gd name="connsiteX10" fmla="*/ 551115 w 1014631"/>
              <a:gd name="connsiteY10" fmla="*/ 485015 h 1006415"/>
              <a:gd name="connsiteX11" fmla="*/ 532306 w 1014631"/>
              <a:gd name="connsiteY11" fmla="*/ 481933 h 1006415"/>
              <a:gd name="connsiteX12" fmla="*/ 514487 w 1014631"/>
              <a:gd name="connsiteY12" fmla="*/ 485663 h 1006415"/>
              <a:gd name="connsiteX13" fmla="*/ 502054 w 1014631"/>
              <a:gd name="connsiteY13" fmla="*/ 493448 h 1006415"/>
              <a:gd name="connsiteX14" fmla="*/ 533617 w 1014631"/>
              <a:gd name="connsiteY14" fmla="*/ 524753 h 1006415"/>
              <a:gd name="connsiteX15" fmla="*/ 549312 w 1014631"/>
              <a:gd name="connsiteY15" fmla="*/ 509020 h 1006415"/>
              <a:gd name="connsiteX16" fmla="*/ 565172 w 1014631"/>
              <a:gd name="connsiteY16" fmla="*/ 493448 h 1006415"/>
              <a:gd name="connsiteX17" fmla="*/ 497316 w 1014631"/>
              <a:gd name="connsiteY17" fmla="*/ 498152 h 1006415"/>
              <a:gd name="connsiteX18" fmla="*/ 485539 w 1014631"/>
              <a:gd name="connsiteY18" fmla="*/ 529295 h 1006415"/>
              <a:gd name="connsiteX19" fmla="*/ 497316 w 1014631"/>
              <a:gd name="connsiteY19" fmla="*/ 560437 h 1006415"/>
              <a:gd name="connsiteX20" fmla="*/ 528708 w 1014631"/>
              <a:gd name="connsiteY20" fmla="*/ 529295 h 1006415"/>
              <a:gd name="connsiteX21" fmla="*/ 497316 w 1014631"/>
              <a:gd name="connsiteY21" fmla="*/ 498152 h 1006415"/>
              <a:gd name="connsiteX22" fmla="*/ 569753 w 1014631"/>
              <a:gd name="connsiteY22" fmla="*/ 560437 h 1006415"/>
              <a:gd name="connsiteX23" fmla="*/ 581531 w 1014631"/>
              <a:gd name="connsiteY23" fmla="*/ 529295 h 1006415"/>
              <a:gd name="connsiteX24" fmla="*/ 569753 w 1014631"/>
              <a:gd name="connsiteY24" fmla="*/ 498152 h 1006415"/>
              <a:gd name="connsiteX25" fmla="*/ 538354 w 1014631"/>
              <a:gd name="connsiteY25" fmla="*/ 529295 h 1006415"/>
              <a:gd name="connsiteX26" fmla="*/ 569753 w 1014631"/>
              <a:gd name="connsiteY26" fmla="*/ 560437 h 1006415"/>
              <a:gd name="connsiteX27" fmla="*/ 502054 w 1014631"/>
              <a:gd name="connsiteY27" fmla="*/ 565141 h 1006415"/>
              <a:gd name="connsiteX28" fmla="*/ 507619 w 1014631"/>
              <a:gd name="connsiteY28" fmla="*/ 569520 h 1006415"/>
              <a:gd name="connsiteX29" fmla="*/ 518241 w 1014631"/>
              <a:gd name="connsiteY29" fmla="*/ 574223 h 1006415"/>
              <a:gd name="connsiteX30" fmla="*/ 533453 w 1014631"/>
              <a:gd name="connsiteY30" fmla="*/ 576656 h 1006415"/>
              <a:gd name="connsiteX31" fmla="*/ 540157 w 1014631"/>
              <a:gd name="connsiteY31" fmla="*/ 576332 h 1006415"/>
              <a:gd name="connsiteX32" fmla="*/ 546042 w 1014631"/>
              <a:gd name="connsiteY32" fmla="*/ 575197 h 1006415"/>
              <a:gd name="connsiteX33" fmla="*/ 551115 w 1014631"/>
              <a:gd name="connsiteY33" fmla="*/ 573575 h 1006415"/>
              <a:gd name="connsiteX34" fmla="*/ 555361 w 1014631"/>
              <a:gd name="connsiteY34" fmla="*/ 571628 h 1006415"/>
              <a:gd name="connsiteX35" fmla="*/ 558959 w 1014631"/>
              <a:gd name="connsiteY35" fmla="*/ 569682 h 1006415"/>
              <a:gd name="connsiteX36" fmla="*/ 561746 w 1014631"/>
              <a:gd name="connsiteY36" fmla="*/ 567736 h 1006415"/>
              <a:gd name="connsiteX37" fmla="*/ 563868 w 1014631"/>
              <a:gd name="connsiteY37" fmla="*/ 566276 h 1006415"/>
              <a:gd name="connsiteX38" fmla="*/ 565172 w 1014631"/>
              <a:gd name="connsiteY38" fmla="*/ 565141 h 1006415"/>
              <a:gd name="connsiteX39" fmla="*/ 533453 w 1014631"/>
              <a:gd name="connsiteY39" fmla="*/ 533836 h 1006415"/>
              <a:gd name="connsiteX40" fmla="*/ 502054 w 1014631"/>
              <a:gd name="connsiteY40" fmla="*/ 565141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14631" h="1006415">
                <a:moveTo>
                  <a:pt x="479162" y="529295"/>
                </a:moveTo>
                <a:cubicBezTo>
                  <a:pt x="479162" y="513724"/>
                  <a:pt x="484610" y="500856"/>
                  <a:pt x="495514" y="490692"/>
                </a:cubicBezTo>
                <a:cubicBezTo>
                  <a:pt x="506417" y="480527"/>
                  <a:pt x="518842" y="475390"/>
                  <a:pt x="532797" y="475283"/>
                </a:cubicBezTo>
                <a:cubicBezTo>
                  <a:pt x="548712" y="475283"/>
                  <a:pt x="561902" y="480581"/>
                  <a:pt x="572368" y="491178"/>
                </a:cubicBezTo>
                <a:cubicBezTo>
                  <a:pt x="582834" y="501774"/>
                  <a:pt x="588071" y="514480"/>
                  <a:pt x="588071" y="529295"/>
                </a:cubicBezTo>
                <a:cubicBezTo>
                  <a:pt x="588071" y="544433"/>
                  <a:pt x="582780" y="557192"/>
                  <a:pt x="572204" y="567573"/>
                </a:cubicBezTo>
                <a:cubicBezTo>
                  <a:pt x="561636" y="577954"/>
                  <a:pt x="548821" y="583199"/>
                  <a:pt x="533781" y="583307"/>
                </a:cubicBezTo>
                <a:cubicBezTo>
                  <a:pt x="518405" y="583307"/>
                  <a:pt x="505488" y="578062"/>
                  <a:pt x="495022" y="567573"/>
                </a:cubicBezTo>
                <a:cubicBezTo>
                  <a:pt x="484556" y="557085"/>
                  <a:pt x="479272" y="544325"/>
                  <a:pt x="479162" y="529295"/>
                </a:cubicBezTo>
                <a:close/>
                <a:moveTo>
                  <a:pt x="565172" y="493448"/>
                </a:moveTo>
                <a:cubicBezTo>
                  <a:pt x="559615" y="489231"/>
                  <a:pt x="554932" y="486420"/>
                  <a:pt x="551115" y="485015"/>
                </a:cubicBezTo>
                <a:cubicBezTo>
                  <a:pt x="545660" y="482960"/>
                  <a:pt x="539393" y="481933"/>
                  <a:pt x="532306" y="481933"/>
                </a:cubicBezTo>
                <a:cubicBezTo>
                  <a:pt x="526093" y="481933"/>
                  <a:pt x="520154" y="483176"/>
                  <a:pt x="514487" y="485663"/>
                </a:cubicBezTo>
                <a:cubicBezTo>
                  <a:pt x="508813" y="488150"/>
                  <a:pt x="504669" y="490745"/>
                  <a:pt x="502054" y="493448"/>
                </a:cubicBezTo>
                <a:lnTo>
                  <a:pt x="533617" y="524753"/>
                </a:lnTo>
                <a:lnTo>
                  <a:pt x="549312" y="509020"/>
                </a:lnTo>
                <a:lnTo>
                  <a:pt x="565172" y="493448"/>
                </a:lnTo>
                <a:close/>
                <a:moveTo>
                  <a:pt x="497316" y="498152"/>
                </a:moveTo>
                <a:cubicBezTo>
                  <a:pt x="489465" y="506803"/>
                  <a:pt x="485539" y="517184"/>
                  <a:pt x="485539" y="529295"/>
                </a:cubicBezTo>
                <a:cubicBezTo>
                  <a:pt x="485539" y="541513"/>
                  <a:pt x="489465" y="551894"/>
                  <a:pt x="497316" y="560437"/>
                </a:cubicBezTo>
                <a:lnTo>
                  <a:pt x="528708" y="529295"/>
                </a:lnTo>
                <a:lnTo>
                  <a:pt x="497316" y="498152"/>
                </a:lnTo>
                <a:close/>
                <a:moveTo>
                  <a:pt x="569753" y="560437"/>
                </a:moveTo>
                <a:cubicBezTo>
                  <a:pt x="577605" y="551786"/>
                  <a:pt x="581531" y="541406"/>
                  <a:pt x="581531" y="529295"/>
                </a:cubicBezTo>
                <a:cubicBezTo>
                  <a:pt x="581531" y="517076"/>
                  <a:pt x="577605" y="506695"/>
                  <a:pt x="569753" y="498152"/>
                </a:cubicBezTo>
                <a:lnTo>
                  <a:pt x="538354" y="529295"/>
                </a:lnTo>
                <a:lnTo>
                  <a:pt x="569753" y="560437"/>
                </a:lnTo>
                <a:close/>
                <a:moveTo>
                  <a:pt x="502054" y="565141"/>
                </a:moveTo>
                <a:cubicBezTo>
                  <a:pt x="503474" y="566546"/>
                  <a:pt x="505324" y="568006"/>
                  <a:pt x="507619" y="569520"/>
                </a:cubicBezTo>
                <a:cubicBezTo>
                  <a:pt x="509906" y="571034"/>
                  <a:pt x="513449" y="572601"/>
                  <a:pt x="518241" y="574223"/>
                </a:cubicBezTo>
                <a:cubicBezTo>
                  <a:pt x="523041" y="575846"/>
                  <a:pt x="528114" y="576656"/>
                  <a:pt x="533453" y="576656"/>
                </a:cubicBezTo>
                <a:cubicBezTo>
                  <a:pt x="535740" y="576656"/>
                  <a:pt x="537980" y="576548"/>
                  <a:pt x="540157" y="576332"/>
                </a:cubicBezTo>
                <a:cubicBezTo>
                  <a:pt x="542335" y="576116"/>
                  <a:pt x="544302" y="575738"/>
                  <a:pt x="546042" y="575197"/>
                </a:cubicBezTo>
                <a:cubicBezTo>
                  <a:pt x="547790" y="574656"/>
                  <a:pt x="549476" y="574116"/>
                  <a:pt x="551115" y="573575"/>
                </a:cubicBezTo>
                <a:cubicBezTo>
                  <a:pt x="552747" y="573034"/>
                  <a:pt x="554167" y="572385"/>
                  <a:pt x="555361" y="571628"/>
                </a:cubicBezTo>
                <a:cubicBezTo>
                  <a:pt x="556563" y="570871"/>
                  <a:pt x="557765" y="570222"/>
                  <a:pt x="558959" y="569682"/>
                </a:cubicBezTo>
                <a:cubicBezTo>
                  <a:pt x="560161" y="569142"/>
                  <a:pt x="561090" y="568493"/>
                  <a:pt x="561746" y="567736"/>
                </a:cubicBezTo>
                <a:cubicBezTo>
                  <a:pt x="562393" y="566979"/>
                  <a:pt x="563104" y="566492"/>
                  <a:pt x="563868" y="566276"/>
                </a:cubicBezTo>
                <a:cubicBezTo>
                  <a:pt x="564633" y="566060"/>
                  <a:pt x="565070" y="565681"/>
                  <a:pt x="565172" y="565141"/>
                </a:cubicBezTo>
                <a:lnTo>
                  <a:pt x="533453" y="533836"/>
                </a:lnTo>
                <a:lnTo>
                  <a:pt x="502054" y="565141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77078195-6BB7-4349-9A69-F8DE2913FA0E}"/>
              </a:ext>
            </a:extLst>
          </p:cNvPr>
          <p:cNvSpPr/>
          <p:nvPr/>
        </p:nvSpPr>
        <p:spPr>
          <a:xfrm>
            <a:off x="6665355" y="342699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FDDAF5A5-9705-4055-88B8-36A115D6DB38}"/>
              </a:ext>
            </a:extLst>
          </p:cNvPr>
          <p:cNvSpPr/>
          <p:nvPr/>
        </p:nvSpPr>
        <p:spPr>
          <a:xfrm>
            <a:off x="6665355" y="3272157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D5AC1A83-AC36-458C-8450-0F50AAAFD357}"/>
              </a:ext>
            </a:extLst>
          </p:cNvPr>
          <p:cNvSpPr/>
          <p:nvPr/>
        </p:nvSpPr>
        <p:spPr>
          <a:xfrm>
            <a:off x="6665355" y="3117323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  <a:gd name="connsiteX4" fmla="*/ 47916 w 234145"/>
              <a:gd name="connsiteY4" fmla="*/ 47528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lnTo>
                  <a:pt x="47916" y="47528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17597B2E-47C0-47CB-9A31-031AB3B6F61A}"/>
              </a:ext>
            </a:extLst>
          </p:cNvPr>
          <p:cNvSpPr/>
          <p:nvPr/>
        </p:nvSpPr>
        <p:spPr>
          <a:xfrm>
            <a:off x="7211695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C3218C34-F20C-41AE-B0DC-4C204190E266}"/>
              </a:ext>
            </a:extLst>
          </p:cNvPr>
          <p:cNvSpPr/>
          <p:nvPr/>
        </p:nvSpPr>
        <p:spPr>
          <a:xfrm>
            <a:off x="7211695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D9285E8F-9EAB-401F-BB88-B1E858F393AA}"/>
              </a:ext>
            </a:extLst>
          </p:cNvPr>
          <p:cNvSpPr/>
          <p:nvPr/>
        </p:nvSpPr>
        <p:spPr>
          <a:xfrm>
            <a:off x="7289743" y="3349573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728BBA88-AF4E-41AF-8415-8D0B78C61616}"/>
              </a:ext>
            </a:extLst>
          </p:cNvPr>
          <p:cNvSpPr/>
          <p:nvPr/>
        </p:nvSpPr>
        <p:spPr>
          <a:xfrm>
            <a:off x="7289743" y="319474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0A8C447B-9888-4618-94F1-096DF756C11B}"/>
              </a:ext>
            </a:extLst>
          </p:cNvPr>
          <p:cNvSpPr/>
          <p:nvPr/>
        </p:nvSpPr>
        <p:spPr>
          <a:xfrm>
            <a:off x="7367792" y="3380571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8009BE2D-2821-4258-92E0-71F8B181B593}"/>
              </a:ext>
            </a:extLst>
          </p:cNvPr>
          <p:cNvSpPr/>
          <p:nvPr/>
        </p:nvSpPr>
        <p:spPr>
          <a:xfrm>
            <a:off x="7367792" y="322573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4A908B36-0023-4C5E-AD42-1664B6C1E914}"/>
              </a:ext>
            </a:extLst>
          </p:cNvPr>
          <p:cNvSpPr/>
          <p:nvPr/>
        </p:nvSpPr>
        <p:spPr>
          <a:xfrm>
            <a:off x="7445840" y="342699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D647E383-A2A6-4BFD-AB0F-A548015B88EC}"/>
              </a:ext>
            </a:extLst>
          </p:cNvPr>
          <p:cNvSpPr/>
          <p:nvPr/>
        </p:nvSpPr>
        <p:spPr>
          <a:xfrm>
            <a:off x="7992180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94A6152C-8363-4CDD-BF7B-6210DBB36C23}"/>
              </a:ext>
            </a:extLst>
          </p:cNvPr>
          <p:cNvSpPr/>
          <p:nvPr/>
        </p:nvSpPr>
        <p:spPr>
          <a:xfrm>
            <a:off x="7992180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96A6AA0C-46CB-421D-BE61-D8EE01F5EEA9}"/>
              </a:ext>
            </a:extLst>
          </p:cNvPr>
          <p:cNvSpPr/>
          <p:nvPr/>
        </p:nvSpPr>
        <p:spPr>
          <a:xfrm>
            <a:off x="8070229" y="3349573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590B5977-A9C7-4284-B34C-2793F75C665C}"/>
              </a:ext>
            </a:extLst>
          </p:cNvPr>
          <p:cNvSpPr/>
          <p:nvPr/>
        </p:nvSpPr>
        <p:spPr>
          <a:xfrm>
            <a:off x="8070229" y="319474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AD5149AF-D8BF-4CA7-A92D-6C513ABD623B}"/>
              </a:ext>
            </a:extLst>
          </p:cNvPr>
          <p:cNvSpPr/>
          <p:nvPr/>
        </p:nvSpPr>
        <p:spPr>
          <a:xfrm>
            <a:off x="8148278" y="3380571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932184F1-2B91-4AF9-9E2F-A7746EF5EF92}"/>
              </a:ext>
            </a:extLst>
          </p:cNvPr>
          <p:cNvSpPr/>
          <p:nvPr/>
        </p:nvSpPr>
        <p:spPr>
          <a:xfrm>
            <a:off x="8148278" y="322573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F9593DD4-2B6A-44A6-AD52-57F1F7EE7C07}"/>
              </a:ext>
            </a:extLst>
          </p:cNvPr>
          <p:cNvSpPr/>
          <p:nvPr/>
        </p:nvSpPr>
        <p:spPr>
          <a:xfrm>
            <a:off x="8226326" y="342699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F3A3B5A4-E256-4CC6-B400-7F2A7E167A11}"/>
              </a:ext>
            </a:extLst>
          </p:cNvPr>
          <p:cNvSpPr/>
          <p:nvPr/>
        </p:nvSpPr>
        <p:spPr>
          <a:xfrm>
            <a:off x="9319006" y="26915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BFA3AAB7-1B25-48C8-86A4-9CBF4F63AB9C}"/>
              </a:ext>
            </a:extLst>
          </p:cNvPr>
          <p:cNvSpPr/>
          <p:nvPr/>
        </p:nvSpPr>
        <p:spPr>
          <a:xfrm>
            <a:off x="9475103" y="26915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4C7388DE-8CBB-4123-9E3D-0FB844EAA6B1}"/>
              </a:ext>
            </a:extLst>
          </p:cNvPr>
          <p:cNvSpPr/>
          <p:nvPr/>
        </p:nvSpPr>
        <p:spPr>
          <a:xfrm>
            <a:off x="9631200" y="26915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376D8726-811C-4701-BFAB-8811037A4E55}"/>
              </a:ext>
            </a:extLst>
          </p:cNvPr>
          <p:cNvSpPr/>
          <p:nvPr/>
        </p:nvSpPr>
        <p:spPr>
          <a:xfrm>
            <a:off x="9787297" y="26915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A86561EB-9868-499C-A80B-DCCAE90B5088}"/>
              </a:ext>
            </a:extLst>
          </p:cNvPr>
          <p:cNvSpPr/>
          <p:nvPr/>
        </p:nvSpPr>
        <p:spPr>
          <a:xfrm>
            <a:off x="9319006" y="28463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9B4C3E96-DFE1-43E7-B598-50E46EDCA897}"/>
              </a:ext>
            </a:extLst>
          </p:cNvPr>
          <p:cNvSpPr/>
          <p:nvPr/>
        </p:nvSpPr>
        <p:spPr>
          <a:xfrm>
            <a:off x="9475103" y="28463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1BF278EC-BADA-424B-8EA4-6BD97B7DACF5}"/>
              </a:ext>
            </a:extLst>
          </p:cNvPr>
          <p:cNvSpPr/>
          <p:nvPr/>
        </p:nvSpPr>
        <p:spPr>
          <a:xfrm>
            <a:off x="9631200" y="28463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448D12E-5803-4B2E-85B1-698EC921015A}"/>
              </a:ext>
            </a:extLst>
          </p:cNvPr>
          <p:cNvSpPr/>
          <p:nvPr/>
        </p:nvSpPr>
        <p:spPr>
          <a:xfrm>
            <a:off x="9787297" y="28463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65262AEE-A96D-4BF4-8F9A-230B51E25E2C}"/>
              </a:ext>
            </a:extLst>
          </p:cNvPr>
          <p:cNvSpPr/>
          <p:nvPr/>
        </p:nvSpPr>
        <p:spPr>
          <a:xfrm>
            <a:off x="9319006" y="3001199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19C845CF-E9E7-4422-80AF-893443BCDBF6}"/>
              </a:ext>
            </a:extLst>
          </p:cNvPr>
          <p:cNvSpPr/>
          <p:nvPr/>
        </p:nvSpPr>
        <p:spPr>
          <a:xfrm>
            <a:off x="9475103" y="3001199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45377CCA-2A33-4D0B-8182-9BB84301F74E}"/>
              </a:ext>
            </a:extLst>
          </p:cNvPr>
          <p:cNvSpPr/>
          <p:nvPr/>
        </p:nvSpPr>
        <p:spPr>
          <a:xfrm>
            <a:off x="9631200" y="3001199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53CB9807-AD46-4165-B8C5-92AC521559CC}"/>
              </a:ext>
            </a:extLst>
          </p:cNvPr>
          <p:cNvSpPr/>
          <p:nvPr/>
        </p:nvSpPr>
        <p:spPr>
          <a:xfrm>
            <a:off x="9787297" y="3001199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8CAA15EA-6617-4497-967C-E65A8E2FA961}"/>
              </a:ext>
            </a:extLst>
          </p:cNvPr>
          <p:cNvSpPr/>
          <p:nvPr/>
        </p:nvSpPr>
        <p:spPr>
          <a:xfrm>
            <a:off x="9319006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AE2B19BB-7D8E-4B7F-8430-DFC424A2E92B}"/>
              </a:ext>
            </a:extLst>
          </p:cNvPr>
          <p:cNvSpPr/>
          <p:nvPr/>
        </p:nvSpPr>
        <p:spPr>
          <a:xfrm>
            <a:off x="9475103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F9AACD4-15DF-4802-BAC8-CD20C8B96BEF}"/>
              </a:ext>
            </a:extLst>
          </p:cNvPr>
          <p:cNvSpPr/>
          <p:nvPr/>
        </p:nvSpPr>
        <p:spPr>
          <a:xfrm>
            <a:off x="9631200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401212D7-7FCC-40DF-8619-DDCB423643A6}"/>
              </a:ext>
            </a:extLst>
          </p:cNvPr>
          <p:cNvSpPr/>
          <p:nvPr/>
        </p:nvSpPr>
        <p:spPr>
          <a:xfrm>
            <a:off x="9787297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47294CDD-9AAD-45BA-9085-749F573D37B7}"/>
              </a:ext>
            </a:extLst>
          </p:cNvPr>
          <p:cNvSpPr/>
          <p:nvPr/>
        </p:nvSpPr>
        <p:spPr>
          <a:xfrm>
            <a:off x="9319006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7AADE84F-580B-4AAF-BE5B-21419FF9BBA1}"/>
              </a:ext>
            </a:extLst>
          </p:cNvPr>
          <p:cNvSpPr/>
          <p:nvPr/>
        </p:nvSpPr>
        <p:spPr>
          <a:xfrm>
            <a:off x="9475103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3DAF0533-E07D-4695-AE39-204E35F5BE15}"/>
              </a:ext>
            </a:extLst>
          </p:cNvPr>
          <p:cNvSpPr/>
          <p:nvPr/>
        </p:nvSpPr>
        <p:spPr>
          <a:xfrm>
            <a:off x="9631200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45061319-226A-4BA6-B7A3-FAE915F36345}"/>
              </a:ext>
            </a:extLst>
          </p:cNvPr>
          <p:cNvSpPr/>
          <p:nvPr/>
        </p:nvSpPr>
        <p:spPr>
          <a:xfrm>
            <a:off x="9787297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A0B8F2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352182FF-B0EF-4B28-9D3E-51FC2F03AB22}"/>
              </a:ext>
            </a:extLst>
          </p:cNvPr>
          <p:cNvSpPr/>
          <p:nvPr/>
        </p:nvSpPr>
        <p:spPr>
          <a:xfrm>
            <a:off x="9319006" y="346569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DFAF8875-8B7A-4C20-AD5F-1086E046BC16}"/>
              </a:ext>
            </a:extLst>
          </p:cNvPr>
          <p:cNvSpPr/>
          <p:nvPr/>
        </p:nvSpPr>
        <p:spPr>
          <a:xfrm>
            <a:off x="11192171" y="26915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416AB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D56D9177-B30A-4019-B4A7-2B34B1A044D8}"/>
              </a:ext>
            </a:extLst>
          </p:cNvPr>
          <p:cNvSpPr/>
          <p:nvPr/>
        </p:nvSpPr>
        <p:spPr>
          <a:xfrm>
            <a:off x="11192171" y="28463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7F4A5CF3-42FE-40FB-AEFF-7EA6B85E222D}"/>
              </a:ext>
            </a:extLst>
          </p:cNvPr>
          <p:cNvSpPr/>
          <p:nvPr/>
        </p:nvSpPr>
        <p:spPr>
          <a:xfrm>
            <a:off x="11192171" y="3001199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416AB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5DC9D774-59F1-4845-B93F-7C4DD0CE153C}"/>
              </a:ext>
            </a:extLst>
          </p:cNvPr>
          <p:cNvSpPr/>
          <p:nvPr/>
        </p:nvSpPr>
        <p:spPr>
          <a:xfrm>
            <a:off x="11192171" y="3156032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B89A64FA-B48D-4666-B58C-61EC9BA4FEF0}"/>
              </a:ext>
            </a:extLst>
          </p:cNvPr>
          <p:cNvSpPr/>
          <p:nvPr/>
        </p:nvSpPr>
        <p:spPr>
          <a:xfrm>
            <a:off x="11192171" y="3310865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416AB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72DEF5EA-406E-4436-A5E5-86FFEF89B486}"/>
              </a:ext>
            </a:extLst>
          </p:cNvPr>
          <p:cNvSpPr/>
          <p:nvPr/>
        </p:nvSpPr>
        <p:spPr>
          <a:xfrm>
            <a:off x="11192171" y="346569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B1002923-2BA7-41C9-9607-2F7C5803ECA3}"/>
              </a:ext>
            </a:extLst>
          </p:cNvPr>
          <p:cNvSpPr/>
          <p:nvPr/>
        </p:nvSpPr>
        <p:spPr>
          <a:xfrm>
            <a:off x="9475103" y="346569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59ABD7C-2F41-46C4-A8D3-D0D90358DC26}"/>
              </a:ext>
            </a:extLst>
          </p:cNvPr>
          <p:cNvSpPr/>
          <p:nvPr/>
        </p:nvSpPr>
        <p:spPr>
          <a:xfrm>
            <a:off x="9631200" y="346569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8F6A585C-7F3F-4594-8F14-79C053124FF8}"/>
              </a:ext>
            </a:extLst>
          </p:cNvPr>
          <p:cNvSpPr/>
          <p:nvPr/>
        </p:nvSpPr>
        <p:spPr>
          <a:xfrm>
            <a:off x="9787297" y="3465698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EA3BBF77-6F92-4648-A1E3-B454C342F3BF}"/>
              </a:ext>
            </a:extLst>
          </p:cNvPr>
          <p:cNvSpPr/>
          <p:nvPr/>
        </p:nvSpPr>
        <p:spPr>
          <a:xfrm>
            <a:off x="8217947" y="3012845"/>
            <a:ext cx="1404874" cy="1006416"/>
          </a:xfrm>
          <a:custGeom>
            <a:avLst/>
            <a:gdLst>
              <a:gd name="connsiteX0" fmla="*/ 506222 w 1404874"/>
              <a:gd name="connsiteY0" fmla="*/ 478077 h 1006415"/>
              <a:gd name="connsiteX1" fmla="*/ 507057 w 1404874"/>
              <a:gd name="connsiteY1" fmla="*/ 475283 h 1006415"/>
              <a:gd name="connsiteX2" fmla="*/ 557515 w 1404874"/>
              <a:gd name="connsiteY2" fmla="*/ 475283 h 1006415"/>
              <a:gd name="connsiteX3" fmla="*/ 556524 w 1404874"/>
              <a:gd name="connsiteY3" fmla="*/ 478077 h 1006415"/>
              <a:gd name="connsiteX4" fmla="*/ 546003 w 1404874"/>
              <a:gd name="connsiteY4" fmla="*/ 481104 h 1006415"/>
              <a:gd name="connsiteX5" fmla="*/ 539681 w 1404874"/>
              <a:gd name="connsiteY5" fmla="*/ 493731 h 1006415"/>
              <a:gd name="connsiteX6" fmla="*/ 520778 w 1404874"/>
              <a:gd name="connsiteY6" fmla="*/ 559349 h 1006415"/>
              <a:gd name="connsiteX7" fmla="*/ 518717 w 1404874"/>
              <a:gd name="connsiteY7" fmla="*/ 568647 h 1006415"/>
              <a:gd name="connsiteX8" fmla="*/ 520856 w 1404874"/>
              <a:gd name="connsiteY8" fmla="*/ 572882 h 1006415"/>
              <a:gd name="connsiteX9" fmla="*/ 531221 w 1404874"/>
              <a:gd name="connsiteY9" fmla="*/ 575003 h 1006415"/>
              <a:gd name="connsiteX10" fmla="*/ 530456 w 1404874"/>
              <a:gd name="connsiteY10" fmla="*/ 577798 h 1006415"/>
              <a:gd name="connsiteX11" fmla="*/ 479162 w 1404874"/>
              <a:gd name="connsiteY11" fmla="*/ 577798 h 1006415"/>
              <a:gd name="connsiteX12" fmla="*/ 479998 w 1404874"/>
              <a:gd name="connsiteY12" fmla="*/ 575003 h 1006415"/>
              <a:gd name="connsiteX13" fmla="*/ 491275 w 1404874"/>
              <a:gd name="connsiteY13" fmla="*/ 572131 h 1006415"/>
              <a:gd name="connsiteX14" fmla="*/ 497761 w 1404874"/>
              <a:gd name="connsiteY14" fmla="*/ 559349 h 1006415"/>
              <a:gd name="connsiteX15" fmla="*/ 516813 w 1404874"/>
              <a:gd name="connsiteY15" fmla="*/ 493731 h 1006415"/>
              <a:gd name="connsiteX16" fmla="*/ 518569 w 1404874"/>
              <a:gd name="connsiteY16" fmla="*/ 484580 h 1006415"/>
              <a:gd name="connsiteX17" fmla="*/ 516431 w 1404874"/>
              <a:gd name="connsiteY17" fmla="*/ 480198 h 1006415"/>
              <a:gd name="connsiteX18" fmla="*/ 506222 w 1404874"/>
              <a:gd name="connsiteY18" fmla="*/ 478077 h 1006415"/>
              <a:gd name="connsiteX19" fmla="*/ 567045 w 1404874"/>
              <a:gd name="connsiteY19" fmla="*/ 478077 h 1006415"/>
              <a:gd name="connsiteX20" fmla="*/ 567880 w 1404874"/>
              <a:gd name="connsiteY20" fmla="*/ 475283 h 1006415"/>
              <a:gd name="connsiteX21" fmla="*/ 618339 w 1404874"/>
              <a:gd name="connsiteY21" fmla="*/ 475283 h 1006415"/>
              <a:gd name="connsiteX22" fmla="*/ 617347 w 1404874"/>
              <a:gd name="connsiteY22" fmla="*/ 478077 h 1006415"/>
              <a:gd name="connsiteX23" fmla="*/ 606826 w 1404874"/>
              <a:gd name="connsiteY23" fmla="*/ 481104 h 1006415"/>
              <a:gd name="connsiteX24" fmla="*/ 600504 w 1404874"/>
              <a:gd name="connsiteY24" fmla="*/ 493731 h 1006415"/>
              <a:gd name="connsiteX25" fmla="*/ 581601 w 1404874"/>
              <a:gd name="connsiteY25" fmla="*/ 559349 h 1006415"/>
              <a:gd name="connsiteX26" fmla="*/ 579541 w 1404874"/>
              <a:gd name="connsiteY26" fmla="*/ 568647 h 1006415"/>
              <a:gd name="connsiteX27" fmla="*/ 581671 w 1404874"/>
              <a:gd name="connsiteY27" fmla="*/ 572882 h 1006415"/>
              <a:gd name="connsiteX28" fmla="*/ 592044 w 1404874"/>
              <a:gd name="connsiteY28" fmla="*/ 575003 h 1006415"/>
              <a:gd name="connsiteX29" fmla="*/ 591279 w 1404874"/>
              <a:gd name="connsiteY29" fmla="*/ 577798 h 1006415"/>
              <a:gd name="connsiteX30" fmla="*/ 539986 w 1404874"/>
              <a:gd name="connsiteY30" fmla="*/ 577798 h 1006415"/>
              <a:gd name="connsiteX31" fmla="*/ 540821 w 1404874"/>
              <a:gd name="connsiteY31" fmla="*/ 575003 h 1006415"/>
              <a:gd name="connsiteX32" fmla="*/ 552099 w 1404874"/>
              <a:gd name="connsiteY32" fmla="*/ 572131 h 1006415"/>
              <a:gd name="connsiteX33" fmla="*/ 558585 w 1404874"/>
              <a:gd name="connsiteY33" fmla="*/ 559349 h 1006415"/>
              <a:gd name="connsiteX34" fmla="*/ 577636 w 1404874"/>
              <a:gd name="connsiteY34" fmla="*/ 493731 h 1006415"/>
              <a:gd name="connsiteX35" fmla="*/ 579392 w 1404874"/>
              <a:gd name="connsiteY35" fmla="*/ 484580 h 1006415"/>
              <a:gd name="connsiteX36" fmla="*/ 577254 w 1404874"/>
              <a:gd name="connsiteY36" fmla="*/ 480198 h 1006415"/>
              <a:gd name="connsiteX37" fmla="*/ 567045 w 1404874"/>
              <a:gd name="connsiteY37" fmla="*/ 478077 h 1006415"/>
              <a:gd name="connsiteX38" fmla="*/ 627861 w 1404874"/>
              <a:gd name="connsiteY38" fmla="*/ 478077 h 1006415"/>
              <a:gd name="connsiteX39" fmla="*/ 628704 w 1404874"/>
              <a:gd name="connsiteY39" fmla="*/ 475283 h 1006415"/>
              <a:gd name="connsiteX40" fmla="*/ 679162 w 1404874"/>
              <a:gd name="connsiteY40" fmla="*/ 475283 h 1006415"/>
              <a:gd name="connsiteX41" fmla="*/ 678171 w 1404874"/>
              <a:gd name="connsiteY41" fmla="*/ 478077 h 1006415"/>
              <a:gd name="connsiteX42" fmla="*/ 667650 w 1404874"/>
              <a:gd name="connsiteY42" fmla="*/ 481104 h 1006415"/>
              <a:gd name="connsiteX43" fmla="*/ 661328 w 1404874"/>
              <a:gd name="connsiteY43" fmla="*/ 493731 h 1006415"/>
              <a:gd name="connsiteX44" fmla="*/ 642424 w 1404874"/>
              <a:gd name="connsiteY44" fmla="*/ 559349 h 1006415"/>
              <a:gd name="connsiteX45" fmla="*/ 640364 w 1404874"/>
              <a:gd name="connsiteY45" fmla="*/ 568647 h 1006415"/>
              <a:gd name="connsiteX46" fmla="*/ 642495 w 1404874"/>
              <a:gd name="connsiteY46" fmla="*/ 572882 h 1006415"/>
              <a:gd name="connsiteX47" fmla="*/ 652867 w 1404874"/>
              <a:gd name="connsiteY47" fmla="*/ 575003 h 1006415"/>
              <a:gd name="connsiteX48" fmla="*/ 652103 w 1404874"/>
              <a:gd name="connsiteY48" fmla="*/ 577798 h 1006415"/>
              <a:gd name="connsiteX49" fmla="*/ 600809 w 1404874"/>
              <a:gd name="connsiteY49" fmla="*/ 577798 h 1006415"/>
              <a:gd name="connsiteX50" fmla="*/ 601644 w 1404874"/>
              <a:gd name="connsiteY50" fmla="*/ 575003 h 1006415"/>
              <a:gd name="connsiteX51" fmla="*/ 612922 w 1404874"/>
              <a:gd name="connsiteY51" fmla="*/ 572131 h 1006415"/>
              <a:gd name="connsiteX52" fmla="*/ 619400 w 1404874"/>
              <a:gd name="connsiteY52" fmla="*/ 559349 h 1006415"/>
              <a:gd name="connsiteX53" fmla="*/ 638460 w 1404874"/>
              <a:gd name="connsiteY53" fmla="*/ 493731 h 1006415"/>
              <a:gd name="connsiteX54" fmla="*/ 640208 w 1404874"/>
              <a:gd name="connsiteY54" fmla="*/ 484580 h 1006415"/>
              <a:gd name="connsiteX55" fmla="*/ 638077 w 1404874"/>
              <a:gd name="connsiteY55" fmla="*/ 480198 h 1006415"/>
              <a:gd name="connsiteX56" fmla="*/ 627861 w 1404874"/>
              <a:gd name="connsiteY56" fmla="*/ 478077 h 1006415"/>
              <a:gd name="connsiteX57" fmla="*/ 693187 w 1404874"/>
              <a:gd name="connsiteY57" fmla="*/ 505072 h 1006415"/>
              <a:gd name="connsiteX58" fmla="*/ 702100 w 1404874"/>
              <a:gd name="connsiteY58" fmla="*/ 508773 h 1006415"/>
              <a:gd name="connsiteX59" fmla="*/ 705839 w 1404874"/>
              <a:gd name="connsiteY59" fmla="*/ 517622 h 1006415"/>
              <a:gd name="connsiteX60" fmla="*/ 702100 w 1404874"/>
              <a:gd name="connsiteY60" fmla="*/ 526540 h 1006415"/>
              <a:gd name="connsiteX61" fmla="*/ 693187 w 1404874"/>
              <a:gd name="connsiteY61" fmla="*/ 530171 h 1006415"/>
              <a:gd name="connsiteX62" fmla="*/ 684188 w 1404874"/>
              <a:gd name="connsiteY62" fmla="*/ 526540 h 1006415"/>
              <a:gd name="connsiteX63" fmla="*/ 680536 w 1404874"/>
              <a:gd name="connsiteY63" fmla="*/ 517622 h 1006415"/>
              <a:gd name="connsiteX64" fmla="*/ 684188 w 1404874"/>
              <a:gd name="connsiteY64" fmla="*/ 508773 h 1006415"/>
              <a:gd name="connsiteX65" fmla="*/ 693187 w 1404874"/>
              <a:gd name="connsiteY65" fmla="*/ 505072 h 1006415"/>
              <a:gd name="connsiteX66" fmla="*/ 693109 w 1404874"/>
              <a:gd name="connsiteY66" fmla="*/ 554511 h 1006415"/>
              <a:gd name="connsiteX67" fmla="*/ 702100 w 1404874"/>
              <a:gd name="connsiteY67" fmla="*/ 558219 h 1006415"/>
              <a:gd name="connsiteX68" fmla="*/ 705839 w 1404874"/>
              <a:gd name="connsiteY68" fmla="*/ 567137 h 1006415"/>
              <a:gd name="connsiteX69" fmla="*/ 702100 w 1404874"/>
              <a:gd name="connsiteY69" fmla="*/ 576056 h 1006415"/>
              <a:gd name="connsiteX70" fmla="*/ 693109 w 1404874"/>
              <a:gd name="connsiteY70" fmla="*/ 579687 h 1006415"/>
              <a:gd name="connsiteX71" fmla="*/ 684118 w 1404874"/>
              <a:gd name="connsiteY71" fmla="*/ 576056 h 1006415"/>
              <a:gd name="connsiteX72" fmla="*/ 680458 w 1404874"/>
              <a:gd name="connsiteY72" fmla="*/ 567137 h 1006415"/>
              <a:gd name="connsiteX73" fmla="*/ 684118 w 1404874"/>
              <a:gd name="connsiteY73" fmla="*/ 558219 h 1006415"/>
              <a:gd name="connsiteX74" fmla="*/ 693109 w 1404874"/>
              <a:gd name="connsiteY74" fmla="*/ 554511 h 1006415"/>
              <a:gd name="connsiteX75" fmla="*/ 853702 w 1404874"/>
              <a:gd name="connsiteY75" fmla="*/ 475283 h 1006415"/>
              <a:gd name="connsiteX76" fmla="*/ 853702 w 1404874"/>
              <a:gd name="connsiteY76" fmla="*/ 503029 h 1006415"/>
              <a:gd name="connsiteX77" fmla="*/ 850955 w 1404874"/>
              <a:gd name="connsiteY77" fmla="*/ 503029 h 1006415"/>
              <a:gd name="connsiteX78" fmla="*/ 845546 w 1404874"/>
              <a:gd name="connsiteY78" fmla="*/ 489264 h 1006415"/>
              <a:gd name="connsiteX79" fmla="*/ 837390 w 1404874"/>
              <a:gd name="connsiteY79" fmla="*/ 482536 h 1006415"/>
              <a:gd name="connsiteX80" fmla="*/ 827251 w 1404874"/>
              <a:gd name="connsiteY80" fmla="*/ 481182 h 1006415"/>
              <a:gd name="connsiteX81" fmla="*/ 819556 w 1404874"/>
              <a:gd name="connsiteY81" fmla="*/ 481182 h 1006415"/>
              <a:gd name="connsiteX82" fmla="*/ 819556 w 1404874"/>
              <a:gd name="connsiteY82" fmla="*/ 560255 h 1006415"/>
              <a:gd name="connsiteX83" fmla="*/ 820391 w 1404874"/>
              <a:gd name="connsiteY83" fmla="*/ 570087 h 1006415"/>
              <a:gd name="connsiteX84" fmla="*/ 823825 w 1404874"/>
              <a:gd name="connsiteY84" fmla="*/ 573563 h 1006415"/>
              <a:gd name="connsiteX85" fmla="*/ 830834 w 1404874"/>
              <a:gd name="connsiteY85" fmla="*/ 575003 h 1006415"/>
              <a:gd name="connsiteX86" fmla="*/ 834268 w 1404874"/>
              <a:gd name="connsiteY86" fmla="*/ 575003 h 1006415"/>
              <a:gd name="connsiteX87" fmla="*/ 834268 w 1404874"/>
              <a:gd name="connsiteY87" fmla="*/ 577798 h 1006415"/>
              <a:gd name="connsiteX88" fmla="*/ 780149 w 1404874"/>
              <a:gd name="connsiteY88" fmla="*/ 577798 h 1006415"/>
              <a:gd name="connsiteX89" fmla="*/ 780149 w 1404874"/>
              <a:gd name="connsiteY89" fmla="*/ 575003 h 1006415"/>
              <a:gd name="connsiteX90" fmla="*/ 783583 w 1404874"/>
              <a:gd name="connsiteY90" fmla="*/ 575003 h 1006415"/>
              <a:gd name="connsiteX91" fmla="*/ 790818 w 1404874"/>
              <a:gd name="connsiteY91" fmla="*/ 573416 h 1006415"/>
              <a:gd name="connsiteX92" fmla="*/ 793948 w 1404874"/>
              <a:gd name="connsiteY92" fmla="*/ 569785 h 1006415"/>
              <a:gd name="connsiteX93" fmla="*/ 794783 w 1404874"/>
              <a:gd name="connsiteY93" fmla="*/ 560255 h 1006415"/>
              <a:gd name="connsiteX94" fmla="*/ 794783 w 1404874"/>
              <a:gd name="connsiteY94" fmla="*/ 481182 h 1006415"/>
              <a:gd name="connsiteX95" fmla="*/ 787314 w 1404874"/>
              <a:gd name="connsiteY95" fmla="*/ 481182 h 1006415"/>
              <a:gd name="connsiteX96" fmla="*/ 772149 w 1404874"/>
              <a:gd name="connsiteY96" fmla="*/ 485563 h 1006415"/>
              <a:gd name="connsiteX97" fmla="*/ 763766 w 1404874"/>
              <a:gd name="connsiteY97" fmla="*/ 503029 h 1006415"/>
              <a:gd name="connsiteX98" fmla="*/ 760863 w 1404874"/>
              <a:gd name="connsiteY98" fmla="*/ 503029 h 1006415"/>
              <a:gd name="connsiteX99" fmla="*/ 760863 w 1404874"/>
              <a:gd name="connsiteY99" fmla="*/ 475283 h 1006415"/>
              <a:gd name="connsiteX100" fmla="*/ 853702 w 1404874"/>
              <a:gd name="connsiteY100" fmla="*/ 475283 h 1006415"/>
              <a:gd name="connsiteX101" fmla="*/ 901491 w 1404874"/>
              <a:gd name="connsiteY101" fmla="*/ 531379 h 1006415"/>
              <a:gd name="connsiteX102" fmla="*/ 901491 w 1404874"/>
              <a:gd name="connsiteY102" fmla="*/ 559806 h 1006415"/>
              <a:gd name="connsiteX103" fmla="*/ 902482 w 1404874"/>
              <a:gd name="connsiteY103" fmla="*/ 570311 h 1006415"/>
              <a:gd name="connsiteX104" fmla="*/ 906143 w 1404874"/>
              <a:gd name="connsiteY104" fmla="*/ 573718 h 1006415"/>
              <a:gd name="connsiteX105" fmla="*/ 915821 w 1404874"/>
              <a:gd name="connsiteY105" fmla="*/ 575003 h 1006415"/>
              <a:gd name="connsiteX106" fmla="*/ 915821 w 1404874"/>
              <a:gd name="connsiteY106" fmla="*/ 577798 h 1006415"/>
              <a:gd name="connsiteX107" fmla="*/ 863302 w 1404874"/>
              <a:gd name="connsiteY107" fmla="*/ 577798 h 1006415"/>
              <a:gd name="connsiteX108" fmla="*/ 863302 w 1404874"/>
              <a:gd name="connsiteY108" fmla="*/ 575003 h 1006415"/>
              <a:gd name="connsiteX109" fmla="*/ 872988 w 1404874"/>
              <a:gd name="connsiteY109" fmla="*/ 573718 h 1006415"/>
              <a:gd name="connsiteX110" fmla="*/ 876570 w 1404874"/>
              <a:gd name="connsiteY110" fmla="*/ 570234 h 1006415"/>
              <a:gd name="connsiteX111" fmla="*/ 877632 w 1404874"/>
              <a:gd name="connsiteY111" fmla="*/ 559806 h 1006415"/>
              <a:gd name="connsiteX112" fmla="*/ 877632 w 1404874"/>
              <a:gd name="connsiteY112" fmla="*/ 493274 h 1006415"/>
              <a:gd name="connsiteX113" fmla="*/ 876570 w 1404874"/>
              <a:gd name="connsiteY113" fmla="*/ 482838 h 1006415"/>
              <a:gd name="connsiteX114" fmla="*/ 872988 w 1404874"/>
              <a:gd name="connsiteY114" fmla="*/ 479362 h 1006415"/>
              <a:gd name="connsiteX115" fmla="*/ 863302 w 1404874"/>
              <a:gd name="connsiteY115" fmla="*/ 478077 h 1006415"/>
              <a:gd name="connsiteX116" fmla="*/ 863302 w 1404874"/>
              <a:gd name="connsiteY116" fmla="*/ 475283 h 1006415"/>
              <a:gd name="connsiteX117" fmla="*/ 908352 w 1404874"/>
              <a:gd name="connsiteY117" fmla="*/ 475283 h 1006415"/>
              <a:gd name="connsiteX118" fmla="*/ 940289 w 1404874"/>
              <a:gd name="connsiteY118" fmla="*/ 483140 h 1006415"/>
              <a:gd name="connsiteX119" fmla="*/ 949967 w 1404874"/>
              <a:gd name="connsiteY119" fmla="*/ 502804 h 1006415"/>
              <a:gd name="connsiteX120" fmla="*/ 943715 w 1404874"/>
              <a:gd name="connsiteY120" fmla="*/ 519890 h 1006415"/>
              <a:gd name="connsiteX121" fmla="*/ 926490 w 1404874"/>
              <a:gd name="connsiteY121" fmla="*/ 529567 h 1006415"/>
              <a:gd name="connsiteX122" fmla="*/ 901491 w 1404874"/>
              <a:gd name="connsiteY122" fmla="*/ 531379 h 1006415"/>
              <a:gd name="connsiteX123" fmla="*/ 901491 w 1404874"/>
              <a:gd name="connsiteY123" fmla="*/ 481182 h 1006415"/>
              <a:gd name="connsiteX124" fmla="*/ 901491 w 1404874"/>
              <a:gd name="connsiteY124" fmla="*/ 525479 h 1006415"/>
              <a:gd name="connsiteX125" fmla="*/ 905300 w 1404874"/>
              <a:gd name="connsiteY125" fmla="*/ 525634 h 1006415"/>
              <a:gd name="connsiteX126" fmla="*/ 919630 w 1404874"/>
              <a:gd name="connsiteY126" fmla="*/ 520192 h 1006415"/>
              <a:gd name="connsiteX127" fmla="*/ 924664 w 1404874"/>
              <a:gd name="connsiteY127" fmla="*/ 503176 h 1006415"/>
              <a:gd name="connsiteX128" fmla="*/ 919630 w 1404874"/>
              <a:gd name="connsiteY128" fmla="*/ 486469 h 1006415"/>
              <a:gd name="connsiteX129" fmla="*/ 904613 w 1404874"/>
              <a:gd name="connsiteY129" fmla="*/ 481182 h 1006415"/>
              <a:gd name="connsiteX130" fmla="*/ 901491 w 1404874"/>
              <a:gd name="connsiteY130" fmla="*/ 481182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1404874" h="1006415">
                <a:moveTo>
                  <a:pt x="506222" y="478077"/>
                </a:moveTo>
                <a:lnTo>
                  <a:pt x="507057" y="475283"/>
                </a:lnTo>
                <a:lnTo>
                  <a:pt x="557515" y="475283"/>
                </a:lnTo>
                <a:lnTo>
                  <a:pt x="556524" y="478077"/>
                </a:lnTo>
                <a:cubicBezTo>
                  <a:pt x="551950" y="478077"/>
                  <a:pt x="548446" y="479084"/>
                  <a:pt x="546003" y="481104"/>
                </a:cubicBezTo>
                <a:cubicBezTo>
                  <a:pt x="543615" y="483117"/>
                  <a:pt x="541508" y="487329"/>
                  <a:pt x="539681" y="493731"/>
                </a:cubicBezTo>
                <a:lnTo>
                  <a:pt x="520778" y="559349"/>
                </a:lnTo>
                <a:cubicBezTo>
                  <a:pt x="519404" y="563986"/>
                  <a:pt x="518717" y="567091"/>
                  <a:pt x="518717" y="568647"/>
                </a:cubicBezTo>
                <a:cubicBezTo>
                  <a:pt x="518717" y="570466"/>
                  <a:pt x="519428" y="571875"/>
                  <a:pt x="520856" y="572882"/>
                </a:cubicBezTo>
                <a:cubicBezTo>
                  <a:pt x="522682" y="574198"/>
                  <a:pt x="526140" y="574902"/>
                  <a:pt x="531221" y="575003"/>
                </a:cubicBezTo>
                <a:lnTo>
                  <a:pt x="530456" y="577798"/>
                </a:lnTo>
                <a:lnTo>
                  <a:pt x="479162" y="577798"/>
                </a:lnTo>
                <a:lnTo>
                  <a:pt x="479998" y="575003"/>
                </a:lnTo>
                <a:cubicBezTo>
                  <a:pt x="485133" y="575003"/>
                  <a:pt x="488887" y="574043"/>
                  <a:pt x="491275" y="572131"/>
                </a:cubicBezTo>
                <a:cubicBezTo>
                  <a:pt x="493664" y="570164"/>
                  <a:pt x="495826" y="565906"/>
                  <a:pt x="497761" y="559349"/>
                </a:cubicBezTo>
                <a:lnTo>
                  <a:pt x="516813" y="493731"/>
                </a:lnTo>
                <a:cubicBezTo>
                  <a:pt x="517984" y="489698"/>
                  <a:pt x="518569" y="486647"/>
                  <a:pt x="518569" y="484580"/>
                </a:cubicBezTo>
                <a:cubicBezTo>
                  <a:pt x="518569" y="482715"/>
                  <a:pt x="517851" y="481251"/>
                  <a:pt x="516431" y="480198"/>
                </a:cubicBezTo>
                <a:cubicBezTo>
                  <a:pt x="515010" y="479138"/>
                  <a:pt x="511607" y="478433"/>
                  <a:pt x="506222" y="478077"/>
                </a:cubicBezTo>
                <a:close/>
                <a:moveTo>
                  <a:pt x="567045" y="478077"/>
                </a:moveTo>
                <a:lnTo>
                  <a:pt x="567880" y="475283"/>
                </a:lnTo>
                <a:lnTo>
                  <a:pt x="618339" y="475283"/>
                </a:lnTo>
                <a:lnTo>
                  <a:pt x="617347" y="478077"/>
                </a:lnTo>
                <a:cubicBezTo>
                  <a:pt x="612774" y="478077"/>
                  <a:pt x="609269" y="479084"/>
                  <a:pt x="606826" y="481104"/>
                </a:cubicBezTo>
                <a:cubicBezTo>
                  <a:pt x="604438" y="483117"/>
                  <a:pt x="602331" y="487329"/>
                  <a:pt x="600504" y="493731"/>
                </a:cubicBezTo>
                <a:lnTo>
                  <a:pt x="581601" y="559349"/>
                </a:lnTo>
                <a:cubicBezTo>
                  <a:pt x="580227" y="563986"/>
                  <a:pt x="579541" y="567091"/>
                  <a:pt x="579541" y="568647"/>
                </a:cubicBezTo>
                <a:cubicBezTo>
                  <a:pt x="579541" y="570466"/>
                  <a:pt x="580251" y="571875"/>
                  <a:pt x="581671" y="572882"/>
                </a:cubicBezTo>
                <a:cubicBezTo>
                  <a:pt x="583505" y="574198"/>
                  <a:pt x="586963" y="574902"/>
                  <a:pt x="592044" y="575003"/>
                </a:cubicBezTo>
                <a:lnTo>
                  <a:pt x="591279" y="577798"/>
                </a:lnTo>
                <a:lnTo>
                  <a:pt x="539986" y="577798"/>
                </a:lnTo>
                <a:lnTo>
                  <a:pt x="540821" y="575003"/>
                </a:lnTo>
                <a:cubicBezTo>
                  <a:pt x="545956" y="575003"/>
                  <a:pt x="549711" y="574043"/>
                  <a:pt x="552099" y="572131"/>
                </a:cubicBezTo>
                <a:cubicBezTo>
                  <a:pt x="554487" y="570164"/>
                  <a:pt x="556649" y="565906"/>
                  <a:pt x="558585" y="559349"/>
                </a:cubicBezTo>
                <a:lnTo>
                  <a:pt x="577636" y="493731"/>
                </a:lnTo>
                <a:cubicBezTo>
                  <a:pt x="578807" y="489698"/>
                  <a:pt x="579392" y="486647"/>
                  <a:pt x="579392" y="484580"/>
                </a:cubicBezTo>
                <a:cubicBezTo>
                  <a:pt x="579392" y="482715"/>
                  <a:pt x="578674" y="481251"/>
                  <a:pt x="577254" y="480198"/>
                </a:cubicBezTo>
                <a:cubicBezTo>
                  <a:pt x="575834" y="479138"/>
                  <a:pt x="572430" y="478433"/>
                  <a:pt x="567045" y="478077"/>
                </a:cubicBezTo>
                <a:close/>
                <a:moveTo>
                  <a:pt x="627861" y="478077"/>
                </a:moveTo>
                <a:lnTo>
                  <a:pt x="628704" y="475283"/>
                </a:lnTo>
                <a:lnTo>
                  <a:pt x="679162" y="475283"/>
                </a:lnTo>
                <a:lnTo>
                  <a:pt x="678171" y="478077"/>
                </a:lnTo>
                <a:cubicBezTo>
                  <a:pt x="673597" y="478077"/>
                  <a:pt x="670093" y="479084"/>
                  <a:pt x="667650" y="481104"/>
                </a:cubicBezTo>
                <a:cubicBezTo>
                  <a:pt x="665261" y="483117"/>
                  <a:pt x="663154" y="487329"/>
                  <a:pt x="661328" y="493731"/>
                </a:cubicBezTo>
                <a:lnTo>
                  <a:pt x="642424" y="559349"/>
                </a:lnTo>
                <a:cubicBezTo>
                  <a:pt x="641051" y="563986"/>
                  <a:pt x="640364" y="567091"/>
                  <a:pt x="640364" y="568647"/>
                </a:cubicBezTo>
                <a:cubicBezTo>
                  <a:pt x="640364" y="570466"/>
                  <a:pt x="641074" y="571875"/>
                  <a:pt x="642495" y="572882"/>
                </a:cubicBezTo>
                <a:cubicBezTo>
                  <a:pt x="644329" y="574198"/>
                  <a:pt x="647786" y="574902"/>
                  <a:pt x="652867" y="575003"/>
                </a:cubicBezTo>
                <a:lnTo>
                  <a:pt x="652103" y="577798"/>
                </a:lnTo>
                <a:lnTo>
                  <a:pt x="600809" y="577798"/>
                </a:lnTo>
                <a:lnTo>
                  <a:pt x="601644" y="575003"/>
                </a:lnTo>
                <a:cubicBezTo>
                  <a:pt x="606780" y="575003"/>
                  <a:pt x="610534" y="574043"/>
                  <a:pt x="612922" y="572131"/>
                </a:cubicBezTo>
                <a:cubicBezTo>
                  <a:pt x="615310" y="570164"/>
                  <a:pt x="617472" y="565906"/>
                  <a:pt x="619400" y="559349"/>
                </a:cubicBezTo>
                <a:lnTo>
                  <a:pt x="638460" y="493731"/>
                </a:lnTo>
                <a:cubicBezTo>
                  <a:pt x="639630" y="489698"/>
                  <a:pt x="640208" y="486647"/>
                  <a:pt x="640208" y="484580"/>
                </a:cubicBezTo>
                <a:cubicBezTo>
                  <a:pt x="640208" y="482715"/>
                  <a:pt x="639497" y="481251"/>
                  <a:pt x="638077" y="480198"/>
                </a:cubicBezTo>
                <a:cubicBezTo>
                  <a:pt x="636657" y="479138"/>
                  <a:pt x="633254" y="478433"/>
                  <a:pt x="627861" y="478077"/>
                </a:cubicBezTo>
                <a:close/>
                <a:moveTo>
                  <a:pt x="693187" y="505072"/>
                </a:moveTo>
                <a:cubicBezTo>
                  <a:pt x="696692" y="505072"/>
                  <a:pt x="699665" y="506303"/>
                  <a:pt x="702100" y="508773"/>
                </a:cubicBezTo>
                <a:cubicBezTo>
                  <a:pt x="704590" y="511196"/>
                  <a:pt x="705839" y="514138"/>
                  <a:pt x="705839" y="517622"/>
                </a:cubicBezTo>
                <a:cubicBezTo>
                  <a:pt x="705839" y="521098"/>
                  <a:pt x="704590" y="524070"/>
                  <a:pt x="702100" y="526540"/>
                </a:cubicBezTo>
                <a:cubicBezTo>
                  <a:pt x="699665" y="528955"/>
                  <a:pt x="696692" y="530171"/>
                  <a:pt x="693187" y="530171"/>
                </a:cubicBezTo>
                <a:cubicBezTo>
                  <a:pt x="689675" y="530171"/>
                  <a:pt x="686678" y="528955"/>
                  <a:pt x="684188" y="526540"/>
                </a:cubicBezTo>
                <a:cubicBezTo>
                  <a:pt x="681753" y="524070"/>
                  <a:pt x="680536" y="521098"/>
                  <a:pt x="680536" y="517622"/>
                </a:cubicBezTo>
                <a:cubicBezTo>
                  <a:pt x="680536" y="514138"/>
                  <a:pt x="681753" y="511196"/>
                  <a:pt x="684188" y="508773"/>
                </a:cubicBezTo>
                <a:cubicBezTo>
                  <a:pt x="686678" y="506303"/>
                  <a:pt x="689675" y="505072"/>
                  <a:pt x="693187" y="505072"/>
                </a:cubicBezTo>
                <a:close/>
                <a:moveTo>
                  <a:pt x="693109" y="554511"/>
                </a:moveTo>
                <a:cubicBezTo>
                  <a:pt x="696668" y="554511"/>
                  <a:pt x="699665" y="555749"/>
                  <a:pt x="702100" y="558219"/>
                </a:cubicBezTo>
                <a:cubicBezTo>
                  <a:pt x="704590" y="560689"/>
                  <a:pt x="705839" y="563661"/>
                  <a:pt x="705839" y="567137"/>
                </a:cubicBezTo>
                <a:cubicBezTo>
                  <a:pt x="705839" y="570613"/>
                  <a:pt x="704590" y="573586"/>
                  <a:pt x="702100" y="576056"/>
                </a:cubicBezTo>
                <a:cubicBezTo>
                  <a:pt x="699611" y="578479"/>
                  <a:pt x="696613" y="579687"/>
                  <a:pt x="693109" y="579687"/>
                </a:cubicBezTo>
                <a:cubicBezTo>
                  <a:pt x="689605" y="579687"/>
                  <a:pt x="686608" y="578479"/>
                  <a:pt x="684118" y="576056"/>
                </a:cubicBezTo>
                <a:cubicBezTo>
                  <a:pt x="681675" y="573586"/>
                  <a:pt x="680458" y="570613"/>
                  <a:pt x="680458" y="567137"/>
                </a:cubicBezTo>
                <a:cubicBezTo>
                  <a:pt x="680458" y="563661"/>
                  <a:pt x="681675" y="560689"/>
                  <a:pt x="684118" y="558219"/>
                </a:cubicBezTo>
                <a:cubicBezTo>
                  <a:pt x="686608" y="555749"/>
                  <a:pt x="689605" y="554511"/>
                  <a:pt x="693109" y="554511"/>
                </a:cubicBezTo>
                <a:close/>
                <a:moveTo>
                  <a:pt x="853702" y="475283"/>
                </a:moveTo>
                <a:lnTo>
                  <a:pt x="853702" y="503029"/>
                </a:lnTo>
                <a:lnTo>
                  <a:pt x="850955" y="503029"/>
                </a:lnTo>
                <a:cubicBezTo>
                  <a:pt x="849331" y="496626"/>
                  <a:pt x="847528" y="492043"/>
                  <a:pt x="845546" y="489264"/>
                </a:cubicBezTo>
                <a:cubicBezTo>
                  <a:pt x="843563" y="486446"/>
                  <a:pt x="840847" y="484201"/>
                  <a:pt x="837390" y="482536"/>
                </a:cubicBezTo>
                <a:cubicBezTo>
                  <a:pt x="835462" y="481631"/>
                  <a:pt x="832082" y="481182"/>
                  <a:pt x="827251" y="481182"/>
                </a:cubicBezTo>
                <a:lnTo>
                  <a:pt x="819556" y="481182"/>
                </a:lnTo>
                <a:lnTo>
                  <a:pt x="819556" y="560255"/>
                </a:lnTo>
                <a:cubicBezTo>
                  <a:pt x="819556" y="565504"/>
                  <a:pt x="819836" y="568779"/>
                  <a:pt x="820391" y="570087"/>
                </a:cubicBezTo>
                <a:cubicBezTo>
                  <a:pt x="821007" y="571395"/>
                  <a:pt x="822147" y="572556"/>
                  <a:pt x="823825" y="573563"/>
                </a:cubicBezTo>
                <a:cubicBezTo>
                  <a:pt x="825550" y="574523"/>
                  <a:pt x="827891" y="575003"/>
                  <a:pt x="830834" y="575003"/>
                </a:cubicBezTo>
                <a:lnTo>
                  <a:pt x="834268" y="575003"/>
                </a:lnTo>
                <a:lnTo>
                  <a:pt x="834268" y="577798"/>
                </a:lnTo>
                <a:lnTo>
                  <a:pt x="780149" y="577798"/>
                </a:lnTo>
                <a:lnTo>
                  <a:pt x="780149" y="575003"/>
                </a:lnTo>
                <a:lnTo>
                  <a:pt x="783583" y="575003"/>
                </a:lnTo>
                <a:cubicBezTo>
                  <a:pt x="786580" y="575003"/>
                  <a:pt x="788992" y="574469"/>
                  <a:pt x="790818" y="573416"/>
                </a:cubicBezTo>
                <a:cubicBezTo>
                  <a:pt x="792145" y="572704"/>
                  <a:pt x="793183" y="571496"/>
                  <a:pt x="793948" y="569785"/>
                </a:cubicBezTo>
                <a:cubicBezTo>
                  <a:pt x="794502" y="568577"/>
                  <a:pt x="794783" y="565395"/>
                  <a:pt x="794783" y="560255"/>
                </a:cubicBezTo>
                <a:lnTo>
                  <a:pt x="794783" y="481182"/>
                </a:lnTo>
                <a:lnTo>
                  <a:pt x="787314" y="481182"/>
                </a:lnTo>
                <a:cubicBezTo>
                  <a:pt x="780352" y="481182"/>
                  <a:pt x="775294" y="482637"/>
                  <a:pt x="772149" y="485563"/>
                </a:cubicBezTo>
                <a:cubicBezTo>
                  <a:pt x="767724" y="489643"/>
                  <a:pt x="764929" y="495465"/>
                  <a:pt x="763766" y="503029"/>
                </a:cubicBezTo>
                <a:lnTo>
                  <a:pt x="760863" y="503029"/>
                </a:lnTo>
                <a:lnTo>
                  <a:pt x="760863" y="475283"/>
                </a:lnTo>
                <a:lnTo>
                  <a:pt x="853702" y="475283"/>
                </a:lnTo>
                <a:close/>
                <a:moveTo>
                  <a:pt x="901491" y="531379"/>
                </a:moveTo>
                <a:lnTo>
                  <a:pt x="901491" y="559806"/>
                </a:lnTo>
                <a:cubicBezTo>
                  <a:pt x="901491" y="565349"/>
                  <a:pt x="901819" y="568848"/>
                  <a:pt x="902482" y="570311"/>
                </a:cubicBezTo>
                <a:cubicBezTo>
                  <a:pt x="903192" y="571728"/>
                  <a:pt x="904410" y="572858"/>
                  <a:pt x="906143" y="573718"/>
                </a:cubicBezTo>
                <a:cubicBezTo>
                  <a:pt x="907922" y="574569"/>
                  <a:pt x="911146" y="575003"/>
                  <a:pt x="915821" y="575003"/>
                </a:cubicBezTo>
                <a:lnTo>
                  <a:pt x="915821" y="577798"/>
                </a:lnTo>
                <a:lnTo>
                  <a:pt x="863302" y="577798"/>
                </a:lnTo>
                <a:lnTo>
                  <a:pt x="863302" y="575003"/>
                </a:lnTo>
                <a:cubicBezTo>
                  <a:pt x="868079" y="575003"/>
                  <a:pt x="871310" y="574569"/>
                  <a:pt x="872988" y="573718"/>
                </a:cubicBezTo>
                <a:cubicBezTo>
                  <a:pt x="874713" y="572812"/>
                  <a:pt x="875907" y="571651"/>
                  <a:pt x="876570" y="570234"/>
                </a:cubicBezTo>
                <a:cubicBezTo>
                  <a:pt x="877280" y="568825"/>
                  <a:pt x="877632" y="565349"/>
                  <a:pt x="877632" y="559806"/>
                </a:cubicBezTo>
                <a:lnTo>
                  <a:pt x="877632" y="493274"/>
                </a:lnTo>
                <a:cubicBezTo>
                  <a:pt x="877632" y="487731"/>
                  <a:pt x="877280" y="484255"/>
                  <a:pt x="876570" y="482838"/>
                </a:cubicBezTo>
                <a:cubicBezTo>
                  <a:pt x="875907" y="481383"/>
                  <a:pt x="874713" y="480222"/>
                  <a:pt x="872988" y="479362"/>
                </a:cubicBezTo>
                <a:cubicBezTo>
                  <a:pt x="871255" y="478511"/>
                  <a:pt x="868032" y="478077"/>
                  <a:pt x="863302" y="478077"/>
                </a:cubicBezTo>
                <a:lnTo>
                  <a:pt x="863302" y="475283"/>
                </a:lnTo>
                <a:lnTo>
                  <a:pt x="908352" y="475283"/>
                </a:lnTo>
                <a:cubicBezTo>
                  <a:pt x="923188" y="475283"/>
                  <a:pt x="933834" y="477899"/>
                  <a:pt x="940289" y="483140"/>
                </a:cubicBezTo>
                <a:cubicBezTo>
                  <a:pt x="946743" y="488389"/>
                  <a:pt x="949967" y="494939"/>
                  <a:pt x="949967" y="502804"/>
                </a:cubicBezTo>
                <a:cubicBezTo>
                  <a:pt x="949967" y="509454"/>
                  <a:pt x="947883" y="515152"/>
                  <a:pt x="943715" y="519890"/>
                </a:cubicBezTo>
                <a:cubicBezTo>
                  <a:pt x="939548" y="524628"/>
                  <a:pt x="933811" y="527848"/>
                  <a:pt x="926490" y="529567"/>
                </a:cubicBezTo>
                <a:cubicBezTo>
                  <a:pt x="921565" y="530775"/>
                  <a:pt x="913230" y="531379"/>
                  <a:pt x="901491" y="531379"/>
                </a:cubicBezTo>
                <a:close/>
                <a:moveTo>
                  <a:pt x="901491" y="481182"/>
                </a:moveTo>
                <a:lnTo>
                  <a:pt x="901491" y="525479"/>
                </a:lnTo>
                <a:cubicBezTo>
                  <a:pt x="903169" y="525580"/>
                  <a:pt x="904441" y="525634"/>
                  <a:pt x="905300" y="525634"/>
                </a:cubicBezTo>
                <a:cubicBezTo>
                  <a:pt x="911504" y="525634"/>
                  <a:pt x="916281" y="523815"/>
                  <a:pt x="919630" y="520192"/>
                </a:cubicBezTo>
                <a:cubicBezTo>
                  <a:pt x="922986" y="516507"/>
                  <a:pt x="924664" y="510840"/>
                  <a:pt x="924664" y="503176"/>
                </a:cubicBezTo>
                <a:cubicBezTo>
                  <a:pt x="924664" y="495566"/>
                  <a:pt x="922986" y="489999"/>
                  <a:pt x="919630" y="486469"/>
                </a:cubicBezTo>
                <a:cubicBezTo>
                  <a:pt x="916281" y="482939"/>
                  <a:pt x="911270" y="481182"/>
                  <a:pt x="904613" y="481182"/>
                </a:cubicBezTo>
                <a:lnTo>
                  <a:pt x="901491" y="481182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8ECF3044-32CC-4618-9A59-388F069E5FEE}"/>
              </a:ext>
            </a:extLst>
          </p:cNvPr>
          <p:cNvSpPr/>
          <p:nvPr/>
        </p:nvSpPr>
        <p:spPr>
          <a:xfrm>
            <a:off x="8197826" y="2509637"/>
            <a:ext cx="1482923" cy="1006416"/>
          </a:xfrm>
          <a:custGeom>
            <a:avLst/>
            <a:gdLst>
              <a:gd name="connsiteX0" fmla="*/ 506214 w 1482922"/>
              <a:gd name="connsiteY0" fmla="*/ 478080 h 1006415"/>
              <a:gd name="connsiteX1" fmla="*/ 507057 w 1482922"/>
              <a:gd name="connsiteY1" fmla="*/ 475283 h 1006415"/>
              <a:gd name="connsiteX2" fmla="*/ 557516 w 1482922"/>
              <a:gd name="connsiteY2" fmla="*/ 475283 h 1006415"/>
              <a:gd name="connsiteX3" fmla="*/ 556524 w 1482922"/>
              <a:gd name="connsiteY3" fmla="*/ 478080 h 1006415"/>
              <a:gd name="connsiteX4" fmla="*/ 546003 w 1482922"/>
              <a:gd name="connsiteY4" fmla="*/ 481103 h 1006415"/>
              <a:gd name="connsiteX5" fmla="*/ 539681 w 1482922"/>
              <a:gd name="connsiteY5" fmla="*/ 493729 h 1006415"/>
              <a:gd name="connsiteX6" fmla="*/ 520778 w 1482922"/>
              <a:gd name="connsiteY6" fmla="*/ 559352 h 1006415"/>
              <a:gd name="connsiteX7" fmla="*/ 518718 w 1482922"/>
              <a:gd name="connsiteY7" fmla="*/ 568651 h 1006415"/>
              <a:gd name="connsiteX8" fmla="*/ 520848 w 1482922"/>
              <a:gd name="connsiteY8" fmla="*/ 572885 h 1006415"/>
              <a:gd name="connsiteX9" fmla="*/ 531221 w 1482922"/>
              <a:gd name="connsiteY9" fmla="*/ 575001 h 1006415"/>
              <a:gd name="connsiteX10" fmla="*/ 530456 w 1482922"/>
              <a:gd name="connsiteY10" fmla="*/ 577798 h 1006415"/>
              <a:gd name="connsiteX11" fmla="*/ 479162 w 1482922"/>
              <a:gd name="connsiteY11" fmla="*/ 577798 h 1006415"/>
              <a:gd name="connsiteX12" fmla="*/ 479998 w 1482922"/>
              <a:gd name="connsiteY12" fmla="*/ 575001 h 1006415"/>
              <a:gd name="connsiteX13" fmla="*/ 491276 w 1482922"/>
              <a:gd name="connsiteY13" fmla="*/ 572128 h 1006415"/>
              <a:gd name="connsiteX14" fmla="*/ 497754 w 1482922"/>
              <a:gd name="connsiteY14" fmla="*/ 559352 h 1006415"/>
              <a:gd name="connsiteX15" fmla="*/ 516813 w 1482922"/>
              <a:gd name="connsiteY15" fmla="*/ 493729 h 1006415"/>
              <a:gd name="connsiteX16" fmla="*/ 518561 w 1482922"/>
              <a:gd name="connsiteY16" fmla="*/ 484581 h 1006415"/>
              <a:gd name="connsiteX17" fmla="*/ 516431 w 1482922"/>
              <a:gd name="connsiteY17" fmla="*/ 480196 h 1006415"/>
              <a:gd name="connsiteX18" fmla="*/ 506214 w 1482922"/>
              <a:gd name="connsiteY18" fmla="*/ 478080 h 1006415"/>
              <a:gd name="connsiteX19" fmla="*/ 567037 w 1482922"/>
              <a:gd name="connsiteY19" fmla="*/ 478080 h 1006415"/>
              <a:gd name="connsiteX20" fmla="*/ 567880 w 1482922"/>
              <a:gd name="connsiteY20" fmla="*/ 475283 h 1006415"/>
              <a:gd name="connsiteX21" fmla="*/ 618339 w 1482922"/>
              <a:gd name="connsiteY21" fmla="*/ 475283 h 1006415"/>
              <a:gd name="connsiteX22" fmla="*/ 617347 w 1482922"/>
              <a:gd name="connsiteY22" fmla="*/ 478080 h 1006415"/>
              <a:gd name="connsiteX23" fmla="*/ 606826 w 1482922"/>
              <a:gd name="connsiteY23" fmla="*/ 481103 h 1006415"/>
              <a:gd name="connsiteX24" fmla="*/ 600497 w 1482922"/>
              <a:gd name="connsiteY24" fmla="*/ 493729 h 1006415"/>
              <a:gd name="connsiteX25" fmla="*/ 581601 w 1482922"/>
              <a:gd name="connsiteY25" fmla="*/ 559352 h 1006415"/>
              <a:gd name="connsiteX26" fmla="*/ 579541 w 1482922"/>
              <a:gd name="connsiteY26" fmla="*/ 568651 h 1006415"/>
              <a:gd name="connsiteX27" fmla="*/ 581671 w 1482922"/>
              <a:gd name="connsiteY27" fmla="*/ 572885 h 1006415"/>
              <a:gd name="connsiteX28" fmla="*/ 592036 w 1482922"/>
              <a:gd name="connsiteY28" fmla="*/ 575001 h 1006415"/>
              <a:gd name="connsiteX29" fmla="*/ 591279 w 1482922"/>
              <a:gd name="connsiteY29" fmla="*/ 577798 h 1006415"/>
              <a:gd name="connsiteX30" fmla="*/ 539986 w 1482922"/>
              <a:gd name="connsiteY30" fmla="*/ 577798 h 1006415"/>
              <a:gd name="connsiteX31" fmla="*/ 540821 w 1482922"/>
              <a:gd name="connsiteY31" fmla="*/ 575001 h 1006415"/>
              <a:gd name="connsiteX32" fmla="*/ 552099 w 1482922"/>
              <a:gd name="connsiteY32" fmla="*/ 572128 h 1006415"/>
              <a:gd name="connsiteX33" fmla="*/ 558577 w 1482922"/>
              <a:gd name="connsiteY33" fmla="*/ 559352 h 1006415"/>
              <a:gd name="connsiteX34" fmla="*/ 577636 w 1482922"/>
              <a:gd name="connsiteY34" fmla="*/ 493729 h 1006415"/>
              <a:gd name="connsiteX35" fmla="*/ 579385 w 1482922"/>
              <a:gd name="connsiteY35" fmla="*/ 484581 h 1006415"/>
              <a:gd name="connsiteX36" fmla="*/ 577254 w 1482922"/>
              <a:gd name="connsiteY36" fmla="*/ 480196 h 1006415"/>
              <a:gd name="connsiteX37" fmla="*/ 567037 w 1482922"/>
              <a:gd name="connsiteY37" fmla="*/ 478080 h 1006415"/>
              <a:gd name="connsiteX38" fmla="*/ 632364 w 1482922"/>
              <a:gd name="connsiteY38" fmla="*/ 505069 h 1006415"/>
              <a:gd name="connsiteX39" fmla="*/ 641277 w 1482922"/>
              <a:gd name="connsiteY39" fmla="*/ 508774 h 1006415"/>
              <a:gd name="connsiteX40" fmla="*/ 645016 w 1482922"/>
              <a:gd name="connsiteY40" fmla="*/ 517619 h 1006415"/>
              <a:gd name="connsiteX41" fmla="*/ 641277 w 1482922"/>
              <a:gd name="connsiteY41" fmla="*/ 526541 h 1006415"/>
              <a:gd name="connsiteX42" fmla="*/ 632364 w 1482922"/>
              <a:gd name="connsiteY42" fmla="*/ 530169 h 1006415"/>
              <a:gd name="connsiteX43" fmla="*/ 623365 w 1482922"/>
              <a:gd name="connsiteY43" fmla="*/ 526541 h 1006415"/>
              <a:gd name="connsiteX44" fmla="*/ 619705 w 1482922"/>
              <a:gd name="connsiteY44" fmla="*/ 517619 h 1006415"/>
              <a:gd name="connsiteX45" fmla="*/ 623365 w 1482922"/>
              <a:gd name="connsiteY45" fmla="*/ 508774 h 1006415"/>
              <a:gd name="connsiteX46" fmla="*/ 632364 w 1482922"/>
              <a:gd name="connsiteY46" fmla="*/ 505069 h 1006415"/>
              <a:gd name="connsiteX47" fmla="*/ 632286 w 1482922"/>
              <a:gd name="connsiteY47" fmla="*/ 554513 h 1006415"/>
              <a:gd name="connsiteX48" fmla="*/ 641277 w 1482922"/>
              <a:gd name="connsiteY48" fmla="*/ 558218 h 1006415"/>
              <a:gd name="connsiteX49" fmla="*/ 645016 w 1482922"/>
              <a:gd name="connsiteY49" fmla="*/ 567139 h 1006415"/>
              <a:gd name="connsiteX50" fmla="*/ 641277 w 1482922"/>
              <a:gd name="connsiteY50" fmla="*/ 576060 h 1006415"/>
              <a:gd name="connsiteX51" fmla="*/ 632286 w 1482922"/>
              <a:gd name="connsiteY51" fmla="*/ 579689 h 1006415"/>
              <a:gd name="connsiteX52" fmla="*/ 623287 w 1482922"/>
              <a:gd name="connsiteY52" fmla="*/ 576060 h 1006415"/>
              <a:gd name="connsiteX53" fmla="*/ 619634 w 1482922"/>
              <a:gd name="connsiteY53" fmla="*/ 567139 h 1006415"/>
              <a:gd name="connsiteX54" fmla="*/ 623287 w 1482922"/>
              <a:gd name="connsiteY54" fmla="*/ 558218 h 1006415"/>
              <a:gd name="connsiteX55" fmla="*/ 632286 w 1482922"/>
              <a:gd name="connsiteY55" fmla="*/ 554513 h 1006415"/>
              <a:gd name="connsiteX56" fmla="*/ 792879 w 1482922"/>
              <a:gd name="connsiteY56" fmla="*/ 475283 h 1006415"/>
              <a:gd name="connsiteX57" fmla="*/ 792879 w 1482922"/>
              <a:gd name="connsiteY57" fmla="*/ 503028 h 1006415"/>
              <a:gd name="connsiteX58" fmla="*/ 790132 w 1482922"/>
              <a:gd name="connsiteY58" fmla="*/ 503028 h 1006415"/>
              <a:gd name="connsiteX59" fmla="*/ 784723 w 1482922"/>
              <a:gd name="connsiteY59" fmla="*/ 489269 h 1006415"/>
              <a:gd name="connsiteX60" fmla="*/ 776567 w 1482922"/>
              <a:gd name="connsiteY60" fmla="*/ 482540 h 1006415"/>
              <a:gd name="connsiteX61" fmla="*/ 766428 w 1482922"/>
              <a:gd name="connsiteY61" fmla="*/ 481179 h 1006415"/>
              <a:gd name="connsiteX62" fmla="*/ 758732 w 1482922"/>
              <a:gd name="connsiteY62" fmla="*/ 481179 h 1006415"/>
              <a:gd name="connsiteX63" fmla="*/ 758732 w 1482922"/>
              <a:gd name="connsiteY63" fmla="*/ 560259 h 1006415"/>
              <a:gd name="connsiteX64" fmla="*/ 759568 w 1482922"/>
              <a:gd name="connsiteY64" fmla="*/ 570088 h 1006415"/>
              <a:gd name="connsiteX65" fmla="*/ 763002 w 1482922"/>
              <a:gd name="connsiteY65" fmla="*/ 573565 h 1006415"/>
              <a:gd name="connsiteX66" fmla="*/ 770011 w 1482922"/>
              <a:gd name="connsiteY66" fmla="*/ 575001 h 1006415"/>
              <a:gd name="connsiteX67" fmla="*/ 773445 w 1482922"/>
              <a:gd name="connsiteY67" fmla="*/ 575001 h 1006415"/>
              <a:gd name="connsiteX68" fmla="*/ 773445 w 1482922"/>
              <a:gd name="connsiteY68" fmla="*/ 577798 h 1006415"/>
              <a:gd name="connsiteX69" fmla="*/ 719326 w 1482922"/>
              <a:gd name="connsiteY69" fmla="*/ 577798 h 1006415"/>
              <a:gd name="connsiteX70" fmla="*/ 719326 w 1482922"/>
              <a:gd name="connsiteY70" fmla="*/ 575001 h 1006415"/>
              <a:gd name="connsiteX71" fmla="*/ 722760 w 1482922"/>
              <a:gd name="connsiteY71" fmla="*/ 575001 h 1006415"/>
              <a:gd name="connsiteX72" fmla="*/ 729995 w 1482922"/>
              <a:gd name="connsiteY72" fmla="*/ 573413 h 1006415"/>
              <a:gd name="connsiteX73" fmla="*/ 733125 w 1482922"/>
              <a:gd name="connsiteY73" fmla="*/ 569785 h 1006415"/>
              <a:gd name="connsiteX74" fmla="*/ 733960 w 1482922"/>
              <a:gd name="connsiteY74" fmla="*/ 560259 h 1006415"/>
              <a:gd name="connsiteX75" fmla="*/ 733960 w 1482922"/>
              <a:gd name="connsiteY75" fmla="*/ 481179 h 1006415"/>
              <a:gd name="connsiteX76" fmla="*/ 726490 w 1482922"/>
              <a:gd name="connsiteY76" fmla="*/ 481179 h 1006415"/>
              <a:gd name="connsiteX77" fmla="*/ 711326 w 1482922"/>
              <a:gd name="connsiteY77" fmla="*/ 485564 h 1006415"/>
              <a:gd name="connsiteX78" fmla="*/ 702935 w 1482922"/>
              <a:gd name="connsiteY78" fmla="*/ 503028 h 1006415"/>
              <a:gd name="connsiteX79" fmla="*/ 700040 w 1482922"/>
              <a:gd name="connsiteY79" fmla="*/ 503028 h 1006415"/>
              <a:gd name="connsiteX80" fmla="*/ 700040 w 1482922"/>
              <a:gd name="connsiteY80" fmla="*/ 475283 h 1006415"/>
              <a:gd name="connsiteX81" fmla="*/ 792879 w 1482922"/>
              <a:gd name="connsiteY81" fmla="*/ 475283 h 1006415"/>
              <a:gd name="connsiteX82" fmla="*/ 821765 w 1482922"/>
              <a:gd name="connsiteY82" fmla="*/ 507111 h 1006415"/>
              <a:gd name="connsiteX83" fmla="*/ 821765 w 1482922"/>
              <a:gd name="connsiteY83" fmla="*/ 523138 h 1006415"/>
              <a:gd name="connsiteX84" fmla="*/ 834190 w 1482922"/>
              <a:gd name="connsiteY84" fmla="*/ 508623 h 1006415"/>
              <a:gd name="connsiteX85" fmla="*/ 844476 w 1482922"/>
              <a:gd name="connsiteY85" fmla="*/ 504994 h 1006415"/>
              <a:gd name="connsiteX86" fmla="*/ 851259 w 1482922"/>
              <a:gd name="connsiteY86" fmla="*/ 507640 h 1006415"/>
              <a:gd name="connsiteX87" fmla="*/ 853850 w 1482922"/>
              <a:gd name="connsiteY87" fmla="*/ 514973 h 1006415"/>
              <a:gd name="connsiteX88" fmla="*/ 851337 w 1482922"/>
              <a:gd name="connsiteY88" fmla="*/ 522836 h 1006415"/>
              <a:gd name="connsiteX89" fmla="*/ 845390 w 1482922"/>
              <a:gd name="connsiteY89" fmla="*/ 525633 h 1006415"/>
              <a:gd name="connsiteX90" fmla="*/ 838381 w 1482922"/>
              <a:gd name="connsiteY90" fmla="*/ 523062 h 1006415"/>
              <a:gd name="connsiteX91" fmla="*/ 834877 w 1482922"/>
              <a:gd name="connsiteY91" fmla="*/ 520190 h 1006415"/>
              <a:gd name="connsiteX92" fmla="*/ 833120 w 1482922"/>
              <a:gd name="connsiteY92" fmla="*/ 519736 h 1006415"/>
              <a:gd name="connsiteX93" fmla="*/ 828929 w 1482922"/>
              <a:gd name="connsiteY93" fmla="*/ 521400 h 1006415"/>
              <a:gd name="connsiteX94" fmla="*/ 824207 w 1482922"/>
              <a:gd name="connsiteY94" fmla="*/ 528733 h 1006415"/>
              <a:gd name="connsiteX95" fmla="*/ 821765 w 1482922"/>
              <a:gd name="connsiteY95" fmla="*/ 544912 h 1006415"/>
              <a:gd name="connsiteX96" fmla="*/ 821765 w 1482922"/>
              <a:gd name="connsiteY96" fmla="*/ 561166 h 1006415"/>
              <a:gd name="connsiteX97" fmla="*/ 821843 w 1482922"/>
              <a:gd name="connsiteY97" fmla="*/ 565400 h 1006415"/>
              <a:gd name="connsiteX98" fmla="*/ 822373 w 1482922"/>
              <a:gd name="connsiteY98" fmla="*/ 570919 h 1006415"/>
              <a:gd name="connsiteX99" fmla="*/ 825043 w 1482922"/>
              <a:gd name="connsiteY99" fmla="*/ 573943 h 1006415"/>
              <a:gd name="connsiteX100" fmla="*/ 831138 w 1482922"/>
              <a:gd name="connsiteY100" fmla="*/ 575077 h 1006415"/>
              <a:gd name="connsiteX101" fmla="*/ 831138 w 1482922"/>
              <a:gd name="connsiteY101" fmla="*/ 577798 h 1006415"/>
              <a:gd name="connsiteX102" fmla="*/ 792652 w 1482922"/>
              <a:gd name="connsiteY102" fmla="*/ 577798 h 1006415"/>
              <a:gd name="connsiteX103" fmla="*/ 792652 w 1482922"/>
              <a:gd name="connsiteY103" fmla="*/ 575077 h 1006415"/>
              <a:gd name="connsiteX104" fmla="*/ 798896 w 1482922"/>
              <a:gd name="connsiteY104" fmla="*/ 572582 h 1006415"/>
              <a:gd name="connsiteX105" fmla="*/ 800574 w 1482922"/>
              <a:gd name="connsiteY105" fmla="*/ 561166 h 1006415"/>
              <a:gd name="connsiteX106" fmla="*/ 800574 w 1482922"/>
              <a:gd name="connsiteY106" fmla="*/ 522080 h 1006415"/>
              <a:gd name="connsiteX107" fmla="*/ 799966 w 1482922"/>
              <a:gd name="connsiteY107" fmla="*/ 514369 h 1006415"/>
              <a:gd name="connsiteX108" fmla="*/ 797757 w 1482922"/>
              <a:gd name="connsiteY108" fmla="*/ 511269 h 1006415"/>
              <a:gd name="connsiteX109" fmla="*/ 792652 w 1482922"/>
              <a:gd name="connsiteY109" fmla="*/ 509908 h 1006415"/>
              <a:gd name="connsiteX110" fmla="*/ 792652 w 1482922"/>
              <a:gd name="connsiteY110" fmla="*/ 507111 h 1006415"/>
              <a:gd name="connsiteX111" fmla="*/ 821765 w 1482922"/>
              <a:gd name="connsiteY111" fmla="*/ 507111 h 1006415"/>
              <a:gd name="connsiteX112" fmla="*/ 900882 w 1482922"/>
              <a:gd name="connsiteY112" fmla="*/ 567366 h 1006415"/>
              <a:gd name="connsiteX113" fmla="*/ 877483 w 1482922"/>
              <a:gd name="connsiteY113" fmla="*/ 578782 h 1006415"/>
              <a:gd name="connsiteX114" fmla="*/ 867345 w 1482922"/>
              <a:gd name="connsiteY114" fmla="*/ 574850 h 1006415"/>
              <a:gd name="connsiteX115" fmla="*/ 863302 w 1482922"/>
              <a:gd name="connsiteY115" fmla="*/ 564871 h 1006415"/>
              <a:gd name="connsiteX116" fmla="*/ 870318 w 1482922"/>
              <a:gd name="connsiteY116" fmla="*/ 550355 h 1006415"/>
              <a:gd name="connsiteX117" fmla="*/ 900882 w 1482922"/>
              <a:gd name="connsiteY117" fmla="*/ 533118 h 1006415"/>
              <a:gd name="connsiteX118" fmla="*/ 900882 w 1482922"/>
              <a:gd name="connsiteY118" fmla="*/ 526011 h 1006415"/>
              <a:gd name="connsiteX119" fmla="*/ 899969 w 1482922"/>
              <a:gd name="connsiteY119" fmla="*/ 515956 h 1006415"/>
              <a:gd name="connsiteX120" fmla="*/ 896691 w 1482922"/>
              <a:gd name="connsiteY120" fmla="*/ 512327 h 1006415"/>
              <a:gd name="connsiteX121" fmla="*/ 891204 w 1482922"/>
              <a:gd name="connsiteY121" fmla="*/ 510739 h 1006415"/>
              <a:gd name="connsiteX122" fmla="*/ 883048 w 1482922"/>
              <a:gd name="connsiteY122" fmla="*/ 512932 h 1006415"/>
              <a:gd name="connsiteX123" fmla="*/ 881066 w 1482922"/>
              <a:gd name="connsiteY123" fmla="*/ 516107 h 1006415"/>
              <a:gd name="connsiteX124" fmla="*/ 883196 w 1482922"/>
              <a:gd name="connsiteY124" fmla="*/ 520039 h 1006415"/>
              <a:gd name="connsiteX125" fmla="*/ 886092 w 1482922"/>
              <a:gd name="connsiteY125" fmla="*/ 526314 h 1006415"/>
              <a:gd name="connsiteX126" fmla="*/ 883274 w 1482922"/>
              <a:gd name="connsiteY126" fmla="*/ 532664 h 1006415"/>
              <a:gd name="connsiteX127" fmla="*/ 876032 w 1482922"/>
              <a:gd name="connsiteY127" fmla="*/ 535235 h 1006415"/>
              <a:gd name="connsiteX128" fmla="*/ 867953 w 1482922"/>
              <a:gd name="connsiteY128" fmla="*/ 532362 h 1006415"/>
              <a:gd name="connsiteX129" fmla="*/ 864753 w 1482922"/>
              <a:gd name="connsiteY129" fmla="*/ 525633 h 1006415"/>
              <a:gd name="connsiteX130" fmla="*/ 869101 w 1482922"/>
              <a:gd name="connsiteY130" fmla="*/ 515276 h 1006415"/>
              <a:gd name="connsiteX131" fmla="*/ 881214 w 1482922"/>
              <a:gd name="connsiteY131" fmla="*/ 507640 h 1006415"/>
              <a:gd name="connsiteX132" fmla="*/ 897378 w 1482922"/>
              <a:gd name="connsiteY132" fmla="*/ 504994 h 1006415"/>
              <a:gd name="connsiteX133" fmla="*/ 913378 w 1482922"/>
              <a:gd name="connsiteY133" fmla="*/ 509303 h 1006415"/>
              <a:gd name="connsiteX134" fmla="*/ 921081 w 1482922"/>
              <a:gd name="connsiteY134" fmla="*/ 518527 h 1006415"/>
              <a:gd name="connsiteX135" fmla="*/ 922143 w 1482922"/>
              <a:gd name="connsiteY135" fmla="*/ 533118 h 1006415"/>
              <a:gd name="connsiteX136" fmla="*/ 922143 w 1482922"/>
              <a:gd name="connsiteY136" fmla="*/ 560562 h 1006415"/>
              <a:gd name="connsiteX137" fmla="*/ 922525 w 1482922"/>
              <a:gd name="connsiteY137" fmla="*/ 566685 h 1006415"/>
              <a:gd name="connsiteX138" fmla="*/ 923672 w 1482922"/>
              <a:gd name="connsiteY138" fmla="*/ 568500 h 1006415"/>
              <a:gd name="connsiteX139" fmla="*/ 925421 w 1482922"/>
              <a:gd name="connsiteY139" fmla="*/ 569104 h 1006415"/>
              <a:gd name="connsiteX140" fmla="*/ 929464 w 1482922"/>
              <a:gd name="connsiteY140" fmla="*/ 566307 h 1006415"/>
              <a:gd name="connsiteX141" fmla="*/ 931751 w 1482922"/>
              <a:gd name="connsiteY141" fmla="*/ 568121 h 1006415"/>
              <a:gd name="connsiteX142" fmla="*/ 923821 w 1482922"/>
              <a:gd name="connsiteY142" fmla="*/ 576286 h 1006415"/>
              <a:gd name="connsiteX143" fmla="*/ 914603 w 1482922"/>
              <a:gd name="connsiteY143" fmla="*/ 578782 h 1006415"/>
              <a:gd name="connsiteX144" fmla="*/ 905073 w 1482922"/>
              <a:gd name="connsiteY144" fmla="*/ 575984 h 1006415"/>
              <a:gd name="connsiteX145" fmla="*/ 900882 w 1482922"/>
              <a:gd name="connsiteY145" fmla="*/ 567366 h 1006415"/>
              <a:gd name="connsiteX146" fmla="*/ 900882 w 1482922"/>
              <a:gd name="connsiteY146" fmla="*/ 561847 h 1006415"/>
              <a:gd name="connsiteX147" fmla="*/ 900882 w 1482922"/>
              <a:gd name="connsiteY147" fmla="*/ 538184 h 1006415"/>
              <a:gd name="connsiteX148" fmla="*/ 887161 w 1482922"/>
              <a:gd name="connsiteY148" fmla="*/ 549674 h 1006415"/>
              <a:gd name="connsiteX149" fmla="*/ 884188 w 1482922"/>
              <a:gd name="connsiteY149" fmla="*/ 557915 h 1006415"/>
              <a:gd name="connsiteX150" fmla="*/ 886701 w 1482922"/>
              <a:gd name="connsiteY150" fmla="*/ 564039 h 1006415"/>
              <a:gd name="connsiteX151" fmla="*/ 892039 w 1482922"/>
              <a:gd name="connsiteY151" fmla="*/ 566081 h 1006415"/>
              <a:gd name="connsiteX152" fmla="*/ 900882 w 1482922"/>
              <a:gd name="connsiteY152" fmla="*/ 561847 h 1006415"/>
              <a:gd name="connsiteX153" fmla="*/ 997756 w 1482922"/>
              <a:gd name="connsiteY153" fmla="*/ 559578 h 1006415"/>
              <a:gd name="connsiteX154" fmla="*/ 1000121 w 1482922"/>
              <a:gd name="connsiteY154" fmla="*/ 561393 h 1006415"/>
              <a:gd name="connsiteX155" fmla="*/ 987539 w 1482922"/>
              <a:gd name="connsiteY155" fmla="*/ 575379 h 1006415"/>
              <a:gd name="connsiteX156" fmla="*/ 971610 w 1482922"/>
              <a:gd name="connsiteY156" fmla="*/ 579916 h 1006415"/>
              <a:gd name="connsiteX157" fmla="*/ 948820 w 1482922"/>
              <a:gd name="connsiteY157" fmla="*/ 569255 h 1006415"/>
              <a:gd name="connsiteX158" fmla="*/ 940289 w 1482922"/>
              <a:gd name="connsiteY158" fmla="*/ 543627 h 1006415"/>
              <a:gd name="connsiteX159" fmla="*/ 948063 w 1482922"/>
              <a:gd name="connsiteY159" fmla="*/ 518224 h 1006415"/>
              <a:gd name="connsiteX160" fmla="*/ 973897 w 1482922"/>
              <a:gd name="connsiteY160" fmla="*/ 504994 h 1006415"/>
              <a:gd name="connsiteX161" fmla="*/ 991426 w 1482922"/>
              <a:gd name="connsiteY161" fmla="*/ 510512 h 1006415"/>
              <a:gd name="connsiteX162" fmla="*/ 997982 w 1482922"/>
              <a:gd name="connsiteY162" fmla="*/ 522836 h 1006415"/>
              <a:gd name="connsiteX163" fmla="*/ 995313 w 1482922"/>
              <a:gd name="connsiteY163" fmla="*/ 529716 h 1006415"/>
              <a:gd name="connsiteX164" fmla="*/ 988461 w 1482922"/>
              <a:gd name="connsiteY164" fmla="*/ 532286 h 1006415"/>
              <a:gd name="connsiteX165" fmla="*/ 980983 w 1482922"/>
              <a:gd name="connsiteY165" fmla="*/ 529338 h 1006415"/>
              <a:gd name="connsiteX166" fmla="*/ 977409 w 1482922"/>
              <a:gd name="connsiteY166" fmla="*/ 518829 h 1006415"/>
              <a:gd name="connsiteX167" fmla="*/ 975192 w 1482922"/>
              <a:gd name="connsiteY167" fmla="*/ 512176 h 1006415"/>
              <a:gd name="connsiteX168" fmla="*/ 971079 w 1482922"/>
              <a:gd name="connsiteY168" fmla="*/ 510286 h 1006415"/>
              <a:gd name="connsiteX169" fmla="*/ 964827 w 1482922"/>
              <a:gd name="connsiteY169" fmla="*/ 514142 h 1006415"/>
              <a:gd name="connsiteX170" fmla="*/ 960863 w 1482922"/>
              <a:gd name="connsiteY170" fmla="*/ 531984 h 1006415"/>
              <a:gd name="connsiteX171" fmla="*/ 964070 w 1482922"/>
              <a:gd name="connsiteY171" fmla="*/ 551111 h 1006415"/>
              <a:gd name="connsiteX172" fmla="*/ 972835 w 1482922"/>
              <a:gd name="connsiteY172" fmla="*/ 564644 h 1006415"/>
              <a:gd name="connsiteX173" fmla="*/ 982740 w 1482922"/>
              <a:gd name="connsiteY173" fmla="*/ 567895 h 1006415"/>
              <a:gd name="connsiteX174" fmla="*/ 989826 w 1482922"/>
              <a:gd name="connsiteY174" fmla="*/ 566156 h 1006415"/>
              <a:gd name="connsiteX175" fmla="*/ 997756 w 1482922"/>
              <a:gd name="connsiteY175" fmla="*/ 559578 h 1006415"/>
              <a:gd name="connsiteX176" fmla="*/ 1069327 w 1482922"/>
              <a:gd name="connsiteY176" fmla="*/ 539922 h 1006415"/>
              <a:gd name="connsiteX177" fmla="*/ 1030224 w 1482922"/>
              <a:gd name="connsiteY177" fmla="*/ 539922 h 1006415"/>
              <a:gd name="connsiteX178" fmla="*/ 1037772 w 1482922"/>
              <a:gd name="connsiteY178" fmla="*/ 562149 h 1006415"/>
              <a:gd name="connsiteX179" fmla="*/ 1050423 w 1482922"/>
              <a:gd name="connsiteY179" fmla="*/ 568424 h 1006415"/>
              <a:gd name="connsiteX180" fmla="*/ 1058728 w 1482922"/>
              <a:gd name="connsiteY180" fmla="*/ 565929 h 1006415"/>
              <a:gd name="connsiteX181" fmla="*/ 1066736 w 1482922"/>
              <a:gd name="connsiteY181" fmla="*/ 556781 h 1006415"/>
              <a:gd name="connsiteX182" fmla="*/ 1069327 w 1482922"/>
              <a:gd name="connsiteY182" fmla="*/ 558444 h 1006415"/>
              <a:gd name="connsiteX183" fmla="*/ 1056519 w 1482922"/>
              <a:gd name="connsiteY183" fmla="*/ 575077 h 1006415"/>
              <a:gd name="connsiteX184" fmla="*/ 1040285 w 1482922"/>
              <a:gd name="connsiteY184" fmla="*/ 579916 h 1006415"/>
              <a:gd name="connsiteX185" fmla="*/ 1016277 w 1482922"/>
              <a:gd name="connsiteY185" fmla="*/ 567819 h 1006415"/>
              <a:gd name="connsiteX186" fmla="*/ 1009721 w 1482922"/>
              <a:gd name="connsiteY186" fmla="*/ 543627 h 1006415"/>
              <a:gd name="connsiteX187" fmla="*/ 1019329 w 1482922"/>
              <a:gd name="connsiteY187" fmla="*/ 515503 h 1006415"/>
              <a:gd name="connsiteX188" fmla="*/ 1041963 w 1482922"/>
              <a:gd name="connsiteY188" fmla="*/ 504994 h 1006415"/>
              <a:gd name="connsiteX189" fmla="*/ 1060710 w 1482922"/>
              <a:gd name="connsiteY189" fmla="*/ 513839 h 1006415"/>
              <a:gd name="connsiteX190" fmla="*/ 1069327 w 1482922"/>
              <a:gd name="connsiteY190" fmla="*/ 539922 h 1006415"/>
              <a:gd name="connsiteX191" fmla="*/ 1050572 w 1482922"/>
              <a:gd name="connsiteY191" fmla="*/ 534857 h 1006415"/>
              <a:gd name="connsiteX192" fmla="*/ 1049206 w 1482922"/>
              <a:gd name="connsiteY192" fmla="*/ 518149 h 1006415"/>
              <a:gd name="connsiteX193" fmla="*/ 1045085 w 1482922"/>
              <a:gd name="connsiteY193" fmla="*/ 511269 h 1006415"/>
              <a:gd name="connsiteX194" fmla="*/ 1040816 w 1482922"/>
              <a:gd name="connsiteY194" fmla="*/ 509908 h 1006415"/>
              <a:gd name="connsiteX195" fmla="*/ 1034338 w 1482922"/>
              <a:gd name="connsiteY195" fmla="*/ 513764 h 1006415"/>
              <a:gd name="connsiteX196" fmla="*/ 1029842 w 1482922"/>
              <a:gd name="connsiteY196" fmla="*/ 532211 h 1006415"/>
              <a:gd name="connsiteX197" fmla="*/ 1029842 w 1482922"/>
              <a:gd name="connsiteY197" fmla="*/ 534857 h 1006415"/>
              <a:gd name="connsiteX198" fmla="*/ 1050572 w 1482922"/>
              <a:gd name="connsiteY198" fmla="*/ 534857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482922" h="1006415">
                <a:moveTo>
                  <a:pt x="506214" y="478080"/>
                </a:moveTo>
                <a:lnTo>
                  <a:pt x="507057" y="475283"/>
                </a:lnTo>
                <a:lnTo>
                  <a:pt x="557516" y="475283"/>
                </a:lnTo>
                <a:lnTo>
                  <a:pt x="556524" y="478080"/>
                </a:lnTo>
                <a:cubicBezTo>
                  <a:pt x="551951" y="478080"/>
                  <a:pt x="548446" y="479088"/>
                  <a:pt x="546003" y="481103"/>
                </a:cubicBezTo>
                <a:cubicBezTo>
                  <a:pt x="543615" y="483119"/>
                  <a:pt x="541508" y="487328"/>
                  <a:pt x="539681" y="493729"/>
                </a:cubicBezTo>
                <a:lnTo>
                  <a:pt x="520778" y="559352"/>
                </a:lnTo>
                <a:cubicBezTo>
                  <a:pt x="519404" y="563989"/>
                  <a:pt x="518718" y="567089"/>
                  <a:pt x="518718" y="568651"/>
                </a:cubicBezTo>
                <a:cubicBezTo>
                  <a:pt x="518718" y="570465"/>
                  <a:pt x="519428" y="571877"/>
                  <a:pt x="520848" y="572885"/>
                </a:cubicBezTo>
                <a:cubicBezTo>
                  <a:pt x="522682" y="574195"/>
                  <a:pt x="526132" y="574901"/>
                  <a:pt x="531221" y="575001"/>
                </a:cubicBezTo>
                <a:lnTo>
                  <a:pt x="530456" y="577798"/>
                </a:lnTo>
                <a:lnTo>
                  <a:pt x="479162" y="577798"/>
                </a:lnTo>
                <a:lnTo>
                  <a:pt x="479998" y="575001"/>
                </a:lnTo>
                <a:cubicBezTo>
                  <a:pt x="485133" y="575001"/>
                  <a:pt x="488887" y="574044"/>
                  <a:pt x="491276" y="572128"/>
                </a:cubicBezTo>
                <a:cubicBezTo>
                  <a:pt x="493664" y="570163"/>
                  <a:pt x="495826" y="565904"/>
                  <a:pt x="497754" y="559352"/>
                </a:cubicBezTo>
                <a:lnTo>
                  <a:pt x="516813" y="493729"/>
                </a:lnTo>
                <a:cubicBezTo>
                  <a:pt x="517984" y="489697"/>
                  <a:pt x="518561" y="486648"/>
                  <a:pt x="518561" y="484581"/>
                </a:cubicBezTo>
                <a:cubicBezTo>
                  <a:pt x="518561" y="482716"/>
                  <a:pt x="517851" y="481254"/>
                  <a:pt x="516431" y="480196"/>
                </a:cubicBezTo>
                <a:cubicBezTo>
                  <a:pt x="515010" y="479138"/>
                  <a:pt x="511607" y="478433"/>
                  <a:pt x="506214" y="478080"/>
                </a:cubicBezTo>
                <a:close/>
                <a:moveTo>
                  <a:pt x="567037" y="478080"/>
                </a:moveTo>
                <a:lnTo>
                  <a:pt x="567880" y="475283"/>
                </a:lnTo>
                <a:lnTo>
                  <a:pt x="618339" y="475283"/>
                </a:lnTo>
                <a:lnTo>
                  <a:pt x="617347" y="478080"/>
                </a:lnTo>
                <a:cubicBezTo>
                  <a:pt x="612774" y="478080"/>
                  <a:pt x="609269" y="479088"/>
                  <a:pt x="606826" y="481103"/>
                </a:cubicBezTo>
                <a:cubicBezTo>
                  <a:pt x="604438" y="483119"/>
                  <a:pt x="602331" y="487328"/>
                  <a:pt x="600497" y="493729"/>
                </a:cubicBezTo>
                <a:lnTo>
                  <a:pt x="581601" y="559352"/>
                </a:lnTo>
                <a:cubicBezTo>
                  <a:pt x="580228" y="563989"/>
                  <a:pt x="579541" y="567089"/>
                  <a:pt x="579541" y="568651"/>
                </a:cubicBezTo>
                <a:cubicBezTo>
                  <a:pt x="579541" y="570465"/>
                  <a:pt x="580251" y="571877"/>
                  <a:pt x="581671" y="572885"/>
                </a:cubicBezTo>
                <a:cubicBezTo>
                  <a:pt x="583506" y="574195"/>
                  <a:pt x="586955" y="574901"/>
                  <a:pt x="592036" y="575001"/>
                </a:cubicBezTo>
                <a:lnTo>
                  <a:pt x="591279" y="577798"/>
                </a:lnTo>
                <a:lnTo>
                  <a:pt x="539986" y="577798"/>
                </a:lnTo>
                <a:lnTo>
                  <a:pt x="540821" y="575001"/>
                </a:lnTo>
                <a:cubicBezTo>
                  <a:pt x="545956" y="575001"/>
                  <a:pt x="549711" y="574044"/>
                  <a:pt x="552099" y="572128"/>
                </a:cubicBezTo>
                <a:cubicBezTo>
                  <a:pt x="554487" y="570163"/>
                  <a:pt x="556649" y="565904"/>
                  <a:pt x="558577" y="559352"/>
                </a:cubicBezTo>
                <a:lnTo>
                  <a:pt x="577636" y="493729"/>
                </a:lnTo>
                <a:cubicBezTo>
                  <a:pt x="578807" y="489697"/>
                  <a:pt x="579385" y="486648"/>
                  <a:pt x="579385" y="484581"/>
                </a:cubicBezTo>
                <a:cubicBezTo>
                  <a:pt x="579385" y="482716"/>
                  <a:pt x="578674" y="481254"/>
                  <a:pt x="577254" y="480196"/>
                </a:cubicBezTo>
                <a:cubicBezTo>
                  <a:pt x="575834" y="479138"/>
                  <a:pt x="572423" y="478433"/>
                  <a:pt x="567037" y="478080"/>
                </a:cubicBezTo>
                <a:close/>
                <a:moveTo>
                  <a:pt x="632364" y="505069"/>
                </a:moveTo>
                <a:cubicBezTo>
                  <a:pt x="635868" y="505069"/>
                  <a:pt x="638842" y="506304"/>
                  <a:pt x="641277" y="508774"/>
                </a:cubicBezTo>
                <a:cubicBezTo>
                  <a:pt x="643767" y="511193"/>
                  <a:pt x="645016" y="514142"/>
                  <a:pt x="645016" y="517619"/>
                </a:cubicBezTo>
                <a:cubicBezTo>
                  <a:pt x="645016" y="521097"/>
                  <a:pt x="643767" y="524070"/>
                  <a:pt x="641277" y="526541"/>
                </a:cubicBezTo>
                <a:cubicBezTo>
                  <a:pt x="638842" y="528960"/>
                  <a:pt x="635868" y="530169"/>
                  <a:pt x="632364" y="530169"/>
                </a:cubicBezTo>
                <a:cubicBezTo>
                  <a:pt x="628852" y="530169"/>
                  <a:pt x="625855" y="528960"/>
                  <a:pt x="623365" y="526541"/>
                </a:cubicBezTo>
                <a:cubicBezTo>
                  <a:pt x="620930" y="524070"/>
                  <a:pt x="619705" y="521097"/>
                  <a:pt x="619705" y="517619"/>
                </a:cubicBezTo>
                <a:cubicBezTo>
                  <a:pt x="619705" y="514142"/>
                  <a:pt x="620930" y="511193"/>
                  <a:pt x="623365" y="508774"/>
                </a:cubicBezTo>
                <a:cubicBezTo>
                  <a:pt x="625855" y="506304"/>
                  <a:pt x="628852" y="505069"/>
                  <a:pt x="632364" y="505069"/>
                </a:cubicBezTo>
                <a:close/>
                <a:moveTo>
                  <a:pt x="632286" y="554513"/>
                </a:moveTo>
                <a:cubicBezTo>
                  <a:pt x="635837" y="554513"/>
                  <a:pt x="638842" y="555748"/>
                  <a:pt x="641277" y="558218"/>
                </a:cubicBezTo>
                <a:cubicBezTo>
                  <a:pt x="643767" y="560688"/>
                  <a:pt x="645016" y="563661"/>
                  <a:pt x="645016" y="567139"/>
                </a:cubicBezTo>
                <a:cubicBezTo>
                  <a:pt x="645016" y="570616"/>
                  <a:pt x="643767" y="573590"/>
                  <a:pt x="641277" y="576060"/>
                </a:cubicBezTo>
                <a:cubicBezTo>
                  <a:pt x="638787" y="578479"/>
                  <a:pt x="635790" y="579689"/>
                  <a:pt x="632286" y="579689"/>
                </a:cubicBezTo>
                <a:cubicBezTo>
                  <a:pt x="628782" y="579689"/>
                  <a:pt x="625777" y="578479"/>
                  <a:pt x="623287" y="576060"/>
                </a:cubicBezTo>
                <a:cubicBezTo>
                  <a:pt x="620852" y="573590"/>
                  <a:pt x="619634" y="570616"/>
                  <a:pt x="619634" y="567139"/>
                </a:cubicBezTo>
                <a:cubicBezTo>
                  <a:pt x="619634" y="563661"/>
                  <a:pt x="620852" y="560688"/>
                  <a:pt x="623287" y="558218"/>
                </a:cubicBezTo>
                <a:cubicBezTo>
                  <a:pt x="625777" y="555748"/>
                  <a:pt x="628782" y="554513"/>
                  <a:pt x="632286" y="554513"/>
                </a:cubicBezTo>
                <a:close/>
                <a:moveTo>
                  <a:pt x="792879" y="475283"/>
                </a:moveTo>
                <a:lnTo>
                  <a:pt x="792879" y="503028"/>
                </a:lnTo>
                <a:lnTo>
                  <a:pt x="790132" y="503028"/>
                </a:lnTo>
                <a:cubicBezTo>
                  <a:pt x="788508" y="496627"/>
                  <a:pt x="786705" y="492041"/>
                  <a:pt x="784723" y="489269"/>
                </a:cubicBezTo>
                <a:cubicBezTo>
                  <a:pt x="782740" y="486446"/>
                  <a:pt x="780024" y="484203"/>
                  <a:pt x="776567" y="482540"/>
                </a:cubicBezTo>
                <a:cubicBezTo>
                  <a:pt x="774639" y="481633"/>
                  <a:pt x="771259" y="481179"/>
                  <a:pt x="766428" y="481179"/>
                </a:cubicBezTo>
                <a:lnTo>
                  <a:pt x="758732" y="481179"/>
                </a:lnTo>
                <a:lnTo>
                  <a:pt x="758732" y="560259"/>
                </a:lnTo>
                <a:cubicBezTo>
                  <a:pt x="758732" y="565501"/>
                  <a:pt x="759013" y="568777"/>
                  <a:pt x="759568" y="570088"/>
                </a:cubicBezTo>
                <a:cubicBezTo>
                  <a:pt x="760176" y="571398"/>
                  <a:pt x="761324" y="572557"/>
                  <a:pt x="763002" y="573565"/>
                </a:cubicBezTo>
                <a:cubicBezTo>
                  <a:pt x="764727" y="574523"/>
                  <a:pt x="767068" y="575001"/>
                  <a:pt x="770011" y="575001"/>
                </a:cubicBezTo>
                <a:lnTo>
                  <a:pt x="773445" y="575001"/>
                </a:lnTo>
                <a:lnTo>
                  <a:pt x="773445" y="577798"/>
                </a:lnTo>
                <a:lnTo>
                  <a:pt x="719326" y="577798"/>
                </a:lnTo>
                <a:lnTo>
                  <a:pt x="719326" y="575001"/>
                </a:lnTo>
                <a:lnTo>
                  <a:pt x="722760" y="575001"/>
                </a:lnTo>
                <a:cubicBezTo>
                  <a:pt x="725757" y="575001"/>
                  <a:pt x="728169" y="574473"/>
                  <a:pt x="729995" y="573413"/>
                </a:cubicBezTo>
                <a:cubicBezTo>
                  <a:pt x="731322" y="572708"/>
                  <a:pt x="732360" y="571498"/>
                  <a:pt x="733125" y="569785"/>
                </a:cubicBezTo>
                <a:cubicBezTo>
                  <a:pt x="733679" y="568575"/>
                  <a:pt x="733960" y="565400"/>
                  <a:pt x="733960" y="560259"/>
                </a:cubicBezTo>
                <a:lnTo>
                  <a:pt x="733960" y="481179"/>
                </a:lnTo>
                <a:lnTo>
                  <a:pt x="726490" y="481179"/>
                </a:lnTo>
                <a:cubicBezTo>
                  <a:pt x="719529" y="481179"/>
                  <a:pt x="714471" y="482641"/>
                  <a:pt x="711326" y="485564"/>
                </a:cubicBezTo>
                <a:cubicBezTo>
                  <a:pt x="706900" y="489646"/>
                  <a:pt x="704106" y="495468"/>
                  <a:pt x="702935" y="503028"/>
                </a:cubicBezTo>
                <a:lnTo>
                  <a:pt x="700040" y="503028"/>
                </a:lnTo>
                <a:lnTo>
                  <a:pt x="700040" y="475283"/>
                </a:lnTo>
                <a:lnTo>
                  <a:pt x="792879" y="475283"/>
                </a:lnTo>
                <a:close/>
                <a:moveTo>
                  <a:pt x="821765" y="507111"/>
                </a:moveTo>
                <a:lnTo>
                  <a:pt x="821765" y="523138"/>
                </a:lnTo>
                <a:cubicBezTo>
                  <a:pt x="826494" y="515830"/>
                  <a:pt x="830631" y="510992"/>
                  <a:pt x="834190" y="508623"/>
                </a:cubicBezTo>
                <a:cubicBezTo>
                  <a:pt x="837749" y="506203"/>
                  <a:pt x="841175" y="504994"/>
                  <a:pt x="844476" y="504994"/>
                </a:cubicBezTo>
                <a:cubicBezTo>
                  <a:pt x="847325" y="504994"/>
                  <a:pt x="849589" y="505876"/>
                  <a:pt x="851259" y="507640"/>
                </a:cubicBezTo>
                <a:cubicBezTo>
                  <a:pt x="852992" y="509354"/>
                  <a:pt x="853850" y="511798"/>
                  <a:pt x="853850" y="514973"/>
                </a:cubicBezTo>
                <a:cubicBezTo>
                  <a:pt x="853850" y="518350"/>
                  <a:pt x="853015" y="520971"/>
                  <a:pt x="851337" y="522836"/>
                </a:cubicBezTo>
                <a:cubicBezTo>
                  <a:pt x="849714" y="524701"/>
                  <a:pt x="847731" y="525633"/>
                  <a:pt x="845390" y="525633"/>
                </a:cubicBezTo>
                <a:cubicBezTo>
                  <a:pt x="842697" y="525633"/>
                  <a:pt x="840363" y="524777"/>
                  <a:pt x="838381" y="523062"/>
                </a:cubicBezTo>
                <a:cubicBezTo>
                  <a:pt x="836399" y="521349"/>
                  <a:pt x="835228" y="520392"/>
                  <a:pt x="834877" y="520190"/>
                </a:cubicBezTo>
                <a:cubicBezTo>
                  <a:pt x="834369" y="519888"/>
                  <a:pt x="833784" y="519736"/>
                  <a:pt x="833120" y="519736"/>
                </a:cubicBezTo>
                <a:cubicBezTo>
                  <a:pt x="831645" y="519736"/>
                  <a:pt x="830248" y="520291"/>
                  <a:pt x="828929" y="521400"/>
                </a:cubicBezTo>
                <a:cubicBezTo>
                  <a:pt x="826845" y="523113"/>
                  <a:pt x="825269" y="525558"/>
                  <a:pt x="824207" y="528733"/>
                </a:cubicBezTo>
                <a:cubicBezTo>
                  <a:pt x="822576" y="533622"/>
                  <a:pt x="821765" y="539015"/>
                  <a:pt x="821765" y="544912"/>
                </a:cubicBezTo>
                <a:lnTo>
                  <a:pt x="821765" y="561166"/>
                </a:lnTo>
                <a:lnTo>
                  <a:pt x="821843" y="565400"/>
                </a:lnTo>
                <a:cubicBezTo>
                  <a:pt x="821843" y="568273"/>
                  <a:pt x="822022" y="570112"/>
                  <a:pt x="822373" y="570919"/>
                </a:cubicBezTo>
                <a:cubicBezTo>
                  <a:pt x="822982" y="572280"/>
                  <a:pt x="823872" y="573288"/>
                  <a:pt x="825043" y="573943"/>
                </a:cubicBezTo>
                <a:cubicBezTo>
                  <a:pt x="826260" y="574548"/>
                  <a:pt x="828297" y="574926"/>
                  <a:pt x="831138" y="575077"/>
                </a:cubicBezTo>
                <a:lnTo>
                  <a:pt x="831138" y="577798"/>
                </a:lnTo>
                <a:lnTo>
                  <a:pt x="792652" y="577798"/>
                </a:lnTo>
                <a:lnTo>
                  <a:pt x="792652" y="575077"/>
                </a:lnTo>
                <a:cubicBezTo>
                  <a:pt x="795751" y="574825"/>
                  <a:pt x="797835" y="573993"/>
                  <a:pt x="798896" y="572582"/>
                </a:cubicBezTo>
                <a:cubicBezTo>
                  <a:pt x="800020" y="571120"/>
                  <a:pt x="800574" y="567315"/>
                  <a:pt x="800574" y="561166"/>
                </a:cubicBezTo>
                <a:lnTo>
                  <a:pt x="800574" y="522080"/>
                </a:lnTo>
                <a:cubicBezTo>
                  <a:pt x="800574" y="518047"/>
                  <a:pt x="800371" y="515477"/>
                  <a:pt x="799966" y="514369"/>
                </a:cubicBezTo>
                <a:cubicBezTo>
                  <a:pt x="799458" y="512957"/>
                  <a:pt x="798725" y="511924"/>
                  <a:pt x="797757" y="511269"/>
                </a:cubicBezTo>
                <a:cubicBezTo>
                  <a:pt x="796789" y="510614"/>
                  <a:pt x="795088" y="510160"/>
                  <a:pt x="792652" y="509908"/>
                </a:cubicBezTo>
                <a:lnTo>
                  <a:pt x="792652" y="507111"/>
                </a:lnTo>
                <a:lnTo>
                  <a:pt x="821765" y="507111"/>
                </a:lnTo>
                <a:close/>
                <a:moveTo>
                  <a:pt x="900882" y="567366"/>
                </a:moveTo>
                <a:cubicBezTo>
                  <a:pt x="892195" y="574977"/>
                  <a:pt x="884391" y="578782"/>
                  <a:pt x="877483" y="578782"/>
                </a:cubicBezTo>
                <a:cubicBezTo>
                  <a:pt x="873417" y="578782"/>
                  <a:pt x="870038" y="577471"/>
                  <a:pt x="867345" y="574850"/>
                </a:cubicBezTo>
                <a:cubicBezTo>
                  <a:pt x="864652" y="572179"/>
                  <a:pt x="863302" y="568852"/>
                  <a:pt x="863302" y="564871"/>
                </a:cubicBezTo>
                <a:cubicBezTo>
                  <a:pt x="863302" y="559478"/>
                  <a:pt x="865643" y="554639"/>
                  <a:pt x="870318" y="550355"/>
                </a:cubicBezTo>
                <a:cubicBezTo>
                  <a:pt x="874994" y="546020"/>
                  <a:pt x="885179" y="540275"/>
                  <a:pt x="900882" y="533118"/>
                </a:cubicBezTo>
                <a:lnTo>
                  <a:pt x="900882" y="526011"/>
                </a:lnTo>
                <a:cubicBezTo>
                  <a:pt x="900882" y="520669"/>
                  <a:pt x="900578" y="517317"/>
                  <a:pt x="899969" y="515956"/>
                </a:cubicBezTo>
                <a:cubicBezTo>
                  <a:pt x="899407" y="514545"/>
                  <a:pt x="898314" y="513335"/>
                  <a:pt x="896691" y="512327"/>
                </a:cubicBezTo>
                <a:cubicBezTo>
                  <a:pt x="895060" y="511269"/>
                  <a:pt x="893234" y="510739"/>
                  <a:pt x="891204" y="510739"/>
                </a:cubicBezTo>
                <a:cubicBezTo>
                  <a:pt x="887895" y="510739"/>
                  <a:pt x="885179" y="511470"/>
                  <a:pt x="883048" y="512932"/>
                </a:cubicBezTo>
                <a:cubicBezTo>
                  <a:pt x="881721" y="513839"/>
                  <a:pt x="881066" y="514897"/>
                  <a:pt x="881066" y="516107"/>
                </a:cubicBezTo>
                <a:cubicBezTo>
                  <a:pt x="881066" y="517166"/>
                  <a:pt x="881776" y="518476"/>
                  <a:pt x="883196" y="520039"/>
                </a:cubicBezTo>
                <a:cubicBezTo>
                  <a:pt x="885132" y="522206"/>
                  <a:pt x="886092" y="524297"/>
                  <a:pt x="886092" y="526314"/>
                </a:cubicBezTo>
                <a:cubicBezTo>
                  <a:pt x="886092" y="528784"/>
                  <a:pt x="885156" y="530900"/>
                  <a:pt x="883274" y="532664"/>
                </a:cubicBezTo>
                <a:cubicBezTo>
                  <a:pt x="881448" y="534378"/>
                  <a:pt x="879029" y="535235"/>
                  <a:pt x="876032" y="535235"/>
                </a:cubicBezTo>
                <a:cubicBezTo>
                  <a:pt x="872832" y="535235"/>
                  <a:pt x="870139" y="534277"/>
                  <a:pt x="867953" y="532362"/>
                </a:cubicBezTo>
                <a:cubicBezTo>
                  <a:pt x="865823" y="530446"/>
                  <a:pt x="864753" y="528204"/>
                  <a:pt x="864753" y="525633"/>
                </a:cubicBezTo>
                <a:cubicBezTo>
                  <a:pt x="864753" y="522004"/>
                  <a:pt x="866197" y="518552"/>
                  <a:pt x="869101" y="515276"/>
                </a:cubicBezTo>
                <a:cubicBezTo>
                  <a:pt x="871996" y="511949"/>
                  <a:pt x="876032" y="509404"/>
                  <a:pt x="881214" y="507640"/>
                </a:cubicBezTo>
                <a:cubicBezTo>
                  <a:pt x="886396" y="505876"/>
                  <a:pt x="891782" y="504994"/>
                  <a:pt x="897378" y="504994"/>
                </a:cubicBezTo>
                <a:cubicBezTo>
                  <a:pt x="904129" y="504994"/>
                  <a:pt x="909468" y="506430"/>
                  <a:pt x="913378" y="509303"/>
                </a:cubicBezTo>
                <a:cubicBezTo>
                  <a:pt x="917343" y="512126"/>
                  <a:pt x="919911" y="515200"/>
                  <a:pt x="921081" y="518527"/>
                </a:cubicBezTo>
                <a:cubicBezTo>
                  <a:pt x="921791" y="520643"/>
                  <a:pt x="922143" y="525507"/>
                  <a:pt x="922143" y="533118"/>
                </a:cubicBezTo>
                <a:lnTo>
                  <a:pt x="922143" y="560562"/>
                </a:lnTo>
                <a:cubicBezTo>
                  <a:pt x="922143" y="563788"/>
                  <a:pt x="922276" y="565828"/>
                  <a:pt x="922525" y="566685"/>
                </a:cubicBezTo>
                <a:cubicBezTo>
                  <a:pt x="922783" y="567492"/>
                  <a:pt x="923165" y="568096"/>
                  <a:pt x="923672" y="568500"/>
                </a:cubicBezTo>
                <a:cubicBezTo>
                  <a:pt x="924180" y="568903"/>
                  <a:pt x="924765" y="569104"/>
                  <a:pt x="925421" y="569104"/>
                </a:cubicBezTo>
                <a:cubicBezTo>
                  <a:pt x="926747" y="569104"/>
                  <a:pt x="928090" y="568172"/>
                  <a:pt x="929464" y="566307"/>
                </a:cubicBezTo>
                <a:lnTo>
                  <a:pt x="931751" y="568121"/>
                </a:lnTo>
                <a:cubicBezTo>
                  <a:pt x="929206" y="571851"/>
                  <a:pt x="926568" y="574573"/>
                  <a:pt x="923821" y="576286"/>
                </a:cubicBezTo>
                <a:cubicBezTo>
                  <a:pt x="921128" y="577950"/>
                  <a:pt x="918053" y="578782"/>
                  <a:pt x="914603" y="578782"/>
                </a:cubicBezTo>
                <a:cubicBezTo>
                  <a:pt x="910537" y="578782"/>
                  <a:pt x="907360" y="577849"/>
                  <a:pt x="905073" y="575984"/>
                </a:cubicBezTo>
                <a:cubicBezTo>
                  <a:pt x="902787" y="574069"/>
                  <a:pt x="901390" y="571196"/>
                  <a:pt x="900882" y="567366"/>
                </a:cubicBezTo>
                <a:close/>
                <a:moveTo>
                  <a:pt x="900882" y="561847"/>
                </a:moveTo>
                <a:lnTo>
                  <a:pt x="900882" y="538184"/>
                </a:lnTo>
                <a:cubicBezTo>
                  <a:pt x="894732" y="541762"/>
                  <a:pt x="890158" y="545592"/>
                  <a:pt x="887161" y="549674"/>
                </a:cubicBezTo>
                <a:cubicBezTo>
                  <a:pt x="885179" y="552396"/>
                  <a:pt x="884188" y="555143"/>
                  <a:pt x="884188" y="557915"/>
                </a:cubicBezTo>
                <a:cubicBezTo>
                  <a:pt x="884188" y="560234"/>
                  <a:pt x="885030" y="562275"/>
                  <a:pt x="886701" y="564039"/>
                </a:cubicBezTo>
                <a:cubicBezTo>
                  <a:pt x="887973" y="565400"/>
                  <a:pt x="889753" y="566081"/>
                  <a:pt x="892039" y="566081"/>
                </a:cubicBezTo>
                <a:cubicBezTo>
                  <a:pt x="894584" y="566081"/>
                  <a:pt x="897526" y="564669"/>
                  <a:pt x="900882" y="561847"/>
                </a:cubicBezTo>
                <a:close/>
                <a:moveTo>
                  <a:pt x="997756" y="559578"/>
                </a:moveTo>
                <a:lnTo>
                  <a:pt x="1000121" y="561393"/>
                </a:lnTo>
                <a:cubicBezTo>
                  <a:pt x="996765" y="567643"/>
                  <a:pt x="992574" y="572305"/>
                  <a:pt x="987539" y="575379"/>
                </a:cubicBezTo>
                <a:cubicBezTo>
                  <a:pt x="982560" y="578404"/>
                  <a:pt x="977253" y="579916"/>
                  <a:pt x="971610" y="579916"/>
                </a:cubicBezTo>
                <a:cubicBezTo>
                  <a:pt x="962111" y="579916"/>
                  <a:pt x="954517" y="576362"/>
                  <a:pt x="948820" y="569255"/>
                </a:cubicBezTo>
                <a:cubicBezTo>
                  <a:pt x="943130" y="562149"/>
                  <a:pt x="940289" y="553606"/>
                  <a:pt x="940289" y="543627"/>
                </a:cubicBezTo>
                <a:cubicBezTo>
                  <a:pt x="940289" y="534000"/>
                  <a:pt x="942880" y="525532"/>
                  <a:pt x="948063" y="518224"/>
                </a:cubicBezTo>
                <a:cubicBezTo>
                  <a:pt x="954314" y="509404"/>
                  <a:pt x="962923" y="504994"/>
                  <a:pt x="973897" y="504994"/>
                </a:cubicBezTo>
                <a:cubicBezTo>
                  <a:pt x="981264" y="504994"/>
                  <a:pt x="987110" y="506834"/>
                  <a:pt x="991426" y="510512"/>
                </a:cubicBezTo>
                <a:cubicBezTo>
                  <a:pt x="995797" y="514192"/>
                  <a:pt x="997982" y="518300"/>
                  <a:pt x="997982" y="522836"/>
                </a:cubicBezTo>
                <a:cubicBezTo>
                  <a:pt x="997982" y="525709"/>
                  <a:pt x="997093" y="528002"/>
                  <a:pt x="995313" y="529716"/>
                </a:cubicBezTo>
                <a:cubicBezTo>
                  <a:pt x="993588" y="531430"/>
                  <a:pt x="991302" y="532286"/>
                  <a:pt x="988461" y="532286"/>
                </a:cubicBezTo>
                <a:cubicBezTo>
                  <a:pt x="985456" y="532286"/>
                  <a:pt x="982966" y="531304"/>
                  <a:pt x="980983" y="529338"/>
                </a:cubicBezTo>
                <a:cubicBezTo>
                  <a:pt x="979056" y="527372"/>
                  <a:pt x="977862" y="523869"/>
                  <a:pt x="977409" y="518829"/>
                </a:cubicBezTo>
                <a:cubicBezTo>
                  <a:pt x="977097" y="515654"/>
                  <a:pt x="976363" y="513436"/>
                  <a:pt x="975192" y="512176"/>
                </a:cubicBezTo>
                <a:cubicBezTo>
                  <a:pt x="974029" y="510916"/>
                  <a:pt x="972656" y="510286"/>
                  <a:pt x="971079" y="510286"/>
                </a:cubicBezTo>
                <a:cubicBezTo>
                  <a:pt x="968636" y="510286"/>
                  <a:pt x="966560" y="511572"/>
                  <a:pt x="964827" y="514142"/>
                </a:cubicBezTo>
                <a:cubicBezTo>
                  <a:pt x="962189" y="518023"/>
                  <a:pt x="960863" y="523970"/>
                  <a:pt x="960863" y="531984"/>
                </a:cubicBezTo>
                <a:cubicBezTo>
                  <a:pt x="960863" y="538637"/>
                  <a:pt x="961932" y="545012"/>
                  <a:pt x="964070" y="551111"/>
                </a:cubicBezTo>
                <a:cubicBezTo>
                  <a:pt x="966201" y="557159"/>
                  <a:pt x="969120" y="561670"/>
                  <a:pt x="972835" y="564644"/>
                </a:cubicBezTo>
                <a:cubicBezTo>
                  <a:pt x="975629" y="566811"/>
                  <a:pt x="978931" y="567895"/>
                  <a:pt x="982740" y="567895"/>
                </a:cubicBezTo>
                <a:cubicBezTo>
                  <a:pt x="985229" y="567895"/>
                  <a:pt x="987594" y="567315"/>
                  <a:pt x="989826" y="566156"/>
                </a:cubicBezTo>
                <a:cubicBezTo>
                  <a:pt x="992066" y="564997"/>
                  <a:pt x="994704" y="562804"/>
                  <a:pt x="997756" y="559578"/>
                </a:cubicBezTo>
                <a:close/>
                <a:moveTo>
                  <a:pt x="1069327" y="539922"/>
                </a:moveTo>
                <a:lnTo>
                  <a:pt x="1030224" y="539922"/>
                </a:lnTo>
                <a:cubicBezTo>
                  <a:pt x="1030685" y="549297"/>
                  <a:pt x="1033198" y="556705"/>
                  <a:pt x="1037772" y="562149"/>
                </a:cubicBezTo>
                <a:cubicBezTo>
                  <a:pt x="1041276" y="566332"/>
                  <a:pt x="1045491" y="568424"/>
                  <a:pt x="1050423" y="568424"/>
                </a:cubicBezTo>
                <a:cubicBezTo>
                  <a:pt x="1053475" y="568424"/>
                  <a:pt x="1056238" y="567593"/>
                  <a:pt x="1058728" y="565929"/>
                </a:cubicBezTo>
                <a:cubicBezTo>
                  <a:pt x="1061217" y="564216"/>
                  <a:pt x="1063887" y="561166"/>
                  <a:pt x="1066736" y="556781"/>
                </a:cubicBezTo>
                <a:lnTo>
                  <a:pt x="1069327" y="558444"/>
                </a:lnTo>
                <a:cubicBezTo>
                  <a:pt x="1065463" y="566257"/>
                  <a:pt x="1061194" y="571801"/>
                  <a:pt x="1056519" y="575077"/>
                </a:cubicBezTo>
                <a:cubicBezTo>
                  <a:pt x="1051844" y="578303"/>
                  <a:pt x="1046435" y="579916"/>
                  <a:pt x="1040285" y="579916"/>
                </a:cubicBezTo>
                <a:cubicBezTo>
                  <a:pt x="1029717" y="579916"/>
                  <a:pt x="1021717" y="575884"/>
                  <a:pt x="1016277" y="567819"/>
                </a:cubicBezTo>
                <a:cubicBezTo>
                  <a:pt x="1011906" y="561317"/>
                  <a:pt x="1009721" y="553253"/>
                  <a:pt x="1009721" y="543627"/>
                </a:cubicBezTo>
                <a:cubicBezTo>
                  <a:pt x="1009721" y="531832"/>
                  <a:pt x="1012921" y="522458"/>
                  <a:pt x="1019329" y="515503"/>
                </a:cubicBezTo>
                <a:cubicBezTo>
                  <a:pt x="1025776" y="508497"/>
                  <a:pt x="1033323" y="504994"/>
                  <a:pt x="1041963" y="504994"/>
                </a:cubicBezTo>
                <a:cubicBezTo>
                  <a:pt x="1049175" y="504994"/>
                  <a:pt x="1055426" y="507942"/>
                  <a:pt x="1060710" y="513839"/>
                </a:cubicBezTo>
                <a:cubicBezTo>
                  <a:pt x="1066049" y="519686"/>
                  <a:pt x="1068921" y="528380"/>
                  <a:pt x="1069327" y="539922"/>
                </a:cubicBezTo>
                <a:close/>
                <a:moveTo>
                  <a:pt x="1050572" y="534857"/>
                </a:moveTo>
                <a:cubicBezTo>
                  <a:pt x="1050572" y="526742"/>
                  <a:pt x="1050119" y="521173"/>
                  <a:pt x="1049206" y="518149"/>
                </a:cubicBezTo>
                <a:cubicBezTo>
                  <a:pt x="1048340" y="515124"/>
                  <a:pt x="1046966" y="512831"/>
                  <a:pt x="1045085" y="511269"/>
                </a:cubicBezTo>
                <a:cubicBezTo>
                  <a:pt x="1044023" y="510362"/>
                  <a:pt x="1042595" y="509908"/>
                  <a:pt x="1040816" y="509908"/>
                </a:cubicBezTo>
                <a:cubicBezTo>
                  <a:pt x="1038177" y="509908"/>
                  <a:pt x="1036016" y="511193"/>
                  <a:pt x="1034338" y="513764"/>
                </a:cubicBezTo>
                <a:cubicBezTo>
                  <a:pt x="1031341" y="518250"/>
                  <a:pt x="1029842" y="524399"/>
                  <a:pt x="1029842" y="532211"/>
                </a:cubicBezTo>
                <a:lnTo>
                  <a:pt x="1029842" y="534857"/>
                </a:lnTo>
                <a:lnTo>
                  <a:pt x="1050572" y="534857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6A15A6EA-790D-4303-A893-584BCD5C3F43}"/>
              </a:ext>
            </a:extLst>
          </p:cNvPr>
          <p:cNvSpPr/>
          <p:nvPr/>
        </p:nvSpPr>
        <p:spPr>
          <a:xfrm>
            <a:off x="10008834" y="2838415"/>
            <a:ext cx="1482923" cy="1006416"/>
          </a:xfrm>
          <a:custGeom>
            <a:avLst/>
            <a:gdLst>
              <a:gd name="connsiteX0" fmla="*/ 1075133 w 1482922"/>
              <a:gd name="connsiteY0" fmla="*/ 519978 h 1006415"/>
              <a:gd name="connsiteX1" fmla="*/ 997085 w 1482922"/>
              <a:gd name="connsiteY1" fmla="*/ 475283 h 1006415"/>
              <a:gd name="connsiteX2" fmla="*/ 997085 w 1482922"/>
              <a:gd name="connsiteY2" fmla="*/ 564679 h 1006415"/>
              <a:gd name="connsiteX3" fmla="*/ 1075133 w 1482922"/>
              <a:gd name="connsiteY3" fmla="*/ 519978 h 1006415"/>
              <a:gd name="connsiteX4" fmla="*/ 479162 w 1482922"/>
              <a:gd name="connsiteY4" fmla="*/ 519978 h 1006415"/>
              <a:gd name="connsiteX5" fmla="*/ 479162 w 1482922"/>
              <a:gd name="connsiteY5" fmla="*/ 527720 h 1006415"/>
              <a:gd name="connsiteX6" fmla="*/ 1004890 w 1482922"/>
              <a:gd name="connsiteY6" fmla="*/ 527720 h 1006415"/>
              <a:gd name="connsiteX7" fmla="*/ 1004890 w 1482922"/>
              <a:gd name="connsiteY7" fmla="*/ 519978 h 1006415"/>
              <a:gd name="connsiteX8" fmla="*/ 1004890 w 1482922"/>
              <a:gd name="connsiteY8" fmla="*/ 512237 h 1006415"/>
              <a:gd name="connsiteX9" fmla="*/ 479162 w 1482922"/>
              <a:gd name="connsiteY9" fmla="*/ 512237 h 1006415"/>
              <a:gd name="connsiteX10" fmla="*/ 479162 w 1482922"/>
              <a:gd name="connsiteY10" fmla="*/ 519978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2922" h="1006415">
                <a:moveTo>
                  <a:pt x="1075133" y="519978"/>
                </a:moveTo>
                <a:lnTo>
                  <a:pt x="997085" y="475283"/>
                </a:lnTo>
                <a:lnTo>
                  <a:pt x="997085" y="564679"/>
                </a:lnTo>
                <a:lnTo>
                  <a:pt x="1075133" y="519978"/>
                </a:lnTo>
                <a:close/>
                <a:moveTo>
                  <a:pt x="479162" y="519978"/>
                </a:moveTo>
                <a:lnTo>
                  <a:pt x="479162" y="527720"/>
                </a:lnTo>
                <a:lnTo>
                  <a:pt x="1004890" y="527720"/>
                </a:lnTo>
                <a:lnTo>
                  <a:pt x="1004890" y="519978"/>
                </a:lnTo>
                <a:lnTo>
                  <a:pt x="1004890" y="512237"/>
                </a:lnTo>
                <a:lnTo>
                  <a:pt x="479162" y="512237"/>
                </a:lnTo>
                <a:lnTo>
                  <a:pt x="479162" y="519978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DCCA6F81-6698-4260-B562-BFCBF0E4FD46}"/>
              </a:ext>
            </a:extLst>
          </p:cNvPr>
          <p:cNvSpPr/>
          <p:nvPr/>
        </p:nvSpPr>
        <p:spPr>
          <a:xfrm>
            <a:off x="9980424" y="2683581"/>
            <a:ext cx="1482923" cy="1006416"/>
          </a:xfrm>
          <a:custGeom>
            <a:avLst/>
            <a:gdLst>
              <a:gd name="connsiteX0" fmla="*/ 479162 w 1482922"/>
              <a:gd name="connsiteY0" fmla="*/ 519979 h 1006415"/>
              <a:gd name="connsiteX1" fmla="*/ 557211 w 1482922"/>
              <a:gd name="connsiteY1" fmla="*/ 564675 h 1006415"/>
              <a:gd name="connsiteX2" fmla="*/ 557211 w 1482922"/>
              <a:gd name="connsiteY2" fmla="*/ 475283 h 1006415"/>
              <a:gd name="connsiteX3" fmla="*/ 479162 w 1482922"/>
              <a:gd name="connsiteY3" fmla="*/ 519979 h 1006415"/>
              <a:gd name="connsiteX4" fmla="*/ 1075134 w 1482922"/>
              <a:gd name="connsiteY4" fmla="*/ 519979 h 1006415"/>
              <a:gd name="connsiteX5" fmla="*/ 1075134 w 1482922"/>
              <a:gd name="connsiteY5" fmla="*/ 512237 h 1006415"/>
              <a:gd name="connsiteX6" fmla="*/ 549406 w 1482922"/>
              <a:gd name="connsiteY6" fmla="*/ 512237 h 1006415"/>
              <a:gd name="connsiteX7" fmla="*/ 549406 w 1482922"/>
              <a:gd name="connsiteY7" fmla="*/ 519979 h 1006415"/>
              <a:gd name="connsiteX8" fmla="*/ 549406 w 1482922"/>
              <a:gd name="connsiteY8" fmla="*/ 527721 h 1006415"/>
              <a:gd name="connsiteX9" fmla="*/ 1075134 w 1482922"/>
              <a:gd name="connsiteY9" fmla="*/ 527721 h 1006415"/>
              <a:gd name="connsiteX10" fmla="*/ 1075134 w 1482922"/>
              <a:gd name="connsiteY10" fmla="*/ 519979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2922" h="1006415">
                <a:moveTo>
                  <a:pt x="479162" y="519979"/>
                </a:moveTo>
                <a:lnTo>
                  <a:pt x="557211" y="564675"/>
                </a:lnTo>
                <a:lnTo>
                  <a:pt x="557211" y="475283"/>
                </a:lnTo>
                <a:lnTo>
                  <a:pt x="479162" y="519979"/>
                </a:lnTo>
                <a:close/>
                <a:moveTo>
                  <a:pt x="1075134" y="519979"/>
                </a:moveTo>
                <a:lnTo>
                  <a:pt x="1075134" y="512237"/>
                </a:lnTo>
                <a:lnTo>
                  <a:pt x="549406" y="512237"/>
                </a:lnTo>
                <a:lnTo>
                  <a:pt x="549406" y="519979"/>
                </a:lnTo>
                <a:lnTo>
                  <a:pt x="549406" y="527721"/>
                </a:lnTo>
                <a:lnTo>
                  <a:pt x="1075134" y="527721"/>
                </a:lnTo>
                <a:lnTo>
                  <a:pt x="1075134" y="519979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7573BE52-5B96-45FE-8551-AE16E01D8B81}"/>
              </a:ext>
            </a:extLst>
          </p:cNvPr>
          <p:cNvSpPr/>
          <p:nvPr/>
        </p:nvSpPr>
        <p:spPr>
          <a:xfrm>
            <a:off x="10060853" y="3012845"/>
            <a:ext cx="1404874" cy="1006416"/>
          </a:xfrm>
          <a:custGeom>
            <a:avLst/>
            <a:gdLst>
              <a:gd name="connsiteX0" fmla="*/ 506222 w 1404874"/>
              <a:gd name="connsiteY0" fmla="*/ 478077 h 1006415"/>
              <a:gd name="connsiteX1" fmla="*/ 507057 w 1404874"/>
              <a:gd name="connsiteY1" fmla="*/ 475283 h 1006415"/>
              <a:gd name="connsiteX2" fmla="*/ 557515 w 1404874"/>
              <a:gd name="connsiteY2" fmla="*/ 475283 h 1006415"/>
              <a:gd name="connsiteX3" fmla="*/ 556524 w 1404874"/>
              <a:gd name="connsiteY3" fmla="*/ 478077 h 1006415"/>
              <a:gd name="connsiteX4" fmla="*/ 546003 w 1404874"/>
              <a:gd name="connsiteY4" fmla="*/ 481104 h 1006415"/>
              <a:gd name="connsiteX5" fmla="*/ 539681 w 1404874"/>
              <a:gd name="connsiteY5" fmla="*/ 493731 h 1006415"/>
              <a:gd name="connsiteX6" fmla="*/ 520778 w 1404874"/>
              <a:gd name="connsiteY6" fmla="*/ 559349 h 1006415"/>
              <a:gd name="connsiteX7" fmla="*/ 518717 w 1404874"/>
              <a:gd name="connsiteY7" fmla="*/ 568647 h 1006415"/>
              <a:gd name="connsiteX8" fmla="*/ 520856 w 1404874"/>
              <a:gd name="connsiteY8" fmla="*/ 572882 h 1006415"/>
              <a:gd name="connsiteX9" fmla="*/ 531221 w 1404874"/>
              <a:gd name="connsiteY9" fmla="*/ 575003 h 1006415"/>
              <a:gd name="connsiteX10" fmla="*/ 530456 w 1404874"/>
              <a:gd name="connsiteY10" fmla="*/ 577798 h 1006415"/>
              <a:gd name="connsiteX11" fmla="*/ 479162 w 1404874"/>
              <a:gd name="connsiteY11" fmla="*/ 577798 h 1006415"/>
              <a:gd name="connsiteX12" fmla="*/ 479998 w 1404874"/>
              <a:gd name="connsiteY12" fmla="*/ 575003 h 1006415"/>
              <a:gd name="connsiteX13" fmla="*/ 491283 w 1404874"/>
              <a:gd name="connsiteY13" fmla="*/ 572131 h 1006415"/>
              <a:gd name="connsiteX14" fmla="*/ 497761 w 1404874"/>
              <a:gd name="connsiteY14" fmla="*/ 559349 h 1006415"/>
              <a:gd name="connsiteX15" fmla="*/ 516813 w 1404874"/>
              <a:gd name="connsiteY15" fmla="*/ 493731 h 1006415"/>
              <a:gd name="connsiteX16" fmla="*/ 518569 w 1404874"/>
              <a:gd name="connsiteY16" fmla="*/ 484580 h 1006415"/>
              <a:gd name="connsiteX17" fmla="*/ 516430 w 1404874"/>
              <a:gd name="connsiteY17" fmla="*/ 480198 h 1006415"/>
              <a:gd name="connsiteX18" fmla="*/ 506222 w 1404874"/>
              <a:gd name="connsiteY18" fmla="*/ 478077 h 1006415"/>
              <a:gd name="connsiteX19" fmla="*/ 569863 w 1404874"/>
              <a:gd name="connsiteY19" fmla="*/ 580143 h 1006415"/>
              <a:gd name="connsiteX20" fmla="*/ 573219 w 1404874"/>
              <a:gd name="connsiteY20" fmla="*/ 494412 h 1006415"/>
              <a:gd name="connsiteX21" fmla="*/ 573445 w 1404874"/>
              <a:gd name="connsiteY21" fmla="*/ 486547 h 1006415"/>
              <a:gd name="connsiteX22" fmla="*/ 571385 w 1404874"/>
              <a:gd name="connsiteY22" fmla="*/ 480423 h 1006415"/>
              <a:gd name="connsiteX23" fmla="*/ 563993 w 1404874"/>
              <a:gd name="connsiteY23" fmla="*/ 478077 h 1006415"/>
              <a:gd name="connsiteX24" fmla="*/ 564906 w 1404874"/>
              <a:gd name="connsiteY24" fmla="*/ 475283 h 1006415"/>
              <a:gd name="connsiteX25" fmla="*/ 608356 w 1404874"/>
              <a:gd name="connsiteY25" fmla="*/ 475283 h 1006415"/>
              <a:gd name="connsiteX26" fmla="*/ 607513 w 1404874"/>
              <a:gd name="connsiteY26" fmla="*/ 478077 h 1006415"/>
              <a:gd name="connsiteX27" fmla="*/ 599053 w 1404874"/>
              <a:gd name="connsiteY27" fmla="*/ 481406 h 1006415"/>
              <a:gd name="connsiteX28" fmla="*/ 595775 w 1404874"/>
              <a:gd name="connsiteY28" fmla="*/ 495163 h 1006415"/>
              <a:gd name="connsiteX29" fmla="*/ 593340 w 1404874"/>
              <a:gd name="connsiteY29" fmla="*/ 548619 h 1006415"/>
              <a:gd name="connsiteX30" fmla="*/ 633660 w 1404874"/>
              <a:gd name="connsiteY30" fmla="*/ 502193 h 1006415"/>
              <a:gd name="connsiteX31" fmla="*/ 643338 w 1404874"/>
              <a:gd name="connsiteY31" fmla="*/ 489721 h 1006415"/>
              <a:gd name="connsiteX32" fmla="*/ 645164 w 1404874"/>
              <a:gd name="connsiteY32" fmla="*/ 483674 h 1006415"/>
              <a:gd name="connsiteX33" fmla="*/ 643486 w 1404874"/>
              <a:gd name="connsiteY33" fmla="*/ 480346 h 1006415"/>
              <a:gd name="connsiteX34" fmla="*/ 637086 w 1404874"/>
              <a:gd name="connsiteY34" fmla="*/ 478077 h 1006415"/>
              <a:gd name="connsiteX35" fmla="*/ 638155 w 1404874"/>
              <a:gd name="connsiteY35" fmla="*/ 475283 h 1006415"/>
              <a:gd name="connsiteX36" fmla="*/ 666658 w 1404874"/>
              <a:gd name="connsiteY36" fmla="*/ 475283 h 1006415"/>
              <a:gd name="connsiteX37" fmla="*/ 666658 w 1404874"/>
              <a:gd name="connsiteY37" fmla="*/ 478077 h 1006415"/>
              <a:gd name="connsiteX38" fmla="*/ 660711 w 1404874"/>
              <a:gd name="connsiteY38" fmla="*/ 480725 h 1006415"/>
              <a:gd name="connsiteX39" fmla="*/ 650346 w 1404874"/>
              <a:gd name="connsiteY39" fmla="*/ 491308 h 1006415"/>
              <a:gd name="connsiteX40" fmla="*/ 573219 w 1404874"/>
              <a:gd name="connsiteY40" fmla="*/ 580143 h 1006415"/>
              <a:gd name="connsiteX41" fmla="*/ 569863 w 1404874"/>
              <a:gd name="connsiteY41" fmla="*/ 580143 h 1006415"/>
              <a:gd name="connsiteX42" fmla="*/ 675657 w 1404874"/>
              <a:gd name="connsiteY42" fmla="*/ 505072 h 1006415"/>
              <a:gd name="connsiteX43" fmla="*/ 684570 w 1404874"/>
              <a:gd name="connsiteY43" fmla="*/ 508773 h 1006415"/>
              <a:gd name="connsiteX44" fmla="*/ 688309 w 1404874"/>
              <a:gd name="connsiteY44" fmla="*/ 517622 h 1006415"/>
              <a:gd name="connsiteX45" fmla="*/ 684570 w 1404874"/>
              <a:gd name="connsiteY45" fmla="*/ 526540 h 1006415"/>
              <a:gd name="connsiteX46" fmla="*/ 675657 w 1404874"/>
              <a:gd name="connsiteY46" fmla="*/ 530171 h 1006415"/>
              <a:gd name="connsiteX47" fmla="*/ 666658 w 1404874"/>
              <a:gd name="connsiteY47" fmla="*/ 526540 h 1006415"/>
              <a:gd name="connsiteX48" fmla="*/ 662998 w 1404874"/>
              <a:gd name="connsiteY48" fmla="*/ 517622 h 1006415"/>
              <a:gd name="connsiteX49" fmla="*/ 666658 w 1404874"/>
              <a:gd name="connsiteY49" fmla="*/ 508773 h 1006415"/>
              <a:gd name="connsiteX50" fmla="*/ 675657 w 1404874"/>
              <a:gd name="connsiteY50" fmla="*/ 505072 h 1006415"/>
              <a:gd name="connsiteX51" fmla="*/ 675579 w 1404874"/>
              <a:gd name="connsiteY51" fmla="*/ 554511 h 1006415"/>
              <a:gd name="connsiteX52" fmla="*/ 684570 w 1404874"/>
              <a:gd name="connsiteY52" fmla="*/ 558219 h 1006415"/>
              <a:gd name="connsiteX53" fmla="*/ 688309 w 1404874"/>
              <a:gd name="connsiteY53" fmla="*/ 567137 h 1006415"/>
              <a:gd name="connsiteX54" fmla="*/ 684570 w 1404874"/>
              <a:gd name="connsiteY54" fmla="*/ 576056 h 1006415"/>
              <a:gd name="connsiteX55" fmla="*/ 675579 w 1404874"/>
              <a:gd name="connsiteY55" fmla="*/ 579687 h 1006415"/>
              <a:gd name="connsiteX56" fmla="*/ 666580 w 1404874"/>
              <a:gd name="connsiteY56" fmla="*/ 576056 h 1006415"/>
              <a:gd name="connsiteX57" fmla="*/ 662928 w 1404874"/>
              <a:gd name="connsiteY57" fmla="*/ 567137 h 1006415"/>
              <a:gd name="connsiteX58" fmla="*/ 666580 w 1404874"/>
              <a:gd name="connsiteY58" fmla="*/ 558219 h 1006415"/>
              <a:gd name="connsiteX59" fmla="*/ 675579 w 1404874"/>
              <a:gd name="connsiteY59" fmla="*/ 554511 h 1006415"/>
              <a:gd name="connsiteX60" fmla="*/ 836172 w 1404874"/>
              <a:gd name="connsiteY60" fmla="*/ 475283 h 1006415"/>
              <a:gd name="connsiteX61" fmla="*/ 836172 w 1404874"/>
              <a:gd name="connsiteY61" fmla="*/ 503029 h 1006415"/>
              <a:gd name="connsiteX62" fmla="*/ 833425 w 1404874"/>
              <a:gd name="connsiteY62" fmla="*/ 503029 h 1006415"/>
              <a:gd name="connsiteX63" fmla="*/ 828016 w 1404874"/>
              <a:gd name="connsiteY63" fmla="*/ 489264 h 1006415"/>
              <a:gd name="connsiteX64" fmla="*/ 819860 w 1404874"/>
              <a:gd name="connsiteY64" fmla="*/ 482536 h 1006415"/>
              <a:gd name="connsiteX65" fmla="*/ 809721 w 1404874"/>
              <a:gd name="connsiteY65" fmla="*/ 481182 h 1006415"/>
              <a:gd name="connsiteX66" fmla="*/ 802026 w 1404874"/>
              <a:gd name="connsiteY66" fmla="*/ 481182 h 1006415"/>
              <a:gd name="connsiteX67" fmla="*/ 802026 w 1404874"/>
              <a:gd name="connsiteY67" fmla="*/ 560255 h 1006415"/>
              <a:gd name="connsiteX68" fmla="*/ 802861 w 1404874"/>
              <a:gd name="connsiteY68" fmla="*/ 570087 h 1006415"/>
              <a:gd name="connsiteX69" fmla="*/ 806295 w 1404874"/>
              <a:gd name="connsiteY69" fmla="*/ 573563 h 1006415"/>
              <a:gd name="connsiteX70" fmla="*/ 813304 w 1404874"/>
              <a:gd name="connsiteY70" fmla="*/ 575003 h 1006415"/>
              <a:gd name="connsiteX71" fmla="*/ 816738 w 1404874"/>
              <a:gd name="connsiteY71" fmla="*/ 575003 h 1006415"/>
              <a:gd name="connsiteX72" fmla="*/ 816738 w 1404874"/>
              <a:gd name="connsiteY72" fmla="*/ 577798 h 1006415"/>
              <a:gd name="connsiteX73" fmla="*/ 762619 w 1404874"/>
              <a:gd name="connsiteY73" fmla="*/ 577798 h 1006415"/>
              <a:gd name="connsiteX74" fmla="*/ 762619 w 1404874"/>
              <a:gd name="connsiteY74" fmla="*/ 575003 h 1006415"/>
              <a:gd name="connsiteX75" fmla="*/ 766053 w 1404874"/>
              <a:gd name="connsiteY75" fmla="*/ 575003 h 1006415"/>
              <a:gd name="connsiteX76" fmla="*/ 773288 w 1404874"/>
              <a:gd name="connsiteY76" fmla="*/ 573416 h 1006415"/>
              <a:gd name="connsiteX77" fmla="*/ 776418 w 1404874"/>
              <a:gd name="connsiteY77" fmla="*/ 569785 h 1006415"/>
              <a:gd name="connsiteX78" fmla="*/ 777253 w 1404874"/>
              <a:gd name="connsiteY78" fmla="*/ 560255 h 1006415"/>
              <a:gd name="connsiteX79" fmla="*/ 777253 w 1404874"/>
              <a:gd name="connsiteY79" fmla="*/ 481182 h 1006415"/>
              <a:gd name="connsiteX80" fmla="*/ 769784 w 1404874"/>
              <a:gd name="connsiteY80" fmla="*/ 481182 h 1006415"/>
              <a:gd name="connsiteX81" fmla="*/ 754619 w 1404874"/>
              <a:gd name="connsiteY81" fmla="*/ 485563 h 1006415"/>
              <a:gd name="connsiteX82" fmla="*/ 746237 w 1404874"/>
              <a:gd name="connsiteY82" fmla="*/ 503029 h 1006415"/>
              <a:gd name="connsiteX83" fmla="*/ 743333 w 1404874"/>
              <a:gd name="connsiteY83" fmla="*/ 503029 h 1006415"/>
              <a:gd name="connsiteX84" fmla="*/ 743333 w 1404874"/>
              <a:gd name="connsiteY84" fmla="*/ 475283 h 1006415"/>
              <a:gd name="connsiteX85" fmla="*/ 836172 w 1404874"/>
              <a:gd name="connsiteY85" fmla="*/ 475283 h 1006415"/>
              <a:gd name="connsiteX86" fmla="*/ 883961 w 1404874"/>
              <a:gd name="connsiteY86" fmla="*/ 531379 h 1006415"/>
              <a:gd name="connsiteX87" fmla="*/ 883961 w 1404874"/>
              <a:gd name="connsiteY87" fmla="*/ 559806 h 1006415"/>
              <a:gd name="connsiteX88" fmla="*/ 884952 w 1404874"/>
              <a:gd name="connsiteY88" fmla="*/ 570311 h 1006415"/>
              <a:gd name="connsiteX89" fmla="*/ 888613 w 1404874"/>
              <a:gd name="connsiteY89" fmla="*/ 573718 h 1006415"/>
              <a:gd name="connsiteX90" fmla="*/ 898291 w 1404874"/>
              <a:gd name="connsiteY90" fmla="*/ 575003 h 1006415"/>
              <a:gd name="connsiteX91" fmla="*/ 898291 w 1404874"/>
              <a:gd name="connsiteY91" fmla="*/ 577798 h 1006415"/>
              <a:gd name="connsiteX92" fmla="*/ 845772 w 1404874"/>
              <a:gd name="connsiteY92" fmla="*/ 577798 h 1006415"/>
              <a:gd name="connsiteX93" fmla="*/ 845772 w 1404874"/>
              <a:gd name="connsiteY93" fmla="*/ 575003 h 1006415"/>
              <a:gd name="connsiteX94" fmla="*/ 855458 w 1404874"/>
              <a:gd name="connsiteY94" fmla="*/ 573718 h 1006415"/>
              <a:gd name="connsiteX95" fmla="*/ 859040 w 1404874"/>
              <a:gd name="connsiteY95" fmla="*/ 570234 h 1006415"/>
              <a:gd name="connsiteX96" fmla="*/ 860102 w 1404874"/>
              <a:gd name="connsiteY96" fmla="*/ 559806 h 1006415"/>
              <a:gd name="connsiteX97" fmla="*/ 860102 w 1404874"/>
              <a:gd name="connsiteY97" fmla="*/ 493274 h 1006415"/>
              <a:gd name="connsiteX98" fmla="*/ 859040 w 1404874"/>
              <a:gd name="connsiteY98" fmla="*/ 482838 h 1006415"/>
              <a:gd name="connsiteX99" fmla="*/ 855458 w 1404874"/>
              <a:gd name="connsiteY99" fmla="*/ 479362 h 1006415"/>
              <a:gd name="connsiteX100" fmla="*/ 845772 w 1404874"/>
              <a:gd name="connsiteY100" fmla="*/ 478077 h 1006415"/>
              <a:gd name="connsiteX101" fmla="*/ 845772 w 1404874"/>
              <a:gd name="connsiteY101" fmla="*/ 475283 h 1006415"/>
              <a:gd name="connsiteX102" fmla="*/ 890822 w 1404874"/>
              <a:gd name="connsiteY102" fmla="*/ 475283 h 1006415"/>
              <a:gd name="connsiteX103" fmla="*/ 922759 w 1404874"/>
              <a:gd name="connsiteY103" fmla="*/ 483140 h 1006415"/>
              <a:gd name="connsiteX104" fmla="*/ 932437 w 1404874"/>
              <a:gd name="connsiteY104" fmla="*/ 502804 h 1006415"/>
              <a:gd name="connsiteX105" fmla="*/ 926185 w 1404874"/>
              <a:gd name="connsiteY105" fmla="*/ 519890 h 1006415"/>
              <a:gd name="connsiteX106" fmla="*/ 908960 w 1404874"/>
              <a:gd name="connsiteY106" fmla="*/ 529567 h 1006415"/>
              <a:gd name="connsiteX107" fmla="*/ 883961 w 1404874"/>
              <a:gd name="connsiteY107" fmla="*/ 531379 h 1006415"/>
              <a:gd name="connsiteX108" fmla="*/ 883961 w 1404874"/>
              <a:gd name="connsiteY108" fmla="*/ 481182 h 1006415"/>
              <a:gd name="connsiteX109" fmla="*/ 883961 w 1404874"/>
              <a:gd name="connsiteY109" fmla="*/ 525479 h 1006415"/>
              <a:gd name="connsiteX110" fmla="*/ 887770 w 1404874"/>
              <a:gd name="connsiteY110" fmla="*/ 525634 h 1006415"/>
              <a:gd name="connsiteX111" fmla="*/ 902100 w 1404874"/>
              <a:gd name="connsiteY111" fmla="*/ 520192 h 1006415"/>
              <a:gd name="connsiteX112" fmla="*/ 907134 w 1404874"/>
              <a:gd name="connsiteY112" fmla="*/ 503176 h 1006415"/>
              <a:gd name="connsiteX113" fmla="*/ 902100 w 1404874"/>
              <a:gd name="connsiteY113" fmla="*/ 486469 h 1006415"/>
              <a:gd name="connsiteX114" fmla="*/ 887083 w 1404874"/>
              <a:gd name="connsiteY114" fmla="*/ 481182 h 1006415"/>
              <a:gd name="connsiteX115" fmla="*/ 883961 w 1404874"/>
              <a:gd name="connsiteY115" fmla="*/ 481182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1404874" h="1006415">
                <a:moveTo>
                  <a:pt x="506222" y="478077"/>
                </a:moveTo>
                <a:lnTo>
                  <a:pt x="507057" y="475283"/>
                </a:lnTo>
                <a:lnTo>
                  <a:pt x="557515" y="475283"/>
                </a:lnTo>
                <a:lnTo>
                  <a:pt x="556524" y="478077"/>
                </a:lnTo>
                <a:cubicBezTo>
                  <a:pt x="551950" y="478077"/>
                  <a:pt x="548446" y="479084"/>
                  <a:pt x="546003" y="481104"/>
                </a:cubicBezTo>
                <a:cubicBezTo>
                  <a:pt x="543615" y="483117"/>
                  <a:pt x="541507" y="487329"/>
                  <a:pt x="539681" y="493731"/>
                </a:cubicBezTo>
                <a:lnTo>
                  <a:pt x="520778" y="559349"/>
                </a:lnTo>
                <a:cubicBezTo>
                  <a:pt x="519404" y="563986"/>
                  <a:pt x="518717" y="567091"/>
                  <a:pt x="518717" y="568647"/>
                </a:cubicBezTo>
                <a:cubicBezTo>
                  <a:pt x="518717" y="570466"/>
                  <a:pt x="519428" y="571875"/>
                  <a:pt x="520856" y="572882"/>
                </a:cubicBezTo>
                <a:cubicBezTo>
                  <a:pt x="522682" y="574198"/>
                  <a:pt x="526140" y="574902"/>
                  <a:pt x="531221" y="575003"/>
                </a:cubicBezTo>
                <a:lnTo>
                  <a:pt x="530456" y="577798"/>
                </a:lnTo>
                <a:lnTo>
                  <a:pt x="479162" y="577798"/>
                </a:lnTo>
                <a:lnTo>
                  <a:pt x="479998" y="575003"/>
                </a:lnTo>
                <a:cubicBezTo>
                  <a:pt x="485133" y="575003"/>
                  <a:pt x="488895" y="574043"/>
                  <a:pt x="491283" y="572131"/>
                </a:cubicBezTo>
                <a:cubicBezTo>
                  <a:pt x="493671" y="570164"/>
                  <a:pt x="495826" y="565906"/>
                  <a:pt x="497761" y="559349"/>
                </a:cubicBezTo>
                <a:lnTo>
                  <a:pt x="516813" y="493731"/>
                </a:lnTo>
                <a:cubicBezTo>
                  <a:pt x="517984" y="489698"/>
                  <a:pt x="518569" y="486647"/>
                  <a:pt x="518569" y="484580"/>
                </a:cubicBezTo>
                <a:cubicBezTo>
                  <a:pt x="518569" y="482715"/>
                  <a:pt x="517851" y="481251"/>
                  <a:pt x="516430" y="480198"/>
                </a:cubicBezTo>
                <a:cubicBezTo>
                  <a:pt x="515010" y="479138"/>
                  <a:pt x="511607" y="478433"/>
                  <a:pt x="506222" y="478077"/>
                </a:cubicBezTo>
                <a:close/>
                <a:moveTo>
                  <a:pt x="569863" y="580143"/>
                </a:moveTo>
                <a:lnTo>
                  <a:pt x="573219" y="494412"/>
                </a:lnTo>
                <a:cubicBezTo>
                  <a:pt x="573367" y="489419"/>
                  <a:pt x="573445" y="486794"/>
                  <a:pt x="573445" y="486547"/>
                </a:cubicBezTo>
                <a:cubicBezTo>
                  <a:pt x="573445" y="483775"/>
                  <a:pt x="572758" y="481731"/>
                  <a:pt x="571385" y="480423"/>
                </a:cubicBezTo>
                <a:cubicBezTo>
                  <a:pt x="570066" y="479115"/>
                  <a:pt x="567599" y="478333"/>
                  <a:pt x="563993" y="478077"/>
                </a:cubicBezTo>
                <a:lnTo>
                  <a:pt x="564906" y="475283"/>
                </a:lnTo>
                <a:lnTo>
                  <a:pt x="608356" y="475283"/>
                </a:lnTo>
                <a:lnTo>
                  <a:pt x="607513" y="478077"/>
                </a:lnTo>
                <a:cubicBezTo>
                  <a:pt x="603806" y="478077"/>
                  <a:pt x="600988" y="479184"/>
                  <a:pt x="599053" y="481406"/>
                </a:cubicBezTo>
                <a:cubicBezTo>
                  <a:pt x="597172" y="483620"/>
                  <a:pt x="596079" y="488211"/>
                  <a:pt x="595775" y="495163"/>
                </a:cubicBezTo>
                <a:lnTo>
                  <a:pt x="593340" y="548619"/>
                </a:lnTo>
                <a:lnTo>
                  <a:pt x="633660" y="502193"/>
                </a:lnTo>
                <a:cubicBezTo>
                  <a:pt x="638889" y="496200"/>
                  <a:pt x="642120" y="492043"/>
                  <a:pt x="643338" y="489721"/>
                </a:cubicBezTo>
                <a:cubicBezTo>
                  <a:pt x="644555" y="487406"/>
                  <a:pt x="645164" y="485385"/>
                  <a:pt x="645164" y="483674"/>
                </a:cubicBezTo>
                <a:cubicBezTo>
                  <a:pt x="645164" y="482413"/>
                  <a:pt x="644610" y="481306"/>
                  <a:pt x="643486" y="480346"/>
                </a:cubicBezTo>
                <a:cubicBezTo>
                  <a:pt x="642370" y="479339"/>
                  <a:pt x="640239" y="478580"/>
                  <a:pt x="637086" y="478077"/>
                </a:cubicBezTo>
                <a:lnTo>
                  <a:pt x="638155" y="475283"/>
                </a:lnTo>
                <a:lnTo>
                  <a:pt x="666658" y="475283"/>
                </a:lnTo>
                <a:lnTo>
                  <a:pt x="666658" y="478077"/>
                </a:lnTo>
                <a:cubicBezTo>
                  <a:pt x="664223" y="478681"/>
                  <a:pt x="662241" y="479564"/>
                  <a:pt x="660711" y="480725"/>
                </a:cubicBezTo>
                <a:cubicBezTo>
                  <a:pt x="658479" y="482389"/>
                  <a:pt x="655021" y="485920"/>
                  <a:pt x="650346" y="491308"/>
                </a:cubicBezTo>
                <a:lnTo>
                  <a:pt x="573219" y="580143"/>
                </a:lnTo>
                <a:lnTo>
                  <a:pt x="569863" y="580143"/>
                </a:lnTo>
                <a:close/>
                <a:moveTo>
                  <a:pt x="675657" y="505072"/>
                </a:moveTo>
                <a:cubicBezTo>
                  <a:pt x="679162" y="505072"/>
                  <a:pt x="682135" y="506303"/>
                  <a:pt x="684570" y="508773"/>
                </a:cubicBezTo>
                <a:cubicBezTo>
                  <a:pt x="687060" y="511196"/>
                  <a:pt x="688309" y="514138"/>
                  <a:pt x="688309" y="517622"/>
                </a:cubicBezTo>
                <a:cubicBezTo>
                  <a:pt x="688309" y="521098"/>
                  <a:pt x="687060" y="524070"/>
                  <a:pt x="684570" y="526540"/>
                </a:cubicBezTo>
                <a:cubicBezTo>
                  <a:pt x="682135" y="528955"/>
                  <a:pt x="679162" y="530171"/>
                  <a:pt x="675657" y="530171"/>
                </a:cubicBezTo>
                <a:cubicBezTo>
                  <a:pt x="672145" y="530171"/>
                  <a:pt x="669148" y="528955"/>
                  <a:pt x="666658" y="526540"/>
                </a:cubicBezTo>
                <a:cubicBezTo>
                  <a:pt x="664223" y="524070"/>
                  <a:pt x="662998" y="521098"/>
                  <a:pt x="662998" y="517622"/>
                </a:cubicBezTo>
                <a:cubicBezTo>
                  <a:pt x="662998" y="514138"/>
                  <a:pt x="664223" y="511196"/>
                  <a:pt x="666658" y="508773"/>
                </a:cubicBezTo>
                <a:cubicBezTo>
                  <a:pt x="669148" y="506303"/>
                  <a:pt x="672145" y="505072"/>
                  <a:pt x="675657" y="505072"/>
                </a:cubicBezTo>
                <a:close/>
                <a:moveTo>
                  <a:pt x="675579" y="554511"/>
                </a:moveTo>
                <a:cubicBezTo>
                  <a:pt x="679138" y="554511"/>
                  <a:pt x="682135" y="555749"/>
                  <a:pt x="684570" y="558219"/>
                </a:cubicBezTo>
                <a:cubicBezTo>
                  <a:pt x="687060" y="560689"/>
                  <a:pt x="688309" y="563661"/>
                  <a:pt x="688309" y="567137"/>
                </a:cubicBezTo>
                <a:cubicBezTo>
                  <a:pt x="688309" y="570613"/>
                  <a:pt x="687060" y="573586"/>
                  <a:pt x="684570" y="576056"/>
                </a:cubicBezTo>
                <a:cubicBezTo>
                  <a:pt x="682081" y="578479"/>
                  <a:pt x="679084" y="579687"/>
                  <a:pt x="675579" y="579687"/>
                </a:cubicBezTo>
                <a:cubicBezTo>
                  <a:pt x="672075" y="579687"/>
                  <a:pt x="669070" y="578479"/>
                  <a:pt x="666580" y="576056"/>
                </a:cubicBezTo>
                <a:cubicBezTo>
                  <a:pt x="664145" y="573586"/>
                  <a:pt x="662928" y="570613"/>
                  <a:pt x="662928" y="567137"/>
                </a:cubicBezTo>
                <a:cubicBezTo>
                  <a:pt x="662928" y="563661"/>
                  <a:pt x="664145" y="560689"/>
                  <a:pt x="666580" y="558219"/>
                </a:cubicBezTo>
                <a:cubicBezTo>
                  <a:pt x="669070" y="555749"/>
                  <a:pt x="672075" y="554511"/>
                  <a:pt x="675579" y="554511"/>
                </a:cubicBezTo>
                <a:close/>
                <a:moveTo>
                  <a:pt x="836172" y="475283"/>
                </a:moveTo>
                <a:lnTo>
                  <a:pt x="836172" y="503029"/>
                </a:lnTo>
                <a:lnTo>
                  <a:pt x="833425" y="503029"/>
                </a:lnTo>
                <a:cubicBezTo>
                  <a:pt x="831801" y="496626"/>
                  <a:pt x="829998" y="492043"/>
                  <a:pt x="828016" y="489264"/>
                </a:cubicBezTo>
                <a:cubicBezTo>
                  <a:pt x="826033" y="486446"/>
                  <a:pt x="823318" y="484201"/>
                  <a:pt x="819860" y="482536"/>
                </a:cubicBezTo>
                <a:cubicBezTo>
                  <a:pt x="817932" y="481631"/>
                  <a:pt x="814553" y="481182"/>
                  <a:pt x="809721" y="481182"/>
                </a:cubicBezTo>
                <a:lnTo>
                  <a:pt x="802026" y="481182"/>
                </a:lnTo>
                <a:lnTo>
                  <a:pt x="802026" y="560255"/>
                </a:lnTo>
                <a:cubicBezTo>
                  <a:pt x="802026" y="565504"/>
                  <a:pt x="802307" y="568779"/>
                  <a:pt x="802861" y="570087"/>
                </a:cubicBezTo>
                <a:cubicBezTo>
                  <a:pt x="803478" y="571395"/>
                  <a:pt x="804617" y="572556"/>
                  <a:pt x="806295" y="573563"/>
                </a:cubicBezTo>
                <a:cubicBezTo>
                  <a:pt x="808020" y="574523"/>
                  <a:pt x="810361" y="575003"/>
                  <a:pt x="813304" y="575003"/>
                </a:cubicBezTo>
                <a:lnTo>
                  <a:pt x="816738" y="575003"/>
                </a:lnTo>
                <a:lnTo>
                  <a:pt x="816738" y="577798"/>
                </a:lnTo>
                <a:lnTo>
                  <a:pt x="762619" y="577798"/>
                </a:lnTo>
                <a:lnTo>
                  <a:pt x="762619" y="575003"/>
                </a:lnTo>
                <a:lnTo>
                  <a:pt x="766053" y="575003"/>
                </a:lnTo>
                <a:cubicBezTo>
                  <a:pt x="769050" y="575003"/>
                  <a:pt x="771462" y="574469"/>
                  <a:pt x="773288" y="573416"/>
                </a:cubicBezTo>
                <a:cubicBezTo>
                  <a:pt x="774615" y="572704"/>
                  <a:pt x="775653" y="571496"/>
                  <a:pt x="776418" y="569785"/>
                </a:cubicBezTo>
                <a:cubicBezTo>
                  <a:pt x="776972" y="568577"/>
                  <a:pt x="777253" y="565395"/>
                  <a:pt x="777253" y="560255"/>
                </a:cubicBezTo>
                <a:lnTo>
                  <a:pt x="777253" y="481182"/>
                </a:lnTo>
                <a:lnTo>
                  <a:pt x="769784" y="481182"/>
                </a:lnTo>
                <a:cubicBezTo>
                  <a:pt x="762822" y="481182"/>
                  <a:pt x="757765" y="482637"/>
                  <a:pt x="754619" y="485563"/>
                </a:cubicBezTo>
                <a:cubicBezTo>
                  <a:pt x="750194" y="489643"/>
                  <a:pt x="747400" y="495465"/>
                  <a:pt x="746237" y="503029"/>
                </a:cubicBezTo>
                <a:lnTo>
                  <a:pt x="743333" y="503029"/>
                </a:lnTo>
                <a:lnTo>
                  <a:pt x="743333" y="475283"/>
                </a:lnTo>
                <a:lnTo>
                  <a:pt x="836172" y="475283"/>
                </a:lnTo>
                <a:close/>
                <a:moveTo>
                  <a:pt x="883961" y="531379"/>
                </a:moveTo>
                <a:lnTo>
                  <a:pt x="883961" y="559806"/>
                </a:lnTo>
                <a:cubicBezTo>
                  <a:pt x="883961" y="565349"/>
                  <a:pt x="884289" y="568848"/>
                  <a:pt x="884952" y="570311"/>
                </a:cubicBezTo>
                <a:cubicBezTo>
                  <a:pt x="885663" y="571728"/>
                  <a:pt x="886880" y="572858"/>
                  <a:pt x="888613" y="573718"/>
                </a:cubicBezTo>
                <a:cubicBezTo>
                  <a:pt x="890392" y="574569"/>
                  <a:pt x="893616" y="575003"/>
                  <a:pt x="898291" y="575003"/>
                </a:cubicBezTo>
                <a:lnTo>
                  <a:pt x="898291" y="577798"/>
                </a:lnTo>
                <a:lnTo>
                  <a:pt x="845772" y="577798"/>
                </a:lnTo>
                <a:lnTo>
                  <a:pt x="845772" y="575003"/>
                </a:lnTo>
                <a:cubicBezTo>
                  <a:pt x="850549" y="575003"/>
                  <a:pt x="853780" y="574569"/>
                  <a:pt x="855458" y="573718"/>
                </a:cubicBezTo>
                <a:cubicBezTo>
                  <a:pt x="857183" y="572812"/>
                  <a:pt x="858377" y="571651"/>
                  <a:pt x="859040" y="570234"/>
                </a:cubicBezTo>
                <a:cubicBezTo>
                  <a:pt x="859751" y="568825"/>
                  <a:pt x="860102" y="565349"/>
                  <a:pt x="860102" y="559806"/>
                </a:cubicBezTo>
                <a:lnTo>
                  <a:pt x="860102" y="493274"/>
                </a:lnTo>
                <a:cubicBezTo>
                  <a:pt x="860102" y="487731"/>
                  <a:pt x="859751" y="484255"/>
                  <a:pt x="859040" y="482838"/>
                </a:cubicBezTo>
                <a:cubicBezTo>
                  <a:pt x="858377" y="481383"/>
                  <a:pt x="857183" y="480222"/>
                  <a:pt x="855458" y="479362"/>
                </a:cubicBezTo>
                <a:cubicBezTo>
                  <a:pt x="853725" y="478511"/>
                  <a:pt x="850502" y="478077"/>
                  <a:pt x="845772" y="478077"/>
                </a:cubicBezTo>
                <a:lnTo>
                  <a:pt x="845772" y="475283"/>
                </a:lnTo>
                <a:lnTo>
                  <a:pt x="890822" y="475283"/>
                </a:lnTo>
                <a:cubicBezTo>
                  <a:pt x="905659" y="475283"/>
                  <a:pt x="916305" y="477899"/>
                  <a:pt x="922759" y="483140"/>
                </a:cubicBezTo>
                <a:cubicBezTo>
                  <a:pt x="929214" y="488389"/>
                  <a:pt x="932437" y="494939"/>
                  <a:pt x="932437" y="502804"/>
                </a:cubicBezTo>
                <a:cubicBezTo>
                  <a:pt x="932437" y="509454"/>
                  <a:pt x="930353" y="515152"/>
                  <a:pt x="926185" y="519890"/>
                </a:cubicBezTo>
                <a:cubicBezTo>
                  <a:pt x="922018" y="524628"/>
                  <a:pt x="916281" y="527848"/>
                  <a:pt x="908960" y="529567"/>
                </a:cubicBezTo>
                <a:cubicBezTo>
                  <a:pt x="904035" y="530775"/>
                  <a:pt x="895700" y="531379"/>
                  <a:pt x="883961" y="531379"/>
                </a:cubicBezTo>
                <a:close/>
                <a:moveTo>
                  <a:pt x="883961" y="481182"/>
                </a:moveTo>
                <a:lnTo>
                  <a:pt x="883961" y="525479"/>
                </a:lnTo>
                <a:cubicBezTo>
                  <a:pt x="885639" y="525580"/>
                  <a:pt x="886912" y="525634"/>
                  <a:pt x="887770" y="525634"/>
                </a:cubicBezTo>
                <a:cubicBezTo>
                  <a:pt x="893975" y="525634"/>
                  <a:pt x="898751" y="523815"/>
                  <a:pt x="902100" y="520192"/>
                </a:cubicBezTo>
                <a:cubicBezTo>
                  <a:pt x="905456" y="516507"/>
                  <a:pt x="907134" y="510840"/>
                  <a:pt x="907134" y="503176"/>
                </a:cubicBezTo>
                <a:cubicBezTo>
                  <a:pt x="907134" y="495566"/>
                  <a:pt x="905456" y="489999"/>
                  <a:pt x="902100" y="486469"/>
                </a:cubicBezTo>
                <a:cubicBezTo>
                  <a:pt x="898751" y="482939"/>
                  <a:pt x="893741" y="481182"/>
                  <a:pt x="887083" y="481182"/>
                </a:cubicBezTo>
                <a:lnTo>
                  <a:pt x="883961" y="481182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86C12EE0-F96F-4295-A917-024A85422A60}"/>
              </a:ext>
            </a:extLst>
          </p:cNvPr>
          <p:cNvSpPr/>
          <p:nvPr/>
        </p:nvSpPr>
        <p:spPr>
          <a:xfrm>
            <a:off x="10062375" y="2509637"/>
            <a:ext cx="1482923" cy="1006416"/>
          </a:xfrm>
          <a:custGeom>
            <a:avLst/>
            <a:gdLst>
              <a:gd name="connsiteX0" fmla="*/ 506222 w 1482922"/>
              <a:gd name="connsiteY0" fmla="*/ 478080 h 1006415"/>
              <a:gd name="connsiteX1" fmla="*/ 507057 w 1482922"/>
              <a:gd name="connsiteY1" fmla="*/ 475283 h 1006415"/>
              <a:gd name="connsiteX2" fmla="*/ 557515 w 1482922"/>
              <a:gd name="connsiteY2" fmla="*/ 475283 h 1006415"/>
              <a:gd name="connsiteX3" fmla="*/ 556524 w 1482922"/>
              <a:gd name="connsiteY3" fmla="*/ 478080 h 1006415"/>
              <a:gd name="connsiteX4" fmla="*/ 546011 w 1482922"/>
              <a:gd name="connsiteY4" fmla="*/ 481103 h 1006415"/>
              <a:gd name="connsiteX5" fmla="*/ 539681 w 1482922"/>
              <a:gd name="connsiteY5" fmla="*/ 493729 h 1006415"/>
              <a:gd name="connsiteX6" fmla="*/ 520778 w 1482922"/>
              <a:gd name="connsiteY6" fmla="*/ 559352 h 1006415"/>
              <a:gd name="connsiteX7" fmla="*/ 518717 w 1482922"/>
              <a:gd name="connsiteY7" fmla="*/ 568651 h 1006415"/>
              <a:gd name="connsiteX8" fmla="*/ 520856 w 1482922"/>
              <a:gd name="connsiteY8" fmla="*/ 572885 h 1006415"/>
              <a:gd name="connsiteX9" fmla="*/ 531221 w 1482922"/>
              <a:gd name="connsiteY9" fmla="*/ 575001 h 1006415"/>
              <a:gd name="connsiteX10" fmla="*/ 530456 w 1482922"/>
              <a:gd name="connsiteY10" fmla="*/ 577798 h 1006415"/>
              <a:gd name="connsiteX11" fmla="*/ 479162 w 1482922"/>
              <a:gd name="connsiteY11" fmla="*/ 577798 h 1006415"/>
              <a:gd name="connsiteX12" fmla="*/ 480005 w 1482922"/>
              <a:gd name="connsiteY12" fmla="*/ 575001 h 1006415"/>
              <a:gd name="connsiteX13" fmla="*/ 491283 w 1482922"/>
              <a:gd name="connsiteY13" fmla="*/ 572128 h 1006415"/>
              <a:gd name="connsiteX14" fmla="*/ 497761 w 1482922"/>
              <a:gd name="connsiteY14" fmla="*/ 559352 h 1006415"/>
              <a:gd name="connsiteX15" fmla="*/ 516813 w 1482922"/>
              <a:gd name="connsiteY15" fmla="*/ 493729 h 1006415"/>
              <a:gd name="connsiteX16" fmla="*/ 518569 w 1482922"/>
              <a:gd name="connsiteY16" fmla="*/ 484581 h 1006415"/>
              <a:gd name="connsiteX17" fmla="*/ 516430 w 1482922"/>
              <a:gd name="connsiteY17" fmla="*/ 480196 h 1006415"/>
              <a:gd name="connsiteX18" fmla="*/ 506222 w 1482922"/>
              <a:gd name="connsiteY18" fmla="*/ 478080 h 1006415"/>
              <a:gd name="connsiteX19" fmla="*/ 571541 w 1482922"/>
              <a:gd name="connsiteY19" fmla="*/ 505069 h 1006415"/>
              <a:gd name="connsiteX20" fmla="*/ 580461 w 1482922"/>
              <a:gd name="connsiteY20" fmla="*/ 508774 h 1006415"/>
              <a:gd name="connsiteX21" fmla="*/ 584192 w 1482922"/>
              <a:gd name="connsiteY21" fmla="*/ 517619 h 1006415"/>
              <a:gd name="connsiteX22" fmla="*/ 580461 w 1482922"/>
              <a:gd name="connsiteY22" fmla="*/ 526541 h 1006415"/>
              <a:gd name="connsiteX23" fmla="*/ 571541 w 1482922"/>
              <a:gd name="connsiteY23" fmla="*/ 530169 h 1006415"/>
              <a:gd name="connsiteX24" fmla="*/ 562549 w 1482922"/>
              <a:gd name="connsiteY24" fmla="*/ 526541 h 1006415"/>
              <a:gd name="connsiteX25" fmla="*/ 558889 w 1482922"/>
              <a:gd name="connsiteY25" fmla="*/ 517619 h 1006415"/>
              <a:gd name="connsiteX26" fmla="*/ 562549 w 1482922"/>
              <a:gd name="connsiteY26" fmla="*/ 508774 h 1006415"/>
              <a:gd name="connsiteX27" fmla="*/ 571541 w 1482922"/>
              <a:gd name="connsiteY27" fmla="*/ 505069 h 1006415"/>
              <a:gd name="connsiteX28" fmla="*/ 571463 w 1482922"/>
              <a:gd name="connsiteY28" fmla="*/ 554513 h 1006415"/>
              <a:gd name="connsiteX29" fmla="*/ 580461 w 1482922"/>
              <a:gd name="connsiteY29" fmla="*/ 558218 h 1006415"/>
              <a:gd name="connsiteX30" fmla="*/ 584192 w 1482922"/>
              <a:gd name="connsiteY30" fmla="*/ 567139 h 1006415"/>
              <a:gd name="connsiteX31" fmla="*/ 580461 w 1482922"/>
              <a:gd name="connsiteY31" fmla="*/ 576060 h 1006415"/>
              <a:gd name="connsiteX32" fmla="*/ 571463 w 1482922"/>
              <a:gd name="connsiteY32" fmla="*/ 579689 h 1006415"/>
              <a:gd name="connsiteX33" fmla="*/ 562471 w 1482922"/>
              <a:gd name="connsiteY33" fmla="*/ 576060 h 1006415"/>
              <a:gd name="connsiteX34" fmla="*/ 558811 w 1482922"/>
              <a:gd name="connsiteY34" fmla="*/ 567139 h 1006415"/>
              <a:gd name="connsiteX35" fmla="*/ 562471 w 1482922"/>
              <a:gd name="connsiteY35" fmla="*/ 558218 h 1006415"/>
              <a:gd name="connsiteX36" fmla="*/ 571463 w 1482922"/>
              <a:gd name="connsiteY36" fmla="*/ 554513 h 1006415"/>
              <a:gd name="connsiteX37" fmla="*/ 732055 w 1482922"/>
              <a:gd name="connsiteY37" fmla="*/ 475283 h 1006415"/>
              <a:gd name="connsiteX38" fmla="*/ 732055 w 1482922"/>
              <a:gd name="connsiteY38" fmla="*/ 503028 h 1006415"/>
              <a:gd name="connsiteX39" fmla="*/ 729316 w 1482922"/>
              <a:gd name="connsiteY39" fmla="*/ 503028 h 1006415"/>
              <a:gd name="connsiteX40" fmla="*/ 723907 w 1482922"/>
              <a:gd name="connsiteY40" fmla="*/ 489269 h 1006415"/>
              <a:gd name="connsiteX41" fmla="*/ 715751 w 1482922"/>
              <a:gd name="connsiteY41" fmla="*/ 482540 h 1006415"/>
              <a:gd name="connsiteX42" fmla="*/ 705612 w 1482922"/>
              <a:gd name="connsiteY42" fmla="*/ 481179 h 1006415"/>
              <a:gd name="connsiteX43" fmla="*/ 697909 w 1482922"/>
              <a:gd name="connsiteY43" fmla="*/ 481179 h 1006415"/>
              <a:gd name="connsiteX44" fmla="*/ 697909 w 1482922"/>
              <a:gd name="connsiteY44" fmla="*/ 560259 h 1006415"/>
              <a:gd name="connsiteX45" fmla="*/ 698752 w 1482922"/>
              <a:gd name="connsiteY45" fmla="*/ 570088 h 1006415"/>
              <a:gd name="connsiteX46" fmla="*/ 702178 w 1482922"/>
              <a:gd name="connsiteY46" fmla="*/ 573565 h 1006415"/>
              <a:gd name="connsiteX47" fmla="*/ 709195 w 1482922"/>
              <a:gd name="connsiteY47" fmla="*/ 575001 h 1006415"/>
              <a:gd name="connsiteX48" fmla="*/ 712621 w 1482922"/>
              <a:gd name="connsiteY48" fmla="*/ 575001 h 1006415"/>
              <a:gd name="connsiteX49" fmla="*/ 712621 w 1482922"/>
              <a:gd name="connsiteY49" fmla="*/ 577798 h 1006415"/>
              <a:gd name="connsiteX50" fmla="*/ 658510 w 1482922"/>
              <a:gd name="connsiteY50" fmla="*/ 577798 h 1006415"/>
              <a:gd name="connsiteX51" fmla="*/ 658510 w 1482922"/>
              <a:gd name="connsiteY51" fmla="*/ 575001 h 1006415"/>
              <a:gd name="connsiteX52" fmla="*/ 661936 w 1482922"/>
              <a:gd name="connsiteY52" fmla="*/ 575001 h 1006415"/>
              <a:gd name="connsiteX53" fmla="*/ 669179 w 1482922"/>
              <a:gd name="connsiteY53" fmla="*/ 573413 h 1006415"/>
              <a:gd name="connsiteX54" fmla="*/ 672301 w 1482922"/>
              <a:gd name="connsiteY54" fmla="*/ 569785 h 1006415"/>
              <a:gd name="connsiteX55" fmla="*/ 673144 w 1482922"/>
              <a:gd name="connsiteY55" fmla="*/ 560259 h 1006415"/>
              <a:gd name="connsiteX56" fmla="*/ 673144 w 1482922"/>
              <a:gd name="connsiteY56" fmla="*/ 481179 h 1006415"/>
              <a:gd name="connsiteX57" fmla="*/ 665675 w 1482922"/>
              <a:gd name="connsiteY57" fmla="*/ 481179 h 1006415"/>
              <a:gd name="connsiteX58" fmla="*/ 650502 w 1482922"/>
              <a:gd name="connsiteY58" fmla="*/ 485564 h 1006415"/>
              <a:gd name="connsiteX59" fmla="*/ 642120 w 1482922"/>
              <a:gd name="connsiteY59" fmla="*/ 503028 h 1006415"/>
              <a:gd name="connsiteX60" fmla="*/ 639224 w 1482922"/>
              <a:gd name="connsiteY60" fmla="*/ 503028 h 1006415"/>
              <a:gd name="connsiteX61" fmla="*/ 639224 w 1482922"/>
              <a:gd name="connsiteY61" fmla="*/ 475283 h 1006415"/>
              <a:gd name="connsiteX62" fmla="*/ 732055 w 1482922"/>
              <a:gd name="connsiteY62" fmla="*/ 475283 h 1006415"/>
              <a:gd name="connsiteX63" fmla="*/ 760949 w 1482922"/>
              <a:gd name="connsiteY63" fmla="*/ 507111 h 1006415"/>
              <a:gd name="connsiteX64" fmla="*/ 760949 w 1482922"/>
              <a:gd name="connsiteY64" fmla="*/ 523138 h 1006415"/>
              <a:gd name="connsiteX65" fmla="*/ 773366 w 1482922"/>
              <a:gd name="connsiteY65" fmla="*/ 508623 h 1006415"/>
              <a:gd name="connsiteX66" fmla="*/ 783661 w 1482922"/>
              <a:gd name="connsiteY66" fmla="*/ 504994 h 1006415"/>
              <a:gd name="connsiteX67" fmla="*/ 790443 w 1482922"/>
              <a:gd name="connsiteY67" fmla="*/ 507640 h 1006415"/>
              <a:gd name="connsiteX68" fmla="*/ 793035 w 1482922"/>
              <a:gd name="connsiteY68" fmla="*/ 514973 h 1006415"/>
              <a:gd name="connsiteX69" fmla="*/ 790522 w 1482922"/>
              <a:gd name="connsiteY69" fmla="*/ 522836 h 1006415"/>
              <a:gd name="connsiteX70" fmla="*/ 784574 w 1482922"/>
              <a:gd name="connsiteY70" fmla="*/ 525633 h 1006415"/>
              <a:gd name="connsiteX71" fmla="*/ 777565 w 1482922"/>
              <a:gd name="connsiteY71" fmla="*/ 523062 h 1006415"/>
              <a:gd name="connsiteX72" fmla="*/ 774053 w 1482922"/>
              <a:gd name="connsiteY72" fmla="*/ 520190 h 1006415"/>
              <a:gd name="connsiteX73" fmla="*/ 772305 w 1482922"/>
              <a:gd name="connsiteY73" fmla="*/ 519736 h 1006415"/>
              <a:gd name="connsiteX74" fmla="*/ 768114 w 1482922"/>
              <a:gd name="connsiteY74" fmla="*/ 521400 h 1006415"/>
              <a:gd name="connsiteX75" fmla="*/ 763384 w 1482922"/>
              <a:gd name="connsiteY75" fmla="*/ 528733 h 1006415"/>
              <a:gd name="connsiteX76" fmla="*/ 760949 w 1482922"/>
              <a:gd name="connsiteY76" fmla="*/ 544912 h 1006415"/>
              <a:gd name="connsiteX77" fmla="*/ 760949 w 1482922"/>
              <a:gd name="connsiteY77" fmla="*/ 561166 h 1006415"/>
              <a:gd name="connsiteX78" fmla="*/ 761019 w 1482922"/>
              <a:gd name="connsiteY78" fmla="*/ 565400 h 1006415"/>
              <a:gd name="connsiteX79" fmla="*/ 761558 w 1482922"/>
              <a:gd name="connsiteY79" fmla="*/ 570919 h 1006415"/>
              <a:gd name="connsiteX80" fmla="*/ 764227 w 1482922"/>
              <a:gd name="connsiteY80" fmla="*/ 573943 h 1006415"/>
              <a:gd name="connsiteX81" fmla="*/ 770323 w 1482922"/>
              <a:gd name="connsiteY81" fmla="*/ 575077 h 1006415"/>
              <a:gd name="connsiteX82" fmla="*/ 770323 w 1482922"/>
              <a:gd name="connsiteY82" fmla="*/ 577798 h 1006415"/>
              <a:gd name="connsiteX83" fmla="*/ 731829 w 1482922"/>
              <a:gd name="connsiteY83" fmla="*/ 577798 h 1006415"/>
              <a:gd name="connsiteX84" fmla="*/ 731829 w 1482922"/>
              <a:gd name="connsiteY84" fmla="*/ 575077 h 1006415"/>
              <a:gd name="connsiteX85" fmla="*/ 738081 w 1482922"/>
              <a:gd name="connsiteY85" fmla="*/ 572582 h 1006415"/>
              <a:gd name="connsiteX86" fmla="*/ 739759 w 1482922"/>
              <a:gd name="connsiteY86" fmla="*/ 561166 h 1006415"/>
              <a:gd name="connsiteX87" fmla="*/ 739759 w 1482922"/>
              <a:gd name="connsiteY87" fmla="*/ 522080 h 1006415"/>
              <a:gd name="connsiteX88" fmla="*/ 739150 w 1482922"/>
              <a:gd name="connsiteY88" fmla="*/ 514369 h 1006415"/>
              <a:gd name="connsiteX89" fmla="*/ 736933 w 1482922"/>
              <a:gd name="connsiteY89" fmla="*/ 511269 h 1006415"/>
              <a:gd name="connsiteX90" fmla="*/ 731829 w 1482922"/>
              <a:gd name="connsiteY90" fmla="*/ 509908 h 1006415"/>
              <a:gd name="connsiteX91" fmla="*/ 731829 w 1482922"/>
              <a:gd name="connsiteY91" fmla="*/ 507111 h 1006415"/>
              <a:gd name="connsiteX92" fmla="*/ 760949 w 1482922"/>
              <a:gd name="connsiteY92" fmla="*/ 507111 h 1006415"/>
              <a:gd name="connsiteX93" fmla="*/ 840059 w 1482922"/>
              <a:gd name="connsiteY93" fmla="*/ 567366 h 1006415"/>
              <a:gd name="connsiteX94" fmla="*/ 816660 w 1482922"/>
              <a:gd name="connsiteY94" fmla="*/ 578782 h 1006415"/>
              <a:gd name="connsiteX95" fmla="*/ 806521 w 1482922"/>
              <a:gd name="connsiteY95" fmla="*/ 574850 h 1006415"/>
              <a:gd name="connsiteX96" fmla="*/ 802486 w 1482922"/>
              <a:gd name="connsiteY96" fmla="*/ 564871 h 1006415"/>
              <a:gd name="connsiteX97" fmla="*/ 809495 w 1482922"/>
              <a:gd name="connsiteY97" fmla="*/ 550355 h 1006415"/>
              <a:gd name="connsiteX98" fmla="*/ 840059 w 1482922"/>
              <a:gd name="connsiteY98" fmla="*/ 533118 h 1006415"/>
              <a:gd name="connsiteX99" fmla="*/ 840059 w 1482922"/>
              <a:gd name="connsiteY99" fmla="*/ 526011 h 1006415"/>
              <a:gd name="connsiteX100" fmla="*/ 839146 w 1482922"/>
              <a:gd name="connsiteY100" fmla="*/ 515956 h 1006415"/>
              <a:gd name="connsiteX101" fmla="*/ 835868 w 1482922"/>
              <a:gd name="connsiteY101" fmla="*/ 512327 h 1006415"/>
              <a:gd name="connsiteX102" fmla="*/ 830381 w 1482922"/>
              <a:gd name="connsiteY102" fmla="*/ 510739 h 1006415"/>
              <a:gd name="connsiteX103" fmla="*/ 822225 w 1482922"/>
              <a:gd name="connsiteY103" fmla="*/ 512932 h 1006415"/>
              <a:gd name="connsiteX104" fmla="*/ 820242 w 1482922"/>
              <a:gd name="connsiteY104" fmla="*/ 516107 h 1006415"/>
              <a:gd name="connsiteX105" fmla="*/ 822381 w 1482922"/>
              <a:gd name="connsiteY105" fmla="*/ 520039 h 1006415"/>
              <a:gd name="connsiteX106" fmla="*/ 825276 w 1482922"/>
              <a:gd name="connsiteY106" fmla="*/ 526314 h 1006415"/>
              <a:gd name="connsiteX107" fmla="*/ 822451 w 1482922"/>
              <a:gd name="connsiteY107" fmla="*/ 532664 h 1006415"/>
              <a:gd name="connsiteX108" fmla="*/ 815216 w 1482922"/>
              <a:gd name="connsiteY108" fmla="*/ 535235 h 1006415"/>
              <a:gd name="connsiteX109" fmla="*/ 807138 w 1482922"/>
              <a:gd name="connsiteY109" fmla="*/ 532362 h 1006415"/>
              <a:gd name="connsiteX110" fmla="*/ 803930 w 1482922"/>
              <a:gd name="connsiteY110" fmla="*/ 525633 h 1006415"/>
              <a:gd name="connsiteX111" fmla="*/ 808277 w 1482922"/>
              <a:gd name="connsiteY111" fmla="*/ 515276 h 1006415"/>
              <a:gd name="connsiteX112" fmla="*/ 820398 w 1482922"/>
              <a:gd name="connsiteY112" fmla="*/ 507640 h 1006415"/>
              <a:gd name="connsiteX113" fmla="*/ 836554 w 1482922"/>
              <a:gd name="connsiteY113" fmla="*/ 504994 h 1006415"/>
              <a:gd name="connsiteX114" fmla="*/ 852562 w 1482922"/>
              <a:gd name="connsiteY114" fmla="*/ 509303 h 1006415"/>
              <a:gd name="connsiteX115" fmla="*/ 860258 w 1482922"/>
              <a:gd name="connsiteY115" fmla="*/ 518527 h 1006415"/>
              <a:gd name="connsiteX116" fmla="*/ 861327 w 1482922"/>
              <a:gd name="connsiteY116" fmla="*/ 533118 h 1006415"/>
              <a:gd name="connsiteX117" fmla="*/ 861327 w 1482922"/>
              <a:gd name="connsiteY117" fmla="*/ 560562 h 1006415"/>
              <a:gd name="connsiteX118" fmla="*/ 861709 w 1482922"/>
              <a:gd name="connsiteY118" fmla="*/ 566685 h 1006415"/>
              <a:gd name="connsiteX119" fmla="*/ 862849 w 1482922"/>
              <a:gd name="connsiteY119" fmla="*/ 568500 h 1006415"/>
              <a:gd name="connsiteX120" fmla="*/ 864605 w 1482922"/>
              <a:gd name="connsiteY120" fmla="*/ 569104 h 1006415"/>
              <a:gd name="connsiteX121" fmla="*/ 868640 w 1482922"/>
              <a:gd name="connsiteY121" fmla="*/ 566307 h 1006415"/>
              <a:gd name="connsiteX122" fmla="*/ 870927 w 1482922"/>
              <a:gd name="connsiteY122" fmla="*/ 568121 h 1006415"/>
              <a:gd name="connsiteX123" fmla="*/ 863005 w 1482922"/>
              <a:gd name="connsiteY123" fmla="*/ 576286 h 1006415"/>
              <a:gd name="connsiteX124" fmla="*/ 853780 w 1482922"/>
              <a:gd name="connsiteY124" fmla="*/ 578782 h 1006415"/>
              <a:gd name="connsiteX125" fmla="*/ 844250 w 1482922"/>
              <a:gd name="connsiteY125" fmla="*/ 575984 h 1006415"/>
              <a:gd name="connsiteX126" fmla="*/ 840059 w 1482922"/>
              <a:gd name="connsiteY126" fmla="*/ 567366 h 1006415"/>
              <a:gd name="connsiteX127" fmla="*/ 840059 w 1482922"/>
              <a:gd name="connsiteY127" fmla="*/ 561847 h 1006415"/>
              <a:gd name="connsiteX128" fmla="*/ 840059 w 1482922"/>
              <a:gd name="connsiteY128" fmla="*/ 538184 h 1006415"/>
              <a:gd name="connsiteX129" fmla="*/ 826346 w 1482922"/>
              <a:gd name="connsiteY129" fmla="*/ 549674 h 1006415"/>
              <a:gd name="connsiteX130" fmla="*/ 823372 w 1482922"/>
              <a:gd name="connsiteY130" fmla="*/ 557915 h 1006415"/>
              <a:gd name="connsiteX131" fmla="*/ 825885 w 1482922"/>
              <a:gd name="connsiteY131" fmla="*/ 564039 h 1006415"/>
              <a:gd name="connsiteX132" fmla="*/ 831224 w 1482922"/>
              <a:gd name="connsiteY132" fmla="*/ 566081 h 1006415"/>
              <a:gd name="connsiteX133" fmla="*/ 840059 w 1482922"/>
              <a:gd name="connsiteY133" fmla="*/ 561847 h 1006415"/>
              <a:gd name="connsiteX134" fmla="*/ 936933 w 1482922"/>
              <a:gd name="connsiteY134" fmla="*/ 559578 h 1006415"/>
              <a:gd name="connsiteX135" fmla="*/ 939297 w 1482922"/>
              <a:gd name="connsiteY135" fmla="*/ 561393 h 1006415"/>
              <a:gd name="connsiteX136" fmla="*/ 926724 w 1482922"/>
              <a:gd name="connsiteY136" fmla="*/ 575379 h 1006415"/>
              <a:gd name="connsiteX137" fmla="*/ 910794 w 1482922"/>
              <a:gd name="connsiteY137" fmla="*/ 579916 h 1006415"/>
              <a:gd name="connsiteX138" fmla="*/ 888004 w 1482922"/>
              <a:gd name="connsiteY138" fmla="*/ 569255 h 1006415"/>
              <a:gd name="connsiteX139" fmla="*/ 879466 w 1482922"/>
              <a:gd name="connsiteY139" fmla="*/ 543627 h 1006415"/>
              <a:gd name="connsiteX140" fmla="*/ 887239 w 1482922"/>
              <a:gd name="connsiteY140" fmla="*/ 518224 h 1006415"/>
              <a:gd name="connsiteX141" fmla="*/ 913081 w 1482922"/>
              <a:gd name="connsiteY141" fmla="*/ 504994 h 1006415"/>
              <a:gd name="connsiteX142" fmla="*/ 930611 w 1482922"/>
              <a:gd name="connsiteY142" fmla="*/ 510512 h 1006415"/>
              <a:gd name="connsiteX143" fmla="*/ 937167 w 1482922"/>
              <a:gd name="connsiteY143" fmla="*/ 522836 h 1006415"/>
              <a:gd name="connsiteX144" fmla="*/ 934498 w 1482922"/>
              <a:gd name="connsiteY144" fmla="*/ 529716 h 1006415"/>
              <a:gd name="connsiteX145" fmla="*/ 927637 w 1482922"/>
              <a:gd name="connsiteY145" fmla="*/ 532286 h 1006415"/>
              <a:gd name="connsiteX146" fmla="*/ 920168 w 1482922"/>
              <a:gd name="connsiteY146" fmla="*/ 529338 h 1006415"/>
              <a:gd name="connsiteX147" fmla="*/ 916586 w 1482922"/>
              <a:gd name="connsiteY147" fmla="*/ 518829 h 1006415"/>
              <a:gd name="connsiteX148" fmla="*/ 914377 w 1482922"/>
              <a:gd name="connsiteY148" fmla="*/ 512176 h 1006415"/>
              <a:gd name="connsiteX149" fmla="*/ 910256 w 1482922"/>
              <a:gd name="connsiteY149" fmla="*/ 510286 h 1006415"/>
              <a:gd name="connsiteX150" fmla="*/ 904012 w 1482922"/>
              <a:gd name="connsiteY150" fmla="*/ 514142 h 1006415"/>
              <a:gd name="connsiteX151" fmla="*/ 900047 w 1482922"/>
              <a:gd name="connsiteY151" fmla="*/ 531984 h 1006415"/>
              <a:gd name="connsiteX152" fmla="*/ 903247 w 1482922"/>
              <a:gd name="connsiteY152" fmla="*/ 551111 h 1006415"/>
              <a:gd name="connsiteX153" fmla="*/ 912012 w 1482922"/>
              <a:gd name="connsiteY153" fmla="*/ 564644 h 1006415"/>
              <a:gd name="connsiteX154" fmla="*/ 921924 w 1482922"/>
              <a:gd name="connsiteY154" fmla="*/ 567895 h 1006415"/>
              <a:gd name="connsiteX155" fmla="*/ 929011 w 1482922"/>
              <a:gd name="connsiteY155" fmla="*/ 566156 h 1006415"/>
              <a:gd name="connsiteX156" fmla="*/ 936933 w 1482922"/>
              <a:gd name="connsiteY156" fmla="*/ 559578 h 1006415"/>
              <a:gd name="connsiteX157" fmla="*/ 1008503 w 1482922"/>
              <a:gd name="connsiteY157" fmla="*/ 539922 h 1006415"/>
              <a:gd name="connsiteX158" fmla="*/ 969409 w 1482922"/>
              <a:gd name="connsiteY158" fmla="*/ 539922 h 1006415"/>
              <a:gd name="connsiteX159" fmla="*/ 976948 w 1482922"/>
              <a:gd name="connsiteY159" fmla="*/ 562149 h 1006415"/>
              <a:gd name="connsiteX160" fmla="*/ 989600 w 1482922"/>
              <a:gd name="connsiteY160" fmla="*/ 568424 h 1006415"/>
              <a:gd name="connsiteX161" fmla="*/ 997912 w 1482922"/>
              <a:gd name="connsiteY161" fmla="*/ 565929 h 1006415"/>
              <a:gd name="connsiteX162" fmla="*/ 1005912 w 1482922"/>
              <a:gd name="connsiteY162" fmla="*/ 556781 h 1006415"/>
              <a:gd name="connsiteX163" fmla="*/ 1008503 w 1482922"/>
              <a:gd name="connsiteY163" fmla="*/ 558444 h 1006415"/>
              <a:gd name="connsiteX164" fmla="*/ 995703 w 1482922"/>
              <a:gd name="connsiteY164" fmla="*/ 575077 h 1006415"/>
              <a:gd name="connsiteX165" fmla="*/ 979469 w 1482922"/>
              <a:gd name="connsiteY165" fmla="*/ 579916 h 1006415"/>
              <a:gd name="connsiteX166" fmla="*/ 955454 w 1482922"/>
              <a:gd name="connsiteY166" fmla="*/ 567819 h 1006415"/>
              <a:gd name="connsiteX167" fmla="*/ 948905 w 1482922"/>
              <a:gd name="connsiteY167" fmla="*/ 543627 h 1006415"/>
              <a:gd name="connsiteX168" fmla="*/ 958505 w 1482922"/>
              <a:gd name="connsiteY168" fmla="*/ 515503 h 1006415"/>
              <a:gd name="connsiteX169" fmla="*/ 981139 w 1482922"/>
              <a:gd name="connsiteY169" fmla="*/ 504994 h 1006415"/>
              <a:gd name="connsiteX170" fmla="*/ 999894 w 1482922"/>
              <a:gd name="connsiteY170" fmla="*/ 513839 h 1006415"/>
              <a:gd name="connsiteX171" fmla="*/ 1008503 w 1482922"/>
              <a:gd name="connsiteY171" fmla="*/ 539922 h 1006415"/>
              <a:gd name="connsiteX172" fmla="*/ 989756 w 1482922"/>
              <a:gd name="connsiteY172" fmla="*/ 534857 h 1006415"/>
              <a:gd name="connsiteX173" fmla="*/ 988382 w 1482922"/>
              <a:gd name="connsiteY173" fmla="*/ 518149 h 1006415"/>
              <a:gd name="connsiteX174" fmla="*/ 984269 w 1482922"/>
              <a:gd name="connsiteY174" fmla="*/ 511269 h 1006415"/>
              <a:gd name="connsiteX175" fmla="*/ 980000 w 1482922"/>
              <a:gd name="connsiteY175" fmla="*/ 509908 h 1006415"/>
              <a:gd name="connsiteX176" fmla="*/ 973522 w 1482922"/>
              <a:gd name="connsiteY176" fmla="*/ 513764 h 1006415"/>
              <a:gd name="connsiteX177" fmla="*/ 969026 w 1482922"/>
              <a:gd name="connsiteY177" fmla="*/ 532211 h 1006415"/>
              <a:gd name="connsiteX178" fmla="*/ 969026 w 1482922"/>
              <a:gd name="connsiteY178" fmla="*/ 534857 h 1006415"/>
              <a:gd name="connsiteX179" fmla="*/ 989756 w 1482922"/>
              <a:gd name="connsiteY179" fmla="*/ 534857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</a:cxnLst>
            <a:rect l="l" t="t" r="r" b="b"/>
            <a:pathLst>
              <a:path w="1482922" h="1006415">
                <a:moveTo>
                  <a:pt x="506222" y="478080"/>
                </a:moveTo>
                <a:lnTo>
                  <a:pt x="507057" y="475283"/>
                </a:lnTo>
                <a:lnTo>
                  <a:pt x="557515" y="475283"/>
                </a:lnTo>
                <a:lnTo>
                  <a:pt x="556524" y="478080"/>
                </a:lnTo>
                <a:cubicBezTo>
                  <a:pt x="551950" y="478080"/>
                  <a:pt x="548446" y="479088"/>
                  <a:pt x="546011" y="481103"/>
                </a:cubicBezTo>
                <a:cubicBezTo>
                  <a:pt x="543623" y="483119"/>
                  <a:pt x="541507" y="487328"/>
                  <a:pt x="539681" y="493729"/>
                </a:cubicBezTo>
                <a:lnTo>
                  <a:pt x="520778" y="559352"/>
                </a:lnTo>
                <a:cubicBezTo>
                  <a:pt x="519404" y="563989"/>
                  <a:pt x="518717" y="567089"/>
                  <a:pt x="518717" y="568651"/>
                </a:cubicBezTo>
                <a:cubicBezTo>
                  <a:pt x="518717" y="570465"/>
                  <a:pt x="519435" y="571877"/>
                  <a:pt x="520856" y="572885"/>
                </a:cubicBezTo>
                <a:cubicBezTo>
                  <a:pt x="522682" y="574195"/>
                  <a:pt x="526140" y="574901"/>
                  <a:pt x="531221" y="575001"/>
                </a:cubicBezTo>
                <a:lnTo>
                  <a:pt x="530456" y="577798"/>
                </a:lnTo>
                <a:lnTo>
                  <a:pt x="479162" y="577798"/>
                </a:lnTo>
                <a:lnTo>
                  <a:pt x="480005" y="575001"/>
                </a:lnTo>
                <a:cubicBezTo>
                  <a:pt x="485133" y="575001"/>
                  <a:pt x="488895" y="574044"/>
                  <a:pt x="491283" y="572128"/>
                </a:cubicBezTo>
                <a:cubicBezTo>
                  <a:pt x="493671" y="570163"/>
                  <a:pt x="495834" y="565904"/>
                  <a:pt x="497761" y="559352"/>
                </a:cubicBezTo>
                <a:lnTo>
                  <a:pt x="516813" y="493729"/>
                </a:lnTo>
                <a:cubicBezTo>
                  <a:pt x="517984" y="489697"/>
                  <a:pt x="518569" y="486648"/>
                  <a:pt x="518569" y="484581"/>
                </a:cubicBezTo>
                <a:cubicBezTo>
                  <a:pt x="518569" y="482716"/>
                  <a:pt x="517859" y="481254"/>
                  <a:pt x="516430" y="480196"/>
                </a:cubicBezTo>
                <a:cubicBezTo>
                  <a:pt x="515010" y="479138"/>
                  <a:pt x="511607" y="478433"/>
                  <a:pt x="506222" y="478080"/>
                </a:cubicBezTo>
                <a:close/>
                <a:moveTo>
                  <a:pt x="571541" y="505069"/>
                </a:moveTo>
                <a:cubicBezTo>
                  <a:pt x="575045" y="505069"/>
                  <a:pt x="578019" y="506304"/>
                  <a:pt x="580461" y="508774"/>
                </a:cubicBezTo>
                <a:cubicBezTo>
                  <a:pt x="582951" y="511193"/>
                  <a:pt x="584192" y="514142"/>
                  <a:pt x="584192" y="517619"/>
                </a:cubicBezTo>
                <a:cubicBezTo>
                  <a:pt x="584192" y="521097"/>
                  <a:pt x="582951" y="524070"/>
                  <a:pt x="580461" y="526541"/>
                </a:cubicBezTo>
                <a:cubicBezTo>
                  <a:pt x="578019" y="528960"/>
                  <a:pt x="575045" y="530169"/>
                  <a:pt x="571541" y="530169"/>
                </a:cubicBezTo>
                <a:cubicBezTo>
                  <a:pt x="568036" y="530169"/>
                  <a:pt x="565039" y="528960"/>
                  <a:pt x="562549" y="526541"/>
                </a:cubicBezTo>
                <a:cubicBezTo>
                  <a:pt x="560106" y="524070"/>
                  <a:pt x="558889" y="521097"/>
                  <a:pt x="558889" y="517619"/>
                </a:cubicBezTo>
                <a:cubicBezTo>
                  <a:pt x="558889" y="514142"/>
                  <a:pt x="560106" y="511193"/>
                  <a:pt x="562549" y="508774"/>
                </a:cubicBezTo>
                <a:cubicBezTo>
                  <a:pt x="565039" y="506304"/>
                  <a:pt x="568036" y="505069"/>
                  <a:pt x="571541" y="505069"/>
                </a:cubicBezTo>
                <a:close/>
                <a:moveTo>
                  <a:pt x="571463" y="554513"/>
                </a:moveTo>
                <a:cubicBezTo>
                  <a:pt x="575022" y="554513"/>
                  <a:pt x="578019" y="555748"/>
                  <a:pt x="580461" y="558218"/>
                </a:cubicBezTo>
                <a:cubicBezTo>
                  <a:pt x="582951" y="560688"/>
                  <a:pt x="584192" y="563661"/>
                  <a:pt x="584192" y="567139"/>
                </a:cubicBezTo>
                <a:cubicBezTo>
                  <a:pt x="584192" y="570616"/>
                  <a:pt x="582951" y="573590"/>
                  <a:pt x="580461" y="576060"/>
                </a:cubicBezTo>
                <a:cubicBezTo>
                  <a:pt x="577972" y="578479"/>
                  <a:pt x="574967" y="579689"/>
                  <a:pt x="571463" y="579689"/>
                </a:cubicBezTo>
                <a:cubicBezTo>
                  <a:pt x="567958" y="579689"/>
                  <a:pt x="564961" y="578479"/>
                  <a:pt x="562471" y="576060"/>
                </a:cubicBezTo>
                <a:cubicBezTo>
                  <a:pt x="560028" y="573590"/>
                  <a:pt x="558811" y="570616"/>
                  <a:pt x="558811" y="567139"/>
                </a:cubicBezTo>
                <a:cubicBezTo>
                  <a:pt x="558811" y="563661"/>
                  <a:pt x="560028" y="560688"/>
                  <a:pt x="562471" y="558218"/>
                </a:cubicBezTo>
                <a:cubicBezTo>
                  <a:pt x="564961" y="555748"/>
                  <a:pt x="567958" y="554513"/>
                  <a:pt x="571463" y="554513"/>
                </a:cubicBezTo>
                <a:close/>
                <a:moveTo>
                  <a:pt x="732055" y="475283"/>
                </a:moveTo>
                <a:lnTo>
                  <a:pt x="732055" y="503028"/>
                </a:lnTo>
                <a:lnTo>
                  <a:pt x="729316" y="503028"/>
                </a:lnTo>
                <a:cubicBezTo>
                  <a:pt x="727692" y="496627"/>
                  <a:pt x="725882" y="492041"/>
                  <a:pt x="723907" y="489269"/>
                </a:cubicBezTo>
                <a:cubicBezTo>
                  <a:pt x="721924" y="486446"/>
                  <a:pt x="719201" y="484203"/>
                  <a:pt x="715751" y="482540"/>
                </a:cubicBezTo>
                <a:cubicBezTo>
                  <a:pt x="713815" y="481633"/>
                  <a:pt x="710436" y="481179"/>
                  <a:pt x="705612" y="481179"/>
                </a:cubicBezTo>
                <a:lnTo>
                  <a:pt x="697909" y="481179"/>
                </a:lnTo>
                <a:lnTo>
                  <a:pt x="697909" y="560259"/>
                </a:lnTo>
                <a:cubicBezTo>
                  <a:pt x="697909" y="565501"/>
                  <a:pt x="698190" y="568777"/>
                  <a:pt x="698752" y="570088"/>
                </a:cubicBezTo>
                <a:cubicBezTo>
                  <a:pt x="699361" y="571398"/>
                  <a:pt x="700500" y="572557"/>
                  <a:pt x="702178" y="573565"/>
                </a:cubicBezTo>
                <a:cubicBezTo>
                  <a:pt x="703911" y="574523"/>
                  <a:pt x="706245" y="575001"/>
                  <a:pt x="709195" y="575001"/>
                </a:cubicBezTo>
                <a:lnTo>
                  <a:pt x="712621" y="575001"/>
                </a:lnTo>
                <a:lnTo>
                  <a:pt x="712621" y="577798"/>
                </a:lnTo>
                <a:lnTo>
                  <a:pt x="658510" y="577798"/>
                </a:lnTo>
                <a:lnTo>
                  <a:pt x="658510" y="575001"/>
                </a:lnTo>
                <a:lnTo>
                  <a:pt x="661936" y="575001"/>
                </a:lnTo>
                <a:cubicBezTo>
                  <a:pt x="664934" y="575001"/>
                  <a:pt x="667345" y="574473"/>
                  <a:pt x="669179" y="573413"/>
                </a:cubicBezTo>
                <a:cubicBezTo>
                  <a:pt x="670498" y="572708"/>
                  <a:pt x="671544" y="571498"/>
                  <a:pt x="672301" y="569785"/>
                </a:cubicBezTo>
                <a:cubicBezTo>
                  <a:pt x="672863" y="568575"/>
                  <a:pt x="673144" y="565400"/>
                  <a:pt x="673144" y="560259"/>
                </a:cubicBezTo>
                <a:lnTo>
                  <a:pt x="673144" y="481179"/>
                </a:lnTo>
                <a:lnTo>
                  <a:pt x="665675" y="481179"/>
                </a:lnTo>
                <a:cubicBezTo>
                  <a:pt x="658713" y="481179"/>
                  <a:pt x="653656" y="482641"/>
                  <a:pt x="650502" y="485564"/>
                </a:cubicBezTo>
                <a:cubicBezTo>
                  <a:pt x="646085" y="489646"/>
                  <a:pt x="643291" y="495468"/>
                  <a:pt x="642120" y="503028"/>
                </a:cubicBezTo>
                <a:lnTo>
                  <a:pt x="639224" y="503028"/>
                </a:lnTo>
                <a:lnTo>
                  <a:pt x="639224" y="475283"/>
                </a:lnTo>
                <a:lnTo>
                  <a:pt x="732055" y="475283"/>
                </a:lnTo>
                <a:close/>
                <a:moveTo>
                  <a:pt x="760949" y="507111"/>
                </a:moveTo>
                <a:lnTo>
                  <a:pt x="760949" y="523138"/>
                </a:lnTo>
                <a:cubicBezTo>
                  <a:pt x="765671" y="515830"/>
                  <a:pt x="769815" y="510992"/>
                  <a:pt x="773366" y="508623"/>
                </a:cubicBezTo>
                <a:cubicBezTo>
                  <a:pt x="776925" y="506203"/>
                  <a:pt x="780359" y="504994"/>
                  <a:pt x="783661" y="504994"/>
                </a:cubicBezTo>
                <a:cubicBezTo>
                  <a:pt x="786502" y="504994"/>
                  <a:pt x="788765" y="505876"/>
                  <a:pt x="790443" y="507640"/>
                </a:cubicBezTo>
                <a:cubicBezTo>
                  <a:pt x="792168" y="509354"/>
                  <a:pt x="793035" y="511798"/>
                  <a:pt x="793035" y="514973"/>
                </a:cubicBezTo>
                <a:cubicBezTo>
                  <a:pt x="793035" y="518350"/>
                  <a:pt x="792200" y="520971"/>
                  <a:pt x="790522" y="522836"/>
                </a:cubicBezTo>
                <a:cubicBezTo>
                  <a:pt x="788890" y="524701"/>
                  <a:pt x="786908" y="525633"/>
                  <a:pt x="784574" y="525633"/>
                </a:cubicBezTo>
                <a:cubicBezTo>
                  <a:pt x="781881" y="525633"/>
                  <a:pt x="779540" y="524777"/>
                  <a:pt x="777565" y="523062"/>
                </a:cubicBezTo>
                <a:cubicBezTo>
                  <a:pt x="775583" y="521349"/>
                  <a:pt x="774412" y="520392"/>
                  <a:pt x="774053" y="520190"/>
                </a:cubicBezTo>
                <a:cubicBezTo>
                  <a:pt x="773546" y="519888"/>
                  <a:pt x="772960" y="519736"/>
                  <a:pt x="772305" y="519736"/>
                </a:cubicBezTo>
                <a:cubicBezTo>
                  <a:pt x="770830" y="519736"/>
                  <a:pt x="769433" y="520291"/>
                  <a:pt x="768114" y="521400"/>
                </a:cubicBezTo>
                <a:cubicBezTo>
                  <a:pt x="766030" y="523113"/>
                  <a:pt x="764453" y="525558"/>
                  <a:pt x="763384" y="528733"/>
                </a:cubicBezTo>
                <a:cubicBezTo>
                  <a:pt x="761761" y="533622"/>
                  <a:pt x="760949" y="539015"/>
                  <a:pt x="760949" y="544912"/>
                </a:cubicBezTo>
                <a:lnTo>
                  <a:pt x="760949" y="561166"/>
                </a:lnTo>
                <a:lnTo>
                  <a:pt x="761019" y="565400"/>
                </a:lnTo>
                <a:cubicBezTo>
                  <a:pt x="761019" y="568273"/>
                  <a:pt x="761199" y="570112"/>
                  <a:pt x="761558" y="570919"/>
                </a:cubicBezTo>
                <a:cubicBezTo>
                  <a:pt x="762166" y="572280"/>
                  <a:pt x="763056" y="573288"/>
                  <a:pt x="764227" y="573943"/>
                </a:cubicBezTo>
                <a:cubicBezTo>
                  <a:pt x="765444" y="574548"/>
                  <a:pt x="767474" y="574926"/>
                  <a:pt x="770323" y="575077"/>
                </a:cubicBezTo>
                <a:lnTo>
                  <a:pt x="770323" y="577798"/>
                </a:lnTo>
                <a:lnTo>
                  <a:pt x="731829" y="577798"/>
                </a:lnTo>
                <a:lnTo>
                  <a:pt x="731829" y="575077"/>
                </a:lnTo>
                <a:cubicBezTo>
                  <a:pt x="734927" y="574825"/>
                  <a:pt x="737011" y="573993"/>
                  <a:pt x="738081" y="572582"/>
                </a:cubicBezTo>
                <a:cubicBezTo>
                  <a:pt x="739197" y="571120"/>
                  <a:pt x="739759" y="567315"/>
                  <a:pt x="739759" y="561166"/>
                </a:cubicBezTo>
                <a:lnTo>
                  <a:pt x="739759" y="522080"/>
                </a:lnTo>
                <a:cubicBezTo>
                  <a:pt x="739759" y="518047"/>
                  <a:pt x="739556" y="515477"/>
                  <a:pt x="739150" y="514369"/>
                </a:cubicBezTo>
                <a:cubicBezTo>
                  <a:pt x="738642" y="512957"/>
                  <a:pt x="737901" y="511924"/>
                  <a:pt x="736933" y="511269"/>
                </a:cubicBezTo>
                <a:cubicBezTo>
                  <a:pt x="735973" y="510614"/>
                  <a:pt x="734272" y="510160"/>
                  <a:pt x="731829" y="509908"/>
                </a:cubicBezTo>
                <a:lnTo>
                  <a:pt x="731829" y="507111"/>
                </a:lnTo>
                <a:lnTo>
                  <a:pt x="760949" y="507111"/>
                </a:lnTo>
                <a:close/>
                <a:moveTo>
                  <a:pt x="840059" y="567366"/>
                </a:moveTo>
                <a:cubicBezTo>
                  <a:pt x="831372" y="574977"/>
                  <a:pt x="823575" y="578782"/>
                  <a:pt x="816660" y="578782"/>
                </a:cubicBezTo>
                <a:cubicBezTo>
                  <a:pt x="812594" y="578782"/>
                  <a:pt x="809222" y="577471"/>
                  <a:pt x="806521" y="574850"/>
                </a:cubicBezTo>
                <a:cubicBezTo>
                  <a:pt x="803829" y="572179"/>
                  <a:pt x="802486" y="568852"/>
                  <a:pt x="802486" y="564871"/>
                </a:cubicBezTo>
                <a:cubicBezTo>
                  <a:pt x="802486" y="559478"/>
                  <a:pt x="804820" y="554639"/>
                  <a:pt x="809495" y="550355"/>
                </a:cubicBezTo>
                <a:cubicBezTo>
                  <a:pt x="814170" y="546020"/>
                  <a:pt x="824363" y="540275"/>
                  <a:pt x="840059" y="533118"/>
                </a:cubicBezTo>
                <a:lnTo>
                  <a:pt x="840059" y="526011"/>
                </a:lnTo>
                <a:cubicBezTo>
                  <a:pt x="840059" y="520669"/>
                  <a:pt x="839754" y="517317"/>
                  <a:pt x="839146" y="515956"/>
                </a:cubicBezTo>
                <a:cubicBezTo>
                  <a:pt x="838592" y="514545"/>
                  <a:pt x="837499" y="513335"/>
                  <a:pt x="835868" y="512327"/>
                </a:cubicBezTo>
                <a:cubicBezTo>
                  <a:pt x="834244" y="511269"/>
                  <a:pt x="832418" y="510739"/>
                  <a:pt x="830381" y="510739"/>
                </a:cubicBezTo>
                <a:cubicBezTo>
                  <a:pt x="827079" y="510739"/>
                  <a:pt x="824363" y="511470"/>
                  <a:pt x="822225" y="512932"/>
                </a:cubicBezTo>
                <a:cubicBezTo>
                  <a:pt x="820906" y="513839"/>
                  <a:pt x="820242" y="514897"/>
                  <a:pt x="820242" y="516107"/>
                </a:cubicBezTo>
                <a:cubicBezTo>
                  <a:pt x="820242" y="517166"/>
                  <a:pt x="820953" y="518476"/>
                  <a:pt x="822381" y="520039"/>
                </a:cubicBezTo>
                <a:cubicBezTo>
                  <a:pt x="824309" y="522206"/>
                  <a:pt x="825276" y="524297"/>
                  <a:pt x="825276" y="526314"/>
                </a:cubicBezTo>
                <a:cubicBezTo>
                  <a:pt x="825276" y="528784"/>
                  <a:pt x="824332" y="530900"/>
                  <a:pt x="822451" y="532664"/>
                </a:cubicBezTo>
                <a:cubicBezTo>
                  <a:pt x="820625" y="534378"/>
                  <a:pt x="818213" y="535235"/>
                  <a:pt x="815216" y="535235"/>
                </a:cubicBezTo>
                <a:cubicBezTo>
                  <a:pt x="812016" y="535235"/>
                  <a:pt x="809323" y="534277"/>
                  <a:pt x="807138" y="532362"/>
                </a:cubicBezTo>
                <a:cubicBezTo>
                  <a:pt x="804999" y="530446"/>
                  <a:pt x="803930" y="528204"/>
                  <a:pt x="803930" y="525633"/>
                </a:cubicBezTo>
                <a:cubicBezTo>
                  <a:pt x="803930" y="522004"/>
                  <a:pt x="805382" y="518552"/>
                  <a:pt x="808277" y="515276"/>
                </a:cubicBezTo>
                <a:cubicBezTo>
                  <a:pt x="811173" y="511949"/>
                  <a:pt x="815216" y="509404"/>
                  <a:pt x="820398" y="507640"/>
                </a:cubicBezTo>
                <a:cubicBezTo>
                  <a:pt x="825581" y="505876"/>
                  <a:pt x="830966" y="504994"/>
                  <a:pt x="836554" y="504994"/>
                </a:cubicBezTo>
                <a:cubicBezTo>
                  <a:pt x="843314" y="504994"/>
                  <a:pt x="848652" y="506430"/>
                  <a:pt x="852562" y="509303"/>
                </a:cubicBezTo>
                <a:cubicBezTo>
                  <a:pt x="856527" y="512126"/>
                  <a:pt x="859087" y="515200"/>
                  <a:pt x="860258" y="518527"/>
                </a:cubicBezTo>
                <a:cubicBezTo>
                  <a:pt x="860968" y="520643"/>
                  <a:pt x="861327" y="525507"/>
                  <a:pt x="861327" y="533118"/>
                </a:cubicBezTo>
                <a:lnTo>
                  <a:pt x="861327" y="560562"/>
                </a:lnTo>
                <a:cubicBezTo>
                  <a:pt x="861327" y="563788"/>
                  <a:pt x="861452" y="565828"/>
                  <a:pt x="861709" y="566685"/>
                </a:cubicBezTo>
                <a:cubicBezTo>
                  <a:pt x="861959" y="567492"/>
                  <a:pt x="862342" y="568096"/>
                  <a:pt x="862849" y="568500"/>
                </a:cubicBezTo>
                <a:cubicBezTo>
                  <a:pt x="863356" y="568903"/>
                  <a:pt x="863942" y="569104"/>
                  <a:pt x="864605" y="569104"/>
                </a:cubicBezTo>
                <a:cubicBezTo>
                  <a:pt x="865924" y="569104"/>
                  <a:pt x="867274" y="568172"/>
                  <a:pt x="868640" y="566307"/>
                </a:cubicBezTo>
                <a:lnTo>
                  <a:pt x="870927" y="568121"/>
                </a:lnTo>
                <a:cubicBezTo>
                  <a:pt x="868391" y="571851"/>
                  <a:pt x="865745" y="574573"/>
                  <a:pt x="863005" y="576286"/>
                </a:cubicBezTo>
                <a:cubicBezTo>
                  <a:pt x="860313" y="577950"/>
                  <a:pt x="857237" y="578782"/>
                  <a:pt x="853780" y="578782"/>
                </a:cubicBezTo>
                <a:cubicBezTo>
                  <a:pt x="849714" y="578782"/>
                  <a:pt x="846537" y="577849"/>
                  <a:pt x="844250" y="575984"/>
                </a:cubicBezTo>
                <a:cubicBezTo>
                  <a:pt x="841963" y="574069"/>
                  <a:pt x="840566" y="571196"/>
                  <a:pt x="840059" y="567366"/>
                </a:cubicBezTo>
                <a:close/>
                <a:moveTo>
                  <a:pt x="840059" y="561847"/>
                </a:moveTo>
                <a:lnTo>
                  <a:pt x="840059" y="538184"/>
                </a:lnTo>
                <a:cubicBezTo>
                  <a:pt x="833917" y="541762"/>
                  <a:pt x="829343" y="545592"/>
                  <a:pt x="826346" y="549674"/>
                </a:cubicBezTo>
                <a:cubicBezTo>
                  <a:pt x="824363" y="552396"/>
                  <a:pt x="823372" y="555143"/>
                  <a:pt x="823372" y="557915"/>
                </a:cubicBezTo>
                <a:cubicBezTo>
                  <a:pt x="823372" y="560234"/>
                  <a:pt x="824207" y="562275"/>
                  <a:pt x="825885" y="564039"/>
                </a:cubicBezTo>
                <a:cubicBezTo>
                  <a:pt x="827157" y="565400"/>
                  <a:pt x="828937" y="566081"/>
                  <a:pt x="831224" y="566081"/>
                </a:cubicBezTo>
                <a:cubicBezTo>
                  <a:pt x="833760" y="566081"/>
                  <a:pt x="836710" y="564669"/>
                  <a:pt x="840059" y="561847"/>
                </a:cubicBezTo>
                <a:close/>
                <a:moveTo>
                  <a:pt x="936933" y="559578"/>
                </a:moveTo>
                <a:lnTo>
                  <a:pt x="939297" y="561393"/>
                </a:lnTo>
                <a:cubicBezTo>
                  <a:pt x="935941" y="567643"/>
                  <a:pt x="931750" y="572305"/>
                  <a:pt x="926724" y="575379"/>
                </a:cubicBezTo>
                <a:cubicBezTo>
                  <a:pt x="921744" y="578404"/>
                  <a:pt x="916429" y="579916"/>
                  <a:pt x="910794" y="579916"/>
                </a:cubicBezTo>
                <a:cubicBezTo>
                  <a:pt x="901288" y="579916"/>
                  <a:pt x="893694" y="576362"/>
                  <a:pt x="888004" y="569255"/>
                </a:cubicBezTo>
                <a:cubicBezTo>
                  <a:pt x="882314" y="562149"/>
                  <a:pt x="879466" y="553606"/>
                  <a:pt x="879466" y="543627"/>
                </a:cubicBezTo>
                <a:cubicBezTo>
                  <a:pt x="879466" y="534000"/>
                  <a:pt x="882057" y="525532"/>
                  <a:pt x="887239" y="518224"/>
                </a:cubicBezTo>
                <a:cubicBezTo>
                  <a:pt x="893491" y="509404"/>
                  <a:pt x="902107" y="504994"/>
                  <a:pt x="913081" y="504994"/>
                </a:cubicBezTo>
                <a:cubicBezTo>
                  <a:pt x="920449" y="504994"/>
                  <a:pt x="926295" y="506834"/>
                  <a:pt x="930611" y="510512"/>
                </a:cubicBezTo>
                <a:cubicBezTo>
                  <a:pt x="934982" y="514192"/>
                  <a:pt x="937167" y="518300"/>
                  <a:pt x="937167" y="522836"/>
                </a:cubicBezTo>
                <a:cubicBezTo>
                  <a:pt x="937167" y="525709"/>
                  <a:pt x="936277" y="528002"/>
                  <a:pt x="934498" y="529716"/>
                </a:cubicBezTo>
                <a:cubicBezTo>
                  <a:pt x="932773" y="531430"/>
                  <a:pt x="930486" y="532286"/>
                  <a:pt x="927637" y="532286"/>
                </a:cubicBezTo>
                <a:cubicBezTo>
                  <a:pt x="924640" y="532286"/>
                  <a:pt x="922150" y="531304"/>
                  <a:pt x="920168" y="529338"/>
                </a:cubicBezTo>
                <a:cubicBezTo>
                  <a:pt x="918240" y="527372"/>
                  <a:pt x="917046" y="523869"/>
                  <a:pt x="916586" y="518829"/>
                </a:cubicBezTo>
                <a:cubicBezTo>
                  <a:pt x="916281" y="515654"/>
                  <a:pt x="915547" y="513436"/>
                  <a:pt x="914377" y="512176"/>
                </a:cubicBezTo>
                <a:cubicBezTo>
                  <a:pt x="913206" y="510916"/>
                  <a:pt x="911832" y="510286"/>
                  <a:pt x="910256" y="510286"/>
                </a:cubicBezTo>
                <a:cubicBezTo>
                  <a:pt x="907821" y="510286"/>
                  <a:pt x="905737" y="511572"/>
                  <a:pt x="904012" y="514142"/>
                </a:cubicBezTo>
                <a:cubicBezTo>
                  <a:pt x="901366" y="518023"/>
                  <a:pt x="900047" y="523970"/>
                  <a:pt x="900047" y="531984"/>
                </a:cubicBezTo>
                <a:cubicBezTo>
                  <a:pt x="900047" y="538637"/>
                  <a:pt x="901116" y="545012"/>
                  <a:pt x="903247" y="551111"/>
                </a:cubicBezTo>
                <a:cubicBezTo>
                  <a:pt x="905378" y="557159"/>
                  <a:pt x="908304" y="561670"/>
                  <a:pt x="912012" y="564644"/>
                </a:cubicBezTo>
                <a:cubicBezTo>
                  <a:pt x="914806" y="566811"/>
                  <a:pt x="918107" y="567895"/>
                  <a:pt x="921924" y="567895"/>
                </a:cubicBezTo>
                <a:cubicBezTo>
                  <a:pt x="924414" y="567895"/>
                  <a:pt x="926771" y="567315"/>
                  <a:pt x="929011" y="566156"/>
                </a:cubicBezTo>
                <a:cubicBezTo>
                  <a:pt x="931243" y="564997"/>
                  <a:pt x="933889" y="562804"/>
                  <a:pt x="936933" y="559578"/>
                </a:cubicBezTo>
                <a:close/>
                <a:moveTo>
                  <a:pt x="1008503" y="539922"/>
                </a:moveTo>
                <a:lnTo>
                  <a:pt x="969409" y="539922"/>
                </a:lnTo>
                <a:cubicBezTo>
                  <a:pt x="969861" y="549297"/>
                  <a:pt x="972375" y="556705"/>
                  <a:pt x="976948" y="562149"/>
                </a:cubicBezTo>
                <a:cubicBezTo>
                  <a:pt x="980460" y="566332"/>
                  <a:pt x="984675" y="568424"/>
                  <a:pt x="989600" y="568424"/>
                </a:cubicBezTo>
                <a:cubicBezTo>
                  <a:pt x="992652" y="568424"/>
                  <a:pt x="995422" y="567593"/>
                  <a:pt x="997912" y="565929"/>
                </a:cubicBezTo>
                <a:cubicBezTo>
                  <a:pt x="1000402" y="564216"/>
                  <a:pt x="1003071" y="561166"/>
                  <a:pt x="1005912" y="556781"/>
                </a:cubicBezTo>
                <a:lnTo>
                  <a:pt x="1008503" y="558444"/>
                </a:lnTo>
                <a:cubicBezTo>
                  <a:pt x="1004648" y="566257"/>
                  <a:pt x="1000378" y="571801"/>
                  <a:pt x="995703" y="575077"/>
                </a:cubicBezTo>
                <a:cubicBezTo>
                  <a:pt x="991028" y="578303"/>
                  <a:pt x="985612" y="579916"/>
                  <a:pt x="979469" y="579916"/>
                </a:cubicBezTo>
                <a:cubicBezTo>
                  <a:pt x="968893" y="579916"/>
                  <a:pt x="960894" y="575884"/>
                  <a:pt x="955454" y="567819"/>
                </a:cubicBezTo>
                <a:cubicBezTo>
                  <a:pt x="951091" y="561317"/>
                  <a:pt x="948905" y="553253"/>
                  <a:pt x="948905" y="543627"/>
                </a:cubicBezTo>
                <a:cubicBezTo>
                  <a:pt x="948905" y="531832"/>
                  <a:pt x="952105" y="522458"/>
                  <a:pt x="958505" y="515503"/>
                </a:cubicBezTo>
                <a:cubicBezTo>
                  <a:pt x="964960" y="508497"/>
                  <a:pt x="972507" y="504994"/>
                  <a:pt x="981139" y="504994"/>
                </a:cubicBezTo>
                <a:cubicBezTo>
                  <a:pt x="988359" y="504994"/>
                  <a:pt x="994611" y="507942"/>
                  <a:pt x="999894" y="513839"/>
                </a:cubicBezTo>
                <a:cubicBezTo>
                  <a:pt x="1005225" y="519686"/>
                  <a:pt x="1008097" y="528380"/>
                  <a:pt x="1008503" y="539922"/>
                </a:cubicBezTo>
                <a:close/>
                <a:moveTo>
                  <a:pt x="989756" y="534857"/>
                </a:moveTo>
                <a:cubicBezTo>
                  <a:pt x="989756" y="526742"/>
                  <a:pt x="989296" y="521173"/>
                  <a:pt x="988382" y="518149"/>
                </a:cubicBezTo>
                <a:cubicBezTo>
                  <a:pt x="987524" y="515124"/>
                  <a:pt x="986150" y="512831"/>
                  <a:pt x="984269" y="511269"/>
                </a:cubicBezTo>
                <a:cubicBezTo>
                  <a:pt x="983200" y="510362"/>
                  <a:pt x="981779" y="509908"/>
                  <a:pt x="980000" y="509908"/>
                </a:cubicBezTo>
                <a:cubicBezTo>
                  <a:pt x="977354" y="509908"/>
                  <a:pt x="975200" y="511193"/>
                  <a:pt x="973522" y="513764"/>
                </a:cubicBezTo>
                <a:cubicBezTo>
                  <a:pt x="970525" y="518250"/>
                  <a:pt x="969026" y="524399"/>
                  <a:pt x="969026" y="532211"/>
                </a:cubicBezTo>
                <a:lnTo>
                  <a:pt x="969026" y="534857"/>
                </a:lnTo>
                <a:lnTo>
                  <a:pt x="989756" y="534857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AB34EBA3-DA04-4237-9CD3-459D5559F6EF}"/>
              </a:ext>
            </a:extLst>
          </p:cNvPr>
          <p:cNvSpPr/>
          <p:nvPr/>
        </p:nvSpPr>
        <p:spPr>
          <a:xfrm>
            <a:off x="9943394" y="2691532"/>
            <a:ext cx="312194" cy="77417"/>
          </a:xfrm>
          <a:custGeom>
            <a:avLst/>
            <a:gdLst>
              <a:gd name="connsiteX0" fmla="*/ 47916 w 312194"/>
              <a:gd name="connsiteY0" fmla="*/ 47528 h 77416"/>
              <a:gd name="connsiteX1" fmla="*/ 282062 w 312194"/>
              <a:gd name="connsiteY1" fmla="*/ 47528 h 7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194" h="77416">
                <a:moveTo>
                  <a:pt x="47916" y="47528"/>
                </a:moveTo>
                <a:lnTo>
                  <a:pt x="282062" y="47528"/>
                </a:lnTo>
              </a:path>
            </a:pathLst>
          </a:custGeom>
          <a:noFill/>
          <a:ln w="7797" cap="flat">
            <a:solidFill>
              <a:srgbClr val="000000"/>
            </a:solidFill>
            <a:custDash>
              <a:ds d="15000" sp="1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252E162-D56A-411B-83F5-9B9EE0E80D84}"/>
              </a:ext>
            </a:extLst>
          </p:cNvPr>
          <p:cNvSpPr/>
          <p:nvPr/>
        </p:nvSpPr>
        <p:spPr>
          <a:xfrm>
            <a:off x="9943394" y="3620531"/>
            <a:ext cx="312194" cy="77417"/>
          </a:xfrm>
          <a:custGeom>
            <a:avLst/>
            <a:gdLst>
              <a:gd name="connsiteX0" fmla="*/ 47916 w 312194"/>
              <a:gd name="connsiteY0" fmla="*/ 47528 h 77416"/>
              <a:gd name="connsiteX1" fmla="*/ 282062 w 312194"/>
              <a:gd name="connsiteY1" fmla="*/ 47528 h 7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194" h="77416">
                <a:moveTo>
                  <a:pt x="47916" y="47528"/>
                </a:moveTo>
                <a:lnTo>
                  <a:pt x="282062" y="47528"/>
                </a:lnTo>
              </a:path>
            </a:pathLst>
          </a:custGeom>
          <a:noFill/>
          <a:ln w="7797" cap="flat">
            <a:solidFill>
              <a:srgbClr val="000000"/>
            </a:solidFill>
            <a:custDash>
              <a:ds d="15000" sp="1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1483DC0B-8D37-42EE-93C7-BB58B90D6AD9}"/>
              </a:ext>
            </a:extLst>
          </p:cNvPr>
          <p:cNvSpPr/>
          <p:nvPr/>
        </p:nvSpPr>
        <p:spPr>
          <a:xfrm>
            <a:off x="9645713" y="2263778"/>
            <a:ext cx="936583" cy="1857998"/>
          </a:xfrm>
          <a:custGeom>
            <a:avLst/>
            <a:gdLst>
              <a:gd name="connsiteX0" fmla="*/ 501695 w 936582"/>
              <a:gd name="connsiteY0" fmla="*/ 475283 h 1857997"/>
              <a:gd name="connsiteX1" fmla="*/ 524228 w 936582"/>
              <a:gd name="connsiteY1" fmla="*/ 513991 h 1857997"/>
              <a:gd name="connsiteX2" fmla="*/ 479162 w 936582"/>
              <a:gd name="connsiteY2" fmla="*/ 513991 h 1857997"/>
              <a:gd name="connsiteX3" fmla="*/ 501695 w 936582"/>
              <a:gd name="connsiteY3" fmla="*/ 475283 h 1857997"/>
              <a:gd name="connsiteX4" fmla="*/ 501695 w 936582"/>
              <a:gd name="connsiteY4" fmla="*/ 1404282 h 1857997"/>
              <a:gd name="connsiteX5" fmla="*/ 479162 w 936582"/>
              <a:gd name="connsiteY5" fmla="*/ 1365573 h 1857997"/>
              <a:gd name="connsiteX6" fmla="*/ 524228 w 936582"/>
              <a:gd name="connsiteY6" fmla="*/ 1365573 h 1857997"/>
              <a:gd name="connsiteX7" fmla="*/ 501695 w 936582"/>
              <a:gd name="connsiteY7" fmla="*/ 1404282 h 1857997"/>
              <a:gd name="connsiteX8" fmla="*/ 501695 w 936582"/>
              <a:gd name="connsiteY8" fmla="*/ 510120 h 1857997"/>
              <a:gd name="connsiteX9" fmla="*/ 505597 w 936582"/>
              <a:gd name="connsiteY9" fmla="*/ 510120 h 1857997"/>
              <a:gd name="connsiteX10" fmla="*/ 505597 w 936582"/>
              <a:gd name="connsiteY10" fmla="*/ 1369444 h 1857997"/>
              <a:gd name="connsiteX11" fmla="*/ 501695 w 936582"/>
              <a:gd name="connsiteY11" fmla="*/ 1369444 h 1857997"/>
              <a:gd name="connsiteX12" fmla="*/ 497793 w 936582"/>
              <a:gd name="connsiteY12" fmla="*/ 1369444 h 1857997"/>
              <a:gd name="connsiteX13" fmla="*/ 497793 w 936582"/>
              <a:gd name="connsiteY13" fmla="*/ 510120 h 1857997"/>
              <a:gd name="connsiteX14" fmla="*/ 501695 w 936582"/>
              <a:gd name="connsiteY14" fmla="*/ 510120 h 1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36582" h="1857997">
                <a:moveTo>
                  <a:pt x="501695" y="475283"/>
                </a:moveTo>
                <a:lnTo>
                  <a:pt x="524228" y="513991"/>
                </a:lnTo>
                <a:lnTo>
                  <a:pt x="479162" y="513991"/>
                </a:lnTo>
                <a:lnTo>
                  <a:pt x="501695" y="475283"/>
                </a:lnTo>
                <a:close/>
                <a:moveTo>
                  <a:pt x="501695" y="1404282"/>
                </a:moveTo>
                <a:lnTo>
                  <a:pt x="479162" y="1365573"/>
                </a:lnTo>
                <a:lnTo>
                  <a:pt x="524228" y="1365573"/>
                </a:lnTo>
                <a:lnTo>
                  <a:pt x="501695" y="1404282"/>
                </a:lnTo>
                <a:close/>
                <a:moveTo>
                  <a:pt x="501695" y="510120"/>
                </a:moveTo>
                <a:lnTo>
                  <a:pt x="505597" y="510120"/>
                </a:lnTo>
                <a:lnTo>
                  <a:pt x="505597" y="1369444"/>
                </a:lnTo>
                <a:lnTo>
                  <a:pt x="501695" y="1369444"/>
                </a:lnTo>
                <a:lnTo>
                  <a:pt x="497793" y="1369444"/>
                </a:lnTo>
                <a:lnTo>
                  <a:pt x="497793" y="510120"/>
                </a:lnTo>
                <a:lnTo>
                  <a:pt x="501695" y="510120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DAAEF50C-1A54-40B1-9473-BBAFE521F6A1}"/>
              </a:ext>
            </a:extLst>
          </p:cNvPr>
          <p:cNvSpPr/>
          <p:nvPr/>
        </p:nvSpPr>
        <p:spPr>
          <a:xfrm>
            <a:off x="8944540" y="2752849"/>
            <a:ext cx="936583" cy="1006416"/>
          </a:xfrm>
          <a:custGeom>
            <a:avLst/>
            <a:gdLst>
              <a:gd name="connsiteX0" fmla="*/ 494561 w 936582"/>
              <a:gd name="connsiteY0" fmla="*/ 482918 h 1006415"/>
              <a:gd name="connsiteX1" fmla="*/ 492275 w 936582"/>
              <a:gd name="connsiteY1" fmla="*/ 488361 h 1006415"/>
              <a:gd name="connsiteX2" fmla="*/ 486866 w 936582"/>
              <a:gd name="connsiteY2" fmla="*/ 490630 h 1006415"/>
              <a:gd name="connsiteX3" fmla="*/ 481379 w 936582"/>
              <a:gd name="connsiteY3" fmla="*/ 488361 h 1006415"/>
              <a:gd name="connsiteX4" fmla="*/ 479162 w 936582"/>
              <a:gd name="connsiteY4" fmla="*/ 482918 h 1006415"/>
              <a:gd name="connsiteX5" fmla="*/ 481379 w 936582"/>
              <a:gd name="connsiteY5" fmla="*/ 477475 h 1006415"/>
              <a:gd name="connsiteX6" fmla="*/ 486866 w 936582"/>
              <a:gd name="connsiteY6" fmla="*/ 475283 h 1006415"/>
              <a:gd name="connsiteX7" fmla="*/ 492275 w 936582"/>
              <a:gd name="connsiteY7" fmla="*/ 477475 h 1006415"/>
              <a:gd name="connsiteX8" fmla="*/ 494561 w 936582"/>
              <a:gd name="connsiteY8" fmla="*/ 482918 h 1006415"/>
              <a:gd name="connsiteX9" fmla="*/ 494561 w 936582"/>
              <a:gd name="connsiteY9" fmla="*/ 521626 h 1006415"/>
              <a:gd name="connsiteX10" fmla="*/ 492275 w 936582"/>
              <a:gd name="connsiteY10" fmla="*/ 527070 h 1006415"/>
              <a:gd name="connsiteX11" fmla="*/ 486866 w 936582"/>
              <a:gd name="connsiteY11" fmla="*/ 529338 h 1006415"/>
              <a:gd name="connsiteX12" fmla="*/ 481379 w 936582"/>
              <a:gd name="connsiteY12" fmla="*/ 527070 h 1006415"/>
              <a:gd name="connsiteX13" fmla="*/ 479162 w 936582"/>
              <a:gd name="connsiteY13" fmla="*/ 521626 h 1006415"/>
              <a:gd name="connsiteX14" fmla="*/ 481379 w 936582"/>
              <a:gd name="connsiteY14" fmla="*/ 516183 h 1006415"/>
              <a:gd name="connsiteX15" fmla="*/ 486866 w 936582"/>
              <a:gd name="connsiteY15" fmla="*/ 513991 h 1006415"/>
              <a:gd name="connsiteX16" fmla="*/ 492275 w 936582"/>
              <a:gd name="connsiteY16" fmla="*/ 516183 h 1006415"/>
              <a:gd name="connsiteX17" fmla="*/ 494561 w 936582"/>
              <a:gd name="connsiteY17" fmla="*/ 521626 h 1006415"/>
              <a:gd name="connsiteX18" fmla="*/ 494561 w 936582"/>
              <a:gd name="connsiteY18" fmla="*/ 560335 h 1006415"/>
              <a:gd name="connsiteX19" fmla="*/ 492275 w 936582"/>
              <a:gd name="connsiteY19" fmla="*/ 565778 h 1006415"/>
              <a:gd name="connsiteX20" fmla="*/ 486866 w 936582"/>
              <a:gd name="connsiteY20" fmla="*/ 568046 h 1006415"/>
              <a:gd name="connsiteX21" fmla="*/ 481379 w 936582"/>
              <a:gd name="connsiteY21" fmla="*/ 565778 h 1006415"/>
              <a:gd name="connsiteX22" fmla="*/ 479162 w 936582"/>
              <a:gd name="connsiteY22" fmla="*/ 560335 h 1006415"/>
              <a:gd name="connsiteX23" fmla="*/ 481379 w 936582"/>
              <a:gd name="connsiteY23" fmla="*/ 554892 h 1006415"/>
              <a:gd name="connsiteX24" fmla="*/ 486866 w 936582"/>
              <a:gd name="connsiteY24" fmla="*/ 552699 h 1006415"/>
              <a:gd name="connsiteX25" fmla="*/ 492275 w 936582"/>
              <a:gd name="connsiteY25" fmla="*/ 554892 h 1006415"/>
              <a:gd name="connsiteX26" fmla="*/ 494561 w 936582"/>
              <a:gd name="connsiteY26" fmla="*/ 560335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582" h="1006415">
                <a:moveTo>
                  <a:pt x="494561" y="482918"/>
                </a:moveTo>
                <a:cubicBezTo>
                  <a:pt x="494561" y="485086"/>
                  <a:pt x="493797" y="486900"/>
                  <a:pt x="492275" y="488361"/>
                </a:cubicBezTo>
                <a:cubicBezTo>
                  <a:pt x="490799" y="489873"/>
                  <a:pt x="488997" y="490630"/>
                  <a:pt x="486866" y="490630"/>
                </a:cubicBezTo>
                <a:cubicBezTo>
                  <a:pt x="484727" y="490630"/>
                  <a:pt x="482901" y="489873"/>
                  <a:pt x="481379" y="488361"/>
                </a:cubicBezTo>
                <a:cubicBezTo>
                  <a:pt x="479904" y="486849"/>
                  <a:pt x="479162" y="485035"/>
                  <a:pt x="479162" y="482918"/>
                </a:cubicBezTo>
                <a:cubicBezTo>
                  <a:pt x="479162" y="480802"/>
                  <a:pt x="479904" y="478987"/>
                  <a:pt x="481379" y="477475"/>
                </a:cubicBezTo>
                <a:cubicBezTo>
                  <a:pt x="482901" y="476013"/>
                  <a:pt x="484727" y="475283"/>
                  <a:pt x="486866" y="475283"/>
                </a:cubicBezTo>
                <a:cubicBezTo>
                  <a:pt x="488997" y="475283"/>
                  <a:pt x="490799" y="476013"/>
                  <a:pt x="492275" y="477475"/>
                </a:cubicBezTo>
                <a:cubicBezTo>
                  <a:pt x="493797" y="478987"/>
                  <a:pt x="494561" y="480802"/>
                  <a:pt x="494561" y="482918"/>
                </a:cubicBezTo>
                <a:close/>
                <a:moveTo>
                  <a:pt x="494561" y="521626"/>
                </a:moveTo>
                <a:cubicBezTo>
                  <a:pt x="494561" y="523794"/>
                  <a:pt x="493797" y="525608"/>
                  <a:pt x="492275" y="527070"/>
                </a:cubicBezTo>
                <a:cubicBezTo>
                  <a:pt x="490799" y="528582"/>
                  <a:pt x="488997" y="529338"/>
                  <a:pt x="486866" y="529338"/>
                </a:cubicBezTo>
                <a:cubicBezTo>
                  <a:pt x="484727" y="529338"/>
                  <a:pt x="482901" y="528582"/>
                  <a:pt x="481379" y="527070"/>
                </a:cubicBezTo>
                <a:cubicBezTo>
                  <a:pt x="479904" y="525558"/>
                  <a:pt x="479162" y="523743"/>
                  <a:pt x="479162" y="521626"/>
                </a:cubicBezTo>
                <a:cubicBezTo>
                  <a:pt x="479162" y="519510"/>
                  <a:pt x="479904" y="517695"/>
                  <a:pt x="481379" y="516183"/>
                </a:cubicBezTo>
                <a:cubicBezTo>
                  <a:pt x="482901" y="514722"/>
                  <a:pt x="484727" y="513991"/>
                  <a:pt x="486866" y="513991"/>
                </a:cubicBezTo>
                <a:cubicBezTo>
                  <a:pt x="488997" y="513991"/>
                  <a:pt x="490799" y="514722"/>
                  <a:pt x="492275" y="516183"/>
                </a:cubicBezTo>
                <a:cubicBezTo>
                  <a:pt x="493797" y="517695"/>
                  <a:pt x="494561" y="519510"/>
                  <a:pt x="494561" y="521626"/>
                </a:cubicBezTo>
                <a:close/>
                <a:moveTo>
                  <a:pt x="494561" y="560335"/>
                </a:moveTo>
                <a:cubicBezTo>
                  <a:pt x="494561" y="562502"/>
                  <a:pt x="493797" y="564316"/>
                  <a:pt x="492275" y="565778"/>
                </a:cubicBezTo>
                <a:cubicBezTo>
                  <a:pt x="490799" y="567290"/>
                  <a:pt x="488997" y="568046"/>
                  <a:pt x="486866" y="568046"/>
                </a:cubicBezTo>
                <a:cubicBezTo>
                  <a:pt x="484727" y="568046"/>
                  <a:pt x="482901" y="567290"/>
                  <a:pt x="481379" y="565778"/>
                </a:cubicBezTo>
                <a:cubicBezTo>
                  <a:pt x="479904" y="564266"/>
                  <a:pt x="479162" y="562451"/>
                  <a:pt x="479162" y="560335"/>
                </a:cubicBezTo>
                <a:cubicBezTo>
                  <a:pt x="479162" y="558218"/>
                  <a:pt x="479904" y="556403"/>
                  <a:pt x="481379" y="554892"/>
                </a:cubicBezTo>
                <a:cubicBezTo>
                  <a:pt x="482901" y="553430"/>
                  <a:pt x="484727" y="552699"/>
                  <a:pt x="486866" y="552699"/>
                </a:cubicBezTo>
                <a:cubicBezTo>
                  <a:pt x="488997" y="552699"/>
                  <a:pt x="490799" y="553430"/>
                  <a:pt x="492275" y="554892"/>
                </a:cubicBezTo>
                <a:cubicBezTo>
                  <a:pt x="493797" y="556403"/>
                  <a:pt x="494561" y="558218"/>
                  <a:pt x="494561" y="560335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00A30FF8-56CC-42E3-BA8A-233422C393FC}"/>
              </a:ext>
            </a:extLst>
          </p:cNvPr>
          <p:cNvSpPr/>
          <p:nvPr/>
        </p:nvSpPr>
        <p:spPr>
          <a:xfrm>
            <a:off x="9432344" y="2752849"/>
            <a:ext cx="936583" cy="1006416"/>
          </a:xfrm>
          <a:custGeom>
            <a:avLst/>
            <a:gdLst>
              <a:gd name="connsiteX0" fmla="*/ 494561 w 936582"/>
              <a:gd name="connsiteY0" fmla="*/ 482918 h 1006415"/>
              <a:gd name="connsiteX1" fmla="*/ 492275 w 936582"/>
              <a:gd name="connsiteY1" fmla="*/ 488361 h 1006415"/>
              <a:gd name="connsiteX2" fmla="*/ 486866 w 936582"/>
              <a:gd name="connsiteY2" fmla="*/ 490630 h 1006415"/>
              <a:gd name="connsiteX3" fmla="*/ 481379 w 936582"/>
              <a:gd name="connsiteY3" fmla="*/ 488361 h 1006415"/>
              <a:gd name="connsiteX4" fmla="*/ 479162 w 936582"/>
              <a:gd name="connsiteY4" fmla="*/ 482918 h 1006415"/>
              <a:gd name="connsiteX5" fmla="*/ 481379 w 936582"/>
              <a:gd name="connsiteY5" fmla="*/ 477475 h 1006415"/>
              <a:gd name="connsiteX6" fmla="*/ 486866 w 936582"/>
              <a:gd name="connsiteY6" fmla="*/ 475283 h 1006415"/>
              <a:gd name="connsiteX7" fmla="*/ 492275 w 936582"/>
              <a:gd name="connsiteY7" fmla="*/ 477475 h 1006415"/>
              <a:gd name="connsiteX8" fmla="*/ 494561 w 936582"/>
              <a:gd name="connsiteY8" fmla="*/ 482918 h 1006415"/>
              <a:gd name="connsiteX9" fmla="*/ 494561 w 936582"/>
              <a:gd name="connsiteY9" fmla="*/ 521626 h 1006415"/>
              <a:gd name="connsiteX10" fmla="*/ 492275 w 936582"/>
              <a:gd name="connsiteY10" fmla="*/ 527070 h 1006415"/>
              <a:gd name="connsiteX11" fmla="*/ 486866 w 936582"/>
              <a:gd name="connsiteY11" fmla="*/ 529338 h 1006415"/>
              <a:gd name="connsiteX12" fmla="*/ 481379 w 936582"/>
              <a:gd name="connsiteY12" fmla="*/ 527070 h 1006415"/>
              <a:gd name="connsiteX13" fmla="*/ 479162 w 936582"/>
              <a:gd name="connsiteY13" fmla="*/ 521626 h 1006415"/>
              <a:gd name="connsiteX14" fmla="*/ 481379 w 936582"/>
              <a:gd name="connsiteY14" fmla="*/ 516183 h 1006415"/>
              <a:gd name="connsiteX15" fmla="*/ 486866 w 936582"/>
              <a:gd name="connsiteY15" fmla="*/ 513991 h 1006415"/>
              <a:gd name="connsiteX16" fmla="*/ 492275 w 936582"/>
              <a:gd name="connsiteY16" fmla="*/ 516183 h 1006415"/>
              <a:gd name="connsiteX17" fmla="*/ 494561 w 936582"/>
              <a:gd name="connsiteY17" fmla="*/ 521626 h 1006415"/>
              <a:gd name="connsiteX18" fmla="*/ 494561 w 936582"/>
              <a:gd name="connsiteY18" fmla="*/ 560335 h 1006415"/>
              <a:gd name="connsiteX19" fmla="*/ 492275 w 936582"/>
              <a:gd name="connsiteY19" fmla="*/ 565778 h 1006415"/>
              <a:gd name="connsiteX20" fmla="*/ 486866 w 936582"/>
              <a:gd name="connsiteY20" fmla="*/ 568046 h 1006415"/>
              <a:gd name="connsiteX21" fmla="*/ 481379 w 936582"/>
              <a:gd name="connsiteY21" fmla="*/ 565778 h 1006415"/>
              <a:gd name="connsiteX22" fmla="*/ 479162 w 936582"/>
              <a:gd name="connsiteY22" fmla="*/ 560335 h 1006415"/>
              <a:gd name="connsiteX23" fmla="*/ 481379 w 936582"/>
              <a:gd name="connsiteY23" fmla="*/ 554892 h 1006415"/>
              <a:gd name="connsiteX24" fmla="*/ 486866 w 936582"/>
              <a:gd name="connsiteY24" fmla="*/ 552699 h 1006415"/>
              <a:gd name="connsiteX25" fmla="*/ 492275 w 936582"/>
              <a:gd name="connsiteY25" fmla="*/ 554892 h 1006415"/>
              <a:gd name="connsiteX26" fmla="*/ 494561 w 936582"/>
              <a:gd name="connsiteY26" fmla="*/ 560335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582" h="1006415">
                <a:moveTo>
                  <a:pt x="494561" y="482918"/>
                </a:moveTo>
                <a:cubicBezTo>
                  <a:pt x="494561" y="485086"/>
                  <a:pt x="493797" y="486900"/>
                  <a:pt x="492275" y="488361"/>
                </a:cubicBezTo>
                <a:cubicBezTo>
                  <a:pt x="490799" y="489873"/>
                  <a:pt x="488997" y="490630"/>
                  <a:pt x="486866" y="490630"/>
                </a:cubicBezTo>
                <a:cubicBezTo>
                  <a:pt x="484727" y="490630"/>
                  <a:pt x="482901" y="489873"/>
                  <a:pt x="481379" y="488361"/>
                </a:cubicBezTo>
                <a:cubicBezTo>
                  <a:pt x="479904" y="486849"/>
                  <a:pt x="479162" y="485035"/>
                  <a:pt x="479162" y="482918"/>
                </a:cubicBezTo>
                <a:cubicBezTo>
                  <a:pt x="479162" y="480802"/>
                  <a:pt x="479904" y="478987"/>
                  <a:pt x="481379" y="477475"/>
                </a:cubicBezTo>
                <a:cubicBezTo>
                  <a:pt x="482901" y="476013"/>
                  <a:pt x="484727" y="475283"/>
                  <a:pt x="486866" y="475283"/>
                </a:cubicBezTo>
                <a:cubicBezTo>
                  <a:pt x="488997" y="475283"/>
                  <a:pt x="490799" y="476013"/>
                  <a:pt x="492275" y="477475"/>
                </a:cubicBezTo>
                <a:cubicBezTo>
                  <a:pt x="493797" y="478987"/>
                  <a:pt x="494561" y="480802"/>
                  <a:pt x="494561" y="482918"/>
                </a:cubicBezTo>
                <a:close/>
                <a:moveTo>
                  <a:pt x="494561" y="521626"/>
                </a:moveTo>
                <a:cubicBezTo>
                  <a:pt x="494561" y="523794"/>
                  <a:pt x="493797" y="525608"/>
                  <a:pt x="492275" y="527070"/>
                </a:cubicBezTo>
                <a:cubicBezTo>
                  <a:pt x="490799" y="528582"/>
                  <a:pt x="488997" y="529338"/>
                  <a:pt x="486866" y="529338"/>
                </a:cubicBezTo>
                <a:cubicBezTo>
                  <a:pt x="484727" y="529338"/>
                  <a:pt x="482901" y="528582"/>
                  <a:pt x="481379" y="527070"/>
                </a:cubicBezTo>
                <a:cubicBezTo>
                  <a:pt x="479904" y="525558"/>
                  <a:pt x="479162" y="523743"/>
                  <a:pt x="479162" y="521626"/>
                </a:cubicBezTo>
                <a:cubicBezTo>
                  <a:pt x="479162" y="519510"/>
                  <a:pt x="479904" y="517695"/>
                  <a:pt x="481379" y="516183"/>
                </a:cubicBezTo>
                <a:cubicBezTo>
                  <a:pt x="482901" y="514722"/>
                  <a:pt x="484727" y="513991"/>
                  <a:pt x="486866" y="513991"/>
                </a:cubicBezTo>
                <a:cubicBezTo>
                  <a:pt x="488997" y="513991"/>
                  <a:pt x="490799" y="514722"/>
                  <a:pt x="492275" y="516183"/>
                </a:cubicBezTo>
                <a:cubicBezTo>
                  <a:pt x="493797" y="517695"/>
                  <a:pt x="494561" y="519510"/>
                  <a:pt x="494561" y="521626"/>
                </a:cubicBezTo>
                <a:close/>
                <a:moveTo>
                  <a:pt x="494561" y="560335"/>
                </a:moveTo>
                <a:cubicBezTo>
                  <a:pt x="494561" y="562502"/>
                  <a:pt x="493797" y="564316"/>
                  <a:pt x="492275" y="565778"/>
                </a:cubicBezTo>
                <a:cubicBezTo>
                  <a:pt x="490799" y="567290"/>
                  <a:pt x="488997" y="568046"/>
                  <a:pt x="486866" y="568046"/>
                </a:cubicBezTo>
                <a:cubicBezTo>
                  <a:pt x="484727" y="568046"/>
                  <a:pt x="482901" y="567290"/>
                  <a:pt x="481379" y="565778"/>
                </a:cubicBezTo>
                <a:cubicBezTo>
                  <a:pt x="479904" y="564266"/>
                  <a:pt x="479162" y="562451"/>
                  <a:pt x="479162" y="560335"/>
                </a:cubicBezTo>
                <a:cubicBezTo>
                  <a:pt x="479162" y="558218"/>
                  <a:pt x="479904" y="556403"/>
                  <a:pt x="481379" y="554892"/>
                </a:cubicBezTo>
                <a:cubicBezTo>
                  <a:pt x="482901" y="553430"/>
                  <a:pt x="484727" y="552699"/>
                  <a:pt x="486866" y="552699"/>
                </a:cubicBezTo>
                <a:cubicBezTo>
                  <a:pt x="488997" y="552699"/>
                  <a:pt x="490799" y="553430"/>
                  <a:pt x="492275" y="554892"/>
                </a:cubicBezTo>
                <a:cubicBezTo>
                  <a:pt x="493797" y="556403"/>
                  <a:pt x="494561" y="558218"/>
                  <a:pt x="494561" y="560335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0A5D6A4F-35F7-4A31-A525-A035FEBB004B}"/>
              </a:ext>
            </a:extLst>
          </p:cNvPr>
          <p:cNvSpPr/>
          <p:nvPr/>
        </p:nvSpPr>
        <p:spPr>
          <a:xfrm>
            <a:off x="9120149" y="2752849"/>
            <a:ext cx="936583" cy="1006416"/>
          </a:xfrm>
          <a:custGeom>
            <a:avLst/>
            <a:gdLst>
              <a:gd name="connsiteX0" fmla="*/ 494561 w 936582"/>
              <a:gd name="connsiteY0" fmla="*/ 482918 h 1006415"/>
              <a:gd name="connsiteX1" fmla="*/ 492275 w 936582"/>
              <a:gd name="connsiteY1" fmla="*/ 488361 h 1006415"/>
              <a:gd name="connsiteX2" fmla="*/ 486866 w 936582"/>
              <a:gd name="connsiteY2" fmla="*/ 490630 h 1006415"/>
              <a:gd name="connsiteX3" fmla="*/ 481379 w 936582"/>
              <a:gd name="connsiteY3" fmla="*/ 488361 h 1006415"/>
              <a:gd name="connsiteX4" fmla="*/ 479162 w 936582"/>
              <a:gd name="connsiteY4" fmla="*/ 482918 h 1006415"/>
              <a:gd name="connsiteX5" fmla="*/ 481379 w 936582"/>
              <a:gd name="connsiteY5" fmla="*/ 477475 h 1006415"/>
              <a:gd name="connsiteX6" fmla="*/ 486866 w 936582"/>
              <a:gd name="connsiteY6" fmla="*/ 475283 h 1006415"/>
              <a:gd name="connsiteX7" fmla="*/ 492275 w 936582"/>
              <a:gd name="connsiteY7" fmla="*/ 477475 h 1006415"/>
              <a:gd name="connsiteX8" fmla="*/ 494561 w 936582"/>
              <a:gd name="connsiteY8" fmla="*/ 482918 h 1006415"/>
              <a:gd name="connsiteX9" fmla="*/ 494561 w 936582"/>
              <a:gd name="connsiteY9" fmla="*/ 521626 h 1006415"/>
              <a:gd name="connsiteX10" fmla="*/ 492275 w 936582"/>
              <a:gd name="connsiteY10" fmla="*/ 527070 h 1006415"/>
              <a:gd name="connsiteX11" fmla="*/ 486866 w 936582"/>
              <a:gd name="connsiteY11" fmla="*/ 529338 h 1006415"/>
              <a:gd name="connsiteX12" fmla="*/ 481379 w 936582"/>
              <a:gd name="connsiteY12" fmla="*/ 527070 h 1006415"/>
              <a:gd name="connsiteX13" fmla="*/ 479162 w 936582"/>
              <a:gd name="connsiteY13" fmla="*/ 521626 h 1006415"/>
              <a:gd name="connsiteX14" fmla="*/ 481379 w 936582"/>
              <a:gd name="connsiteY14" fmla="*/ 516183 h 1006415"/>
              <a:gd name="connsiteX15" fmla="*/ 486866 w 936582"/>
              <a:gd name="connsiteY15" fmla="*/ 513991 h 1006415"/>
              <a:gd name="connsiteX16" fmla="*/ 492275 w 936582"/>
              <a:gd name="connsiteY16" fmla="*/ 516183 h 1006415"/>
              <a:gd name="connsiteX17" fmla="*/ 494561 w 936582"/>
              <a:gd name="connsiteY17" fmla="*/ 521626 h 1006415"/>
              <a:gd name="connsiteX18" fmla="*/ 494561 w 936582"/>
              <a:gd name="connsiteY18" fmla="*/ 560335 h 1006415"/>
              <a:gd name="connsiteX19" fmla="*/ 492275 w 936582"/>
              <a:gd name="connsiteY19" fmla="*/ 565778 h 1006415"/>
              <a:gd name="connsiteX20" fmla="*/ 486866 w 936582"/>
              <a:gd name="connsiteY20" fmla="*/ 568046 h 1006415"/>
              <a:gd name="connsiteX21" fmla="*/ 481379 w 936582"/>
              <a:gd name="connsiteY21" fmla="*/ 565778 h 1006415"/>
              <a:gd name="connsiteX22" fmla="*/ 479162 w 936582"/>
              <a:gd name="connsiteY22" fmla="*/ 560335 h 1006415"/>
              <a:gd name="connsiteX23" fmla="*/ 481379 w 936582"/>
              <a:gd name="connsiteY23" fmla="*/ 554892 h 1006415"/>
              <a:gd name="connsiteX24" fmla="*/ 486866 w 936582"/>
              <a:gd name="connsiteY24" fmla="*/ 552699 h 1006415"/>
              <a:gd name="connsiteX25" fmla="*/ 492275 w 936582"/>
              <a:gd name="connsiteY25" fmla="*/ 554892 h 1006415"/>
              <a:gd name="connsiteX26" fmla="*/ 494561 w 936582"/>
              <a:gd name="connsiteY26" fmla="*/ 560335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582" h="1006415">
                <a:moveTo>
                  <a:pt x="494561" y="482918"/>
                </a:moveTo>
                <a:cubicBezTo>
                  <a:pt x="494561" y="485086"/>
                  <a:pt x="493797" y="486900"/>
                  <a:pt x="492275" y="488361"/>
                </a:cubicBezTo>
                <a:cubicBezTo>
                  <a:pt x="490799" y="489873"/>
                  <a:pt x="488997" y="490630"/>
                  <a:pt x="486866" y="490630"/>
                </a:cubicBezTo>
                <a:cubicBezTo>
                  <a:pt x="484727" y="490630"/>
                  <a:pt x="482901" y="489873"/>
                  <a:pt x="481379" y="488361"/>
                </a:cubicBezTo>
                <a:cubicBezTo>
                  <a:pt x="479904" y="486849"/>
                  <a:pt x="479162" y="485035"/>
                  <a:pt x="479162" y="482918"/>
                </a:cubicBezTo>
                <a:cubicBezTo>
                  <a:pt x="479162" y="480802"/>
                  <a:pt x="479904" y="478987"/>
                  <a:pt x="481379" y="477475"/>
                </a:cubicBezTo>
                <a:cubicBezTo>
                  <a:pt x="482901" y="476013"/>
                  <a:pt x="484727" y="475283"/>
                  <a:pt x="486866" y="475283"/>
                </a:cubicBezTo>
                <a:cubicBezTo>
                  <a:pt x="488997" y="475283"/>
                  <a:pt x="490799" y="476013"/>
                  <a:pt x="492275" y="477475"/>
                </a:cubicBezTo>
                <a:cubicBezTo>
                  <a:pt x="493797" y="478987"/>
                  <a:pt x="494561" y="480802"/>
                  <a:pt x="494561" y="482918"/>
                </a:cubicBezTo>
                <a:close/>
                <a:moveTo>
                  <a:pt x="494561" y="521626"/>
                </a:moveTo>
                <a:cubicBezTo>
                  <a:pt x="494561" y="523794"/>
                  <a:pt x="493797" y="525608"/>
                  <a:pt x="492275" y="527070"/>
                </a:cubicBezTo>
                <a:cubicBezTo>
                  <a:pt x="490799" y="528582"/>
                  <a:pt x="488997" y="529338"/>
                  <a:pt x="486866" y="529338"/>
                </a:cubicBezTo>
                <a:cubicBezTo>
                  <a:pt x="484727" y="529338"/>
                  <a:pt x="482901" y="528582"/>
                  <a:pt x="481379" y="527070"/>
                </a:cubicBezTo>
                <a:cubicBezTo>
                  <a:pt x="479904" y="525558"/>
                  <a:pt x="479162" y="523743"/>
                  <a:pt x="479162" y="521626"/>
                </a:cubicBezTo>
                <a:cubicBezTo>
                  <a:pt x="479162" y="519510"/>
                  <a:pt x="479904" y="517695"/>
                  <a:pt x="481379" y="516183"/>
                </a:cubicBezTo>
                <a:cubicBezTo>
                  <a:pt x="482901" y="514722"/>
                  <a:pt x="484727" y="513991"/>
                  <a:pt x="486866" y="513991"/>
                </a:cubicBezTo>
                <a:cubicBezTo>
                  <a:pt x="488997" y="513991"/>
                  <a:pt x="490799" y="514722"/>
                  <a:pt x="492275" y="516183"/>
                </a:cubicBezTo>
                <a:cubicBezTo>
                  <a:pt x="493797" y="517695"/>
                  <a:pt x="494561" y="519510"/>
                  <a:pt x="494561" y="521626"/>
                </a:cubicBezTo>
                <a:close/>
                <a:moveTo>
                  <a:pt x="494561" y="560335"/>
                </a:moveTo>
                <a:cubicBezTo>
                  <a:pt x="494561" y="562502"/>
                  <a:pt x="493797" y="564316"/>
                  <a:pt x="492275" y="565778"/>
                </a:cubicBezTo>
                <a:cubicBezTo>
                  <a:pt x="490799" y="567290"/>
                  <a:pt x="488997" y="568046"/>
                  <a:pt x="486866" y="568046"/>
                </a:cubicBezTo>
                <a:cubicBezTo>
                  <a:pt x="484727" y="568046"/>
                  <a:pt x="482901" y="567290"/>
                  <a:pt x="481379" y="565778"/>
                </a:cubicBezTo>
                <a:cubicBezTo>
                  <a:pt x="479904" y="564266"/>
                  <a:pt x="479162" y="562451"/>
                  <a:pt x="479162" y="560335"/>
                </a:cubicBezTo>
                <a:cubicBezTo>
                  <a:pt x="479162" y="558218"/>
                  <a:pt x="479904" y="556403"/>
                  <a:pt x="481379" y="554892"/>
                </a:cubicBezTo>
                <a:cubicBezTo>
                  <a:pt x="482901" y="553430"/>
                  <a:pt x="484727" y="552699"/>
                  <a:pt x="486866" y="552699"/>
                </a:cubicBezTo>
                <a:cubicBezTo>
                  <a:pt x="488997" y="552699"/>
                  <a:pt x="490799" y="553430"/>
                  <a:pt x="492275" y="554892"/>
                </a:cubicBezTo>
                <a:cubicBezTo>
                  <a:pt x="493797" y="556403"/>
                  <a:pt x="494561" y="558218"/>
                  <a:pt x="494561" y="560335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0348FF5-788A-4F57-9634-12D07F1AA507}"/>
              </a:ext>
            </a:extLst>
          </p:cNvPr>
          <p:cNvSpPr/>
          <p:nvPr/>
        </p:nvSpPr>
        <p:spPr>
          <a:xfrm>
            <a:off x="9276247" y="2752849"/>
            <a:ext cx="936583" cy="1006416"/>
          </a:xfrm>
          <a:custGeom>
            <a:avLst/>
            <a:gdLst>
              <a:gd name="connsiteX0" fmla="*/ 494561 w 936582"/>
              <a:gd name="connsiteY0" fmla="*/ 482918 h 1006415"/>
              <a:gd name="connsiteX1" fmla="*/ 492275 w 936582"/>
              <a:gd name="connsiteY1" fmla="*/ 488361 h 1006415"/>
              <a:gd name="connsiteX2" fmla="*/ 486866 w 936582"/>
              <a:gd name="connsiteY2" fmla="*/ 490630 h 1006415"/>
              <a:gd name="connsiteX3" fmla="*/ 481379 w 936582"/>
              <a:gd name="connsiteY3" fmla="*/ 488361 h 1006415"/>
              <a:gd name="connsiteX4" fmla="*/ 479162 w 936582"/>
              <a:gd name="connsiteY4" fmla="*/ 482918 h 1006415"/>
              <a:gd name="connsiteX5" fmla="*/ 481379 w 936582"/>
              <a:gd name="connsiteY5" fmla="*/ 477475 h 1006415"/>
              <a:gd name="connsiteX6" fmla="*/ 486866 w 936582"/>
              <a:gd name="connsiteY6" fmla="*/ 475283 h 1006415"/>
              <a:gd name="connsiteX7" fmla="*/ 492275 w 936582"/>
              <a:gd name="connsiteY7" fmla="*/ 477475 h 1006415"/>
              <a:gd name="connsiteX8" fmla="*/ 494561 w 936582"/>
              <a:gd name="connsiteY8" fmla="*/ 482918 h 1006415"/>
              <a:gd name="connsiteX9" fmla="*/ 494561 w 936582"/>
              <a:gd name="connsiteY9" fmla="*/ 521626 h 1006415"/>
              <a:gd name="connsiteX10" fmla="*/ 492275 w 936582"/>
              <a:gd name="connsiteY10" fmla="*/ 527070 h 1006415"/>
              <a:gd name="connsiteX11" fmla="*/ 486866 w 936582"/>
              <a:gd name="connsiteY11" fmla="*/ 529338 h 1006415"/>
              <a:gd name="connsiteX12" fmla="*/ 481379 w 936582"/>
              <a:gd name="connsiteY12" fmla="*/ 527070 h 1006415"/>
              <a:gd name="connsiteX13" fmla="*/ 479162 w 936582"/>
              <a:gd name="connsiteY13" fmla="*/ 521626 h 1006415"/>
              <a:gd name="connsiteX14" fmla="*/ 481379 w 936582"/>
              <a:gd name="connsiteY14" fmla="*/ 516183 h 1006415"/>
              <a:gd name="connsiteX15" fmla="*/ 486866 w 936582"/>
              <a:gd name="connsiteY15" fmla="*/ 513991 h 1006415"/>
              <a:gd name="connsiteX16" fmla="*/ 492275 w 936582"/>
              <a:gd name="connsiteY16" fmla="*/ 516183 h 1006415"/>
              <a:gd name="connsiteX17" fmla="*/ 494561 w 936582"/>
              <a:gd name="connsiteY17" fmla="*/ 521626 h 1006415"/>
              <a:gd name="connsiteX18" fmla="*/ 494561 w 936582"/>
              <a:gd name="connsiteY18" fmla="*/ 560335 h 1006415"/>
              <a:gd name="connsiteX19" fmla="*/ 492275 w 936582"/>
              <a:gd name="connsiteY19" fmla="*/ 565778 h 1006415"/>
              <a:gd name="connsiteX20" fmla="*/ 486866 w 936582"/>
              <a:gd name="connsiteY20" fmla="*/ 568046 h 1006415"/>
              <a:gd name="connsiteX21" fmla="*/ 481379 w 936582"/>
              <a:gd name="connsiteY21" fmla="*/ 565778 h 1006415"/>
              <a:gd name="connsiteX22" fmla="*/ 479162 w 936582"/>
              <a:gd name="connsiteY22" fmla="*/ 560335 h 1006415"/>
              <a:gd name="connsiteX23" fmla="*/ 481379 w 936582"/>
              <a:gd name="connsiteY23" fmla="*/ 554892 h 1006415"/>
              <a:gd name="connsiteX24" fmla="*/ 486866 w 936582"/>
              <a:gd name="connsiteY24" fmla="*/ 552699 h 1006415"/>
              <a:gd name="connsiteX25" fmla="*/ 492275 w 936582"/>
              <a:gd name="connsiteY25" fmla="*/ 554892 h 1006415"/>
              <a:gd name="connsiteX26" fmla="*/ 494561 w 936582"/>
              <a:gd name="connsiteY26" fmla="*/ 560335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582" h="1006415">
                <a:moveTo>
                  <a:pt x="494561" y="482918"/>
                </a:moveTo>
                <a:cubicBezTo>
                  <a:pt x="494561" y="485086"/>
                  <a:pt x="493797" y="486900"/>
                  <a:pt x="492275" y="488361"/>
                </a:cubicBezTo>
                <a:cubicBezTo>
                  <a:pt x="490799" y="489873"/>
                  <a:pt x="488997" y="490630"/>
                  <a:pt x="486866" y="490630"/>
                </a:cubicBezTo>
                <a:cubicBezTo>
                  <a:pt x="484727" y="490630"/>
                  <a:pt x="482901" y="489873"/>
                  <a:pt x="481379" y="488361"/>
                </a:cubicBezTo>
                <a:cubicBezTo>
                  <a:pt x="479904" y="486849"/>
                  <a:pt x="479162" y="485035"/>
                  <a:pt x="479162" y="482918"/>
                </a:cubicBezTo>
                <a:cubicBezTo>
                  <a:pt x="479162" y="480802"/>
                  <a:pt x="479904" y="478987"/>
                  <a:pt x="481379" y="477475"/>
                </a:cubicBezTo>
                <a:cubicBezTo>
                  <a:pt x="482901" y="476013"/>
                  <a:pt x="484727" y="475283"/>
                  <a:pt x="486866" y="475283"/>
                </a:cubicBezTo>
                <a:cubicBezTo>
                  <a:pt x="488997" y="475283"/>
                  <a:pt x="490799" y="476013"/>
                  <a:pt x="492275" y="477475"/>
                </a:cubicBezTo>
                <a:cubicBezTo>
                  <a:pt x="493797" y="478987"/>
                  <a:pt x="494561" y="480802"/>
                  <a:pt x="494561" y="482918"/>
                </a:cubicBezTo>
                <a:close/>
                <a:moveTo>
                  <a:pt x="494561" y="521626"/>
                </a:moveTo>
                <a:cubicBezTo>
                  <a:pt x="494561" y="523794"/>
                  <a:pt x="493797" y="525608"/>
                  <a:pt x="492275" y="527070"/>
                </a:cubicBezTo>
                <a:cubicBezTo>
                  <a:pt x="490799" y="528582"/>
                  <a:pt x="488997" y="529338"/>
                  <a:pt x="486866" y="529338"/>
                </a:cubicBezTo>
                <a:cubicBezTo>
                  <a:pt x="484727" y="529338"/>
                  <a:pt x="482901" y="528582"/>
                  <a:pt x="481379" y="527070"/>
                </a:cubicBezTo>
                <a:cubicBezTo>
                  <a:pt x="479904" y="525558"/>
                  <a:pt x="479162" y="523743"/>
                  <a:pt x="479162" y="521626"/>
                </a:cubicBezTo>
                <a:cubicBezTo>
                  <a:pt x="479162" y="519510"/>
                  <a:pt x="479904" y="517695"/>
                  <a:pt x="481379" y="516183"/>
                </a:cubicBezTo>
                <a:cubicBezTo>
                  <a:pt x="482901" y="514722"/>
                  <a:pt x="484727" y="513991"/>
                  <a:pt x="486866" y="513991"/>
                </a:cubicBezTo>
                <a:cubicBezTo>
                  <a:pt x="488997" y="513991"/>
                  <a:pt x="490799" y="514722"/>
                  <a:pt x="492275" y="516183"/>
                </a:cubicBezTo>
                <a:cubicBezTo>
                  <a:pt x="493797" y="517695"/>
                  <a:pt x="494561" y="519510"/>
                  <a:pt x="494561" y="521626"/>
                </a:cubicBezTo>
                <a:close/>
                <a:moveTo>
                  <a:pt x="494561" y="560335"/>
                </a:moveTo>
                <a:cubicBezTo>
                  <a:pt x="494561" y="562502"/>
                  <a:pt x="493797" y="564316"/>
                  <a:pt x="492275" y="565778"/>
                </a:cubicBezTo>
                <a:cubicBezTo>
                  <a:pt x="490799" y="567290"/>
                  <a:pt x="488997" y="568046"/>
                  <a:pt x="486866" y="568046"/>
                </a:cubicBezTo>
                <a:cubicBezTo>
                  <a:pt x="484727" y="568046"/>
                  <a:pt x="482901" y="567290"/>
                  <a:pt x="481379" y="565778"/>
                </a:cubicBezTo>
                <a:cubicBezTo>
                  <a:pt x="479904" y="564266"/>
                  <a:pt x="479162" y="562451"/>
                  <a:pt x="479162" y="560335"/>
                </a:cubicBezTo>
                <a:cubicBezTo>
                  <a:pt x="479162" y="558218"/>
                  <a:pt x="479904" y="556403"/>
                  <a:pt x="481379" y="554892"/>
                </a:cubicBezTo>
                <a:cubicBezTo>
                  <a:pt x="482901" y="553430"/>
                  <a:pt x="484727" y="552699"/>
                  <a:pt x="486866" y="552699"/>
                </a:cubicBezTo>
                <a:cubicBezTo>
                  <a:pt x="488997" y="552699"/>
                  <a:pt x="490799" y="553430"/>
                  <a:pt x="492275" y="554892"/>
                </a:cubicBezTo>
                <a:cubicBezTo>
                  <a:pt x="493797" y="556403"/>
                  <a:pt x="494561" y="558218"/>
                  <a:pt x="494561" y="560335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1CB57985-7977-4DE1-92BA-E7D15E8EA175}"/>
              </a:ext>
            </a:extLst>
          </p:cNvPr>
          <p:cNvSpPr/>
          <p:nvPr/>
        </p:nvSpPr>
        <p:spPr>
          <a:xfrm>
            <a:off x="10837217" y="2752849"/>
            <a:ext cx="936583" cy="1006416"/>
          </a:xfrm>
          <a:custGeom>
            <a:avLst/>
            <a:gdLst>
              <a:gd name="connsiteX0" fmla="*/ 494562 w 936582"/>
              <a:gd name="connsiteY0" fmla="*/ 482918 h 1006415"/>
              <a:gd name="connsiteX1" fmla="*/ 492275 w 936582"/>
              <a:gd name="connsiteY1" fmla="*/ 488361 h 1006415"/>
              <a:gd name="connsiteX2" fmla="*/ 486866 w 936582"/>
              <a:gd name="connsiteY2" fmla="*/ 490630 h 1006415"/>
              <a:gd name="connsiteX3" fmla="*/ 481379 w 936582"/>
              <a:gd name="connsiteY3" fmla="*/ 488361 h 1006415"/>
              <a:gd name="connsiteX4" fmla="*/ 479162 w 936582"/>
              <a:gd name="connsiteY4" fmla="*/ 482918 h 1006415"/>
              <a:gd name="connsiteX5" fmla="*/ 481379 w 936582"/>
              <a:gd name="connsiteY5" fmla="*/ 477475 h 1006415"/>
              <a:gd name="connsiteX6" fmla="*/ 486866 w 936582"/>
              <a:gd name="connsiteY6" fmla="*/ 475283 h 1006415"/>
              <a:gd name="connsiteX7" fmla="*/ 492275 w 936582"/>
              <a:gd name="connsiteY7" fmla="*/ 477475 h 1006415"/>
              <a:gd name="connsiteX8" fmla="*/ 494562 w 936582"/>
              <a:gd name="connsiteY8" fmla="*/ 482918 h 1006415"/>
              <a:gd name="connsiteX9" fmla="*/ 494562 w 936582"/>
              <a:gd name="connsiteY9" fmla="*/ 521626 h 1006415"/>
              <a:gd name="connsiteX10" fmla="*/ 492275 w 936582"/>
              <a:gd name="connsiteY10" fmla="*/ 527070 h 1006415"/>
              <a:gd name="connsiteX11" fmla="*/ 486866 w 936582"/>
              <a:gd name="connsiteY11" fmla="*/ 529338 h 1006415"/>
              <a:gd name="connsiteX12" fmla="*/ 481379 w 936582"/>
              <a:gd name="connsiteY12" fmla="*/ 527070 h 1006415"/>
              <a:gd name="connsiteX13" fmla="*/ 479162 w 936582"/>
              <a:gd name="connsiteY13" fmla="*/ 521626 h 1006415"/>
              <a:gd name="connsiteX14" fmla="*/ 481379 w 936582"/>
              <a:gd name="connsiteY14" fmla="*/ 516183 h 1006415"/>
              <a:gd name="connsiteX15" fmla="*/ 486866 w 936582"/>
              <a:gd name="connsiteY15" fmla="*/ 513991 h 1006415"/>
              <a:gd name="connsiteX16" fmla="*/ 492275 w 936582"/>
              <a:gd name="connsiteY16" fmla="*/ 516183 h 1006415"/>
              <a:gd name="connsiteX17" fmla="*/ 494562 w 936582"/>
              <a:gd name="connsiteY17" fmla="*/ 521626 h 1006415"/>
              <a:gd name="connsiteX18" fmla="*/ 494562 w 936582"/>
              <a:gd name="connsiteY18" fmla="*/ 560335 h 1006415"/>
              <a:gd name="connsiteX19" fmla="*/ 492275 w 936582"/>
              <a:gd name="connsiteY19" fmla="*/ 565778 h 1006415"/>
              <a:gd name="connsiteX20" fmla="*/ 486866 w 936582"/>
              <a:gd name="connsiteY20" fmla="*/ 568046 h 1006415"/>
              <a:gd name="connsiteX21" fmla="*/ 481379 w 936582"/>
              <a:gd name="connsiteY21" fmla="*/ 565778 h 1006415"/>
              <a:gd name="connsiteX22" fmla="*/ 479162 w 936582"/>
              <a:gd name="connsiteY22" fmla="*/ 560335 h 1006415"/>
              <a:gd name="connsiteX23" fmla="*/ 481379 w 936582"/>
              <a:gd name="connsiteY23" fmla="*/ 554892 h 1006415"/>
              <a:gd name="connsiteX24" fmla="*/ 486866 w 936582"/>
              <a:gd name="connsiteY24" fmla="*/ 552699 h 1006415"/>
              <a:gd name="connsiteX25" fmla="*/ 492275 w 936582"/>
              <a:gd name="connsiteY25" fmla="*/ 554892 h 1006415"/>
              <a:gd name="connsiteX26" fmla="*/ 494562 w 936582"/>
              <a:gd name="connsiteY26" fmla="*/ 560335 h 100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582" h="1006415">
                <a:moveTo>
                  <a:pt x="494562" y="482918"/>
                </a:moveTo>
                <a:cubicBezTo>
                  <a:pt x="494562" y="485086"/>
                  <a:pt x="493797" y="486900"/>
                  <a:pt x="492275" y="488361"/>
                </a:cubicBezTo>
                <a:cubicBezTo>
                  <a:pt x="490800" y="489873"/>
                  <a:pt x="488997" y="490630"/>
                  <a:pt x="486866" y="490630"/>
                </a:cubicBezTo>
                <a:cubicBezTo>
                  <a:pt x="484728" y="490630"/>
                  <a:pt x="482901" y="489873"/>
                  <a:pt x="481379" y="488361"/>
                </a:cubicBezTo>
                <a:cubicBezTo>
                  <a:pt x="479904" y="486849"/>
                  <a:pt x="479162" y="485035"/>
                  <a:pt x="479162" y="482918"/>
                </a:cubicBezTo>
                <a:cubicBezTo>
                  <a:pt x="479162" y="480802"/>
                  <a:pt x="479904" y="478987"/>
                  <a:pt x="481379" y="477475"/>
                </a:cubicBezTo>
                <a:cubicBezTo>
                  <a:pt x="482901" y="476013"/>
                  <a:pt x="484728" y="475283"/>
                  <a:pt x="486866" y="475283"/>
                </a:cubicBezTo>
                <a:cubicBezTo>
                  <a:pt x="488997" y="475283"/>
                  <a:pt x="490800" y="476013"/>
                  <a:pt x="492275" y="477475"/>
                </a:cubicBezTo>
                <a:cubicBezTo>
                  <a:pt x="493797" y="478987"/>
                  <a:pt x="494562" y="480802"/>
                  <a:pt x="494562" y="482918"/>
                </a:cubicBezTo>
                <a:close/>
                <a:moveTo>
                  <a:pt x="494562" y="521626"/>
                </a:moveTo>
                <a:cubicBezTo>
                  <a:pt x="494562" y="523794"/>
                  <a:pt x="493797" y="525608"/>
                  <a:pt x="492275" y="527070"/>
                </a:cubicBezTo>
                <a:cubicBezTo>
                  <a:pt x="490800" y="528582"/>
                  <a:pt x="488997" y="529338"/>
                  <a:pt x="486866" y="529338"/>
                </a:cubicBezTo>
                <a:cubicBezTo>
                  <a:pt x="484728" y="529338"/>
                  <a:pt x="482901" y="528582"/>
                  <a:pt x="481379" y="527070"/>
                </a:cubicBezTo>
                <a:cubicBezTo>
                  <a:pt x="479904" y="525558"/>
                  <a:pt x="479162" y="523743"/>
                  <a:pt x="479162" y="521626"/>
                </a:cubicBezTo>
                <a:cubicBezTo>
                  <a:pt x="479162" y="519510"/>
                  <a:pt x="479904" y="517695"/>
                  <a:pt x="481379" y="516183"/>
                </a:cubicBezTo>
                <a:cubicBezTo>
                  <a:pt x="482901" y="514722"/>
                  <a:pt x="484728" y="513991"/>
                  <a:pt x="486866" y="513991"/>
                </a:cubicBezTo>
                <a:cubicBezTo>
                  <a:pt x="488997" y="513991"/>
                  <a:pt x="490800" y="514722"/>
                  <a:pt x="492275" y="516183"/>
                </a:cubicBezTo>
                <a:cubicBezTo>
                  <a:pt x="493797" y="517695"/>
                  <a:pt x="494562" y="519510"/>
                  <a:pt x="494562" y="521626"/>
                </a:cubicBezTo>
                <a:close/>
                <a:moveTo>
                  <a:pt x="494562" y="560335"/>
                </a:moveTo>
                <a:cubicBezTo>
                  <a:pt x="494562" y="562502"/>
                  <a:pt x="493797" y="564316"/>
                  <a:pt x="492275" y="565778"/>
                </a:cubicBezTo>
                <a:cubicBezTo>
                  <a:pt x="490800" y="567290"/>
                  <a:pt x="488997" y="568046"/>
                  <a:pt x="486866" y="568046"/>
                </a:cubicBezTo>
                <a:cubicBezTo>
                  <a:pt x="484728" y="568046"/>
                  <a:pt x="482901" y="567290"/>
                  <a:pt x="481379" y="565778"/>
                </a:cubicBezTo>
                <a:cubicBezTo>
                  <a:pt x="479904" y="564266"/>
                  <a:pt x="479162" y="562451"/>
                  <a:pt x="479162" y="560335"/>
                </a:cubicBezTo>
                <a:cubicBezTo>
                  <a:pt x="479162" y="558218"/>
                  <a:pt x="479904" y="556403"/>
                  <a:pt x="481379" y="554892"/>
                </a:cubicBezTo>
                <a:cubicBezTo>
                  <a:pt x="482901" y="553430"/>
                  <a:pt x="484728" y="552699"/>
                  <a:pt x="486866" y="552699"/>
                </a:cubicBezTo>
                <a:cubicBezTo>
                  <a:pt x="488997" y="552699"/>
                  <a:pt x="490800" y="553430"/>
                  <a:pt x="492275" y="554892"/>
                </a:cubicBezTo>
                <a:cubicBezTo>
                  <a:pt x="493797" y="556403"/>
                  <a:pt x="494562" y="558218"/>
                  <a:pt x="494562" y="560335"/>
                </a:cubicBez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26EAEB6E-ED09-4463-84E9-80518B557C7F}"/>
              </a:ext>
            </a:extLst>
          </p:cNvPr>
          <p:cNvSpPr/>
          <p:nvPr/>
        </p:nvSpPr>
        <p:spPr>
          <a:xfrm>
            <a:off x="10021443" y="2846365"/>
            <a:ext cx="234146" cy="619333"/>
          </a:xfrm>
          <a:custGeom>
            <a:avLst/>
            <a:gdLst>
              <a:gd name="connsiteX0" fmla="*/ 47916 w 234145"/>
              <a:gd name="connsiteY0" fmla="*/ 47528 h 619332"/>
              <a:gd name="connsiteX1" fmla="*/ 204013 w 234145"/>
              <a:gd name="connsiteY1" fmla="*/ 47528 h 619332"/>
              <a:gd name="connsiteX2" fmla="*/ 204013 w 234145"/>
              <a:gd name="connsiteY2" fmla="*/ 589444 h 619332"/>
              <a:gd name="connsiteX3" fmla="*/ 47916 w 234145"/>
              <a:gd name="connsiteY3" fmla="*/ 589444 h 619332"/>
              <a:gd name="connsiteX4" fmla="*/ 47916 w 234145"/>
              <a:gd name="connsiteY4" fmla="*/ 47528 h 61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5" h="619332">
                <a:moveTo>
                  <a:pt x="47916" y="47528"/>
                </a:moveTo>
                <a:lnTo>
                  <a:pt x="204013" y="47528"/>
                </a:lnTo>
                <a:lnTo>
                  <a:pt x="204013" y="589444"/>
                </a:lnTo>
                <a:lnTo>
                  <a:pt x="47916" y="589444"/>
                </a:lnTo>
                <a:lnTo>
                  <a:pt x="47916" y="47528"/>
                </a:lnTo>
                <a:close/>
              </a:path>
            </a:pathLst>
          </a:custGeom>
          <a:solidFill>
            <a:srgbClr val="FFFFFF"/>
          </a:solidFill>
          <a:ln w="7797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F531882C-71E7-40E3-9C3D-71BA6A2F049D}"/>
              </a:ext>
            </a:extLst>
          </p:cNvPr>
          <p:cNvSpPr/>
          <p:nvPr/>
        </p:nvSpPr>
        <p:spPr>
          <a:xfrm>
            <a:off x="9547364" y="2493684"/>
            <a:ext cx="1248777" cy="1316082"/>
          </a:xfrm>
          <a:custGeom>
            <a:avLst/>
            <a:gdLst>
              <a:gd name="connsiteX0" fmla="*/ 629109 w 1248776"/>
              <a:gd name="connsiteY0" fmla="*/ 593751 h 1316081"/>
              <a:gd name="connsiteX1" fmla="*/ 577668 w 1248776"/>
              <a:gd name="connsiteY1" fmla="*/ 593751 h 1316081"/>
              <a:gd name="connsiteX2" fmla="*/ 577668 w 1248776"/>
              <a:gd name="connsiteY2" fmla="*/ 590954 h 1316081"/>
              <a:gd name="connsiteX3" fmla="*/ 629648 w 1248776"/>
              <a:gd name="connsiteY3" fmla="*/ 537352 h 1316081"/>
              <a:gd name="connsiteX4" fmla="*/ 635517 w 1248776"/>
              <a:gd name="connsiteY4" fmla="*/ 518452 h 1316081"/>
              <a:gd name="connsiteX5" fmla="*/ 630639 w 1248776"/>
              <a:gd name="connsiteY5" fmla="*/ 505675 h 1316081"/>
              <a:gd name="connsiteX6" fmla="*/ 617988 w 1248776"/>
              <a:gd name="connsiteY6" fmla="*/ 500685 h 1316081"/>
              <a:gd name="connsiteX7" fmla="*/ 600302 w 1248776"/>
              <a:gd name="connsiteY7" fmla="*/ 510891 h 1316081"/>
              <a:gd name="connsiteX8" fmla="*/ 597633 w 1248776"/>
              <a:gd name="connsiteY8" fmla="*/ 509682 h 1316081"/>
              <a:gd name="connsiteX9" fmla="*/ 608988 w 1248776"/>
              <a:gd name="connsiteY9" fmla="*/ 494561 h 1316081"/>
              <a:gd name="connsiteX10" fmla="*/ 625152 w 1248776"/>
              <a:gd name="connsiteY10" fmla="*/ 489118 h 1316081"/>
              <a:gd name="connsiteX11" fmla="*/ 641691 w 1248776"/>
              <a:gd name="connsiteY11" fmla="*/ 495847 h 1316081"/>
              <a:gd name="connsiteX12" fmla="*/ 648395 w 1248776"/>
              <a:gd name="connsiteY12" fmla="*/ 512025 h 1316081"/>
              <a:gd name="connsiteX13" fmla="*/ 646030 w 1248776"/>
              <a:gd name="connsiteY13" fmla="*/ 524348 h 1316081"/>
              <a:gd name="connsiteX14" fmla="*/ 632544 w 1248776"/>
              <a:gd name="connsiteY14" fmla="*/ 544156 h 1316081"/>
              <a:gd name="connsiteX15" fmla="*/ 592676 w 1248776"/>
              <a:gd name="connsiteY15" fmla="*/ 582789 h 1316081"/>
              <a:gd name="connsiteX16" fmla="*/ 618596 w 1248776"/>
              <a:gd name="connsiteY16" fmla="*/ 582789 h 1316081"/>
              <a:gd name="connsiteX17" fmla="*/ 628883 w 1248776"/>
              <a:gd name="connsiteY17" fmla="*/ 580218 h 1316081"/>
              <a:gd name="connsiteX18" fmla="*/ 634674 w 1248776"/>
              <a:gd name="connsiteY18" fmla="*/ 573338 h 1316081"/>
              <a:gd name="connsiteX19" fmla="*/ 637726 w 1248776"/>
              <a:gd name="connsiteY19" fmla="*/ 573338 h 1316081"/>
              <a:gd name="connsiteX20" fmla="*/ 629109 w 1248776"/>
              <a:gd name="connsiteY20" fmla="*/ 593751 h 1316081"/>
              <a:gd name="connsiteX21" fmla="*/ 673941 w 1248776"/>
              <a:gd name="connsiteY21" fmla="*/ 475283 h 1316081"/>
              <a:gd name="connsiteX22" fmla="*/ 667861 w 1248776"/>
              <a:gd name="connsiteY22" fmla="*/ 495922 h 1316081"/>
              <a:gd name="connsiteX23" fmla="*/ 680941 w 1248776"/>
              <a:gd name="connsiteY23" fmla="*/ 479274 h 1316081"/>
              <a:gd name="connsiteX24" fmla="*/ 689722 w 1248776"/>
              <a:gd name="connsiteY24" fmla="*/ 475283 h 1316081"/>
              <a:gd name="connsiteX25" fmla="*/ 693468 w 1248776"/>
              <a:gd name="connsiteY25" fmla="*/ 476780 h 1316081"/>
              <a:gd name="connsiteX26" fmla="*/ 694982 w 1248776"/>
              <a:gd name="connsiteY26" fmla="*/ 480681 h 1316081"/>
              <a:gd name="connsiteX27" fmla="*/ 693655 w 1248776"/>
              <a:gd name="connsiteY27" fmla="*/ 487939 h 1316081"/>
              <a:gd name="connsiteX28" fmla="*/ 688075 w 1248776"/>
              <a:gd name="connsiteY28" fmla="*/ 507036 h 1316081"/>
              <a:gd name="connsiteX29" fmla="*/ 687115 w 1248776"/>
              <a:gd name="connsiteY29" fmla="*/ 511073 h 1316081"/>
              <a:gd name="connsiteX30" fmla="*/ 687482 w 1248776"/>
              <a:gd name="connsiteY30" fmla="*/ 512161 h 1316081"/>
              <a:gd name="connsiteX31" fmla="*/ 688255 w 1248776"/>
              <a:gd name="connsiteY31" fmla="*/ 512569 h 1316081"/>
              <a:gd name="connsiteX32" fmla="*/ 689581 w 1248776"/>
              <a:gd name="connsiteY32" fmla="*/ 511980 h 1316081"/>
              <a:gd name="connsiteX33" fmla="*/ 694889 w 1248776"/>
              <a:gd name="connsiteY33" fmla="*/ 506173 h 1316081"/>
              <a:gd name="connsiteX34" fmla="*/ 696309 w 1248776"/>
              <a:gd name="connsiteY34" fmla="*/ 507036 h 1316081"/>
              <a:gd name="connsiteX35" fmla="*/ 688255 w 1248776"/>
              <a:gd name="connsiteY35" fmla="*/ 515655 h 1316081"/>
              <a:gd name="connsiteX36" fmla="*/ 683501 w 1248776"/>
              <a:gd name="connsiteY36" fmla="*/ 517423 h 1316081"/>
              <a:gd name="connsiteX37" fmla="*/ 680801 w 1248776"/>
              <a:gd name="connsiteY37" fmla="*/ 516380 h 1316081"/>
              <a:gd name="connsiteX38" fmla="*/ 679794 w 1248776"/>
              <a:gd name="connsiteY38" fmla="*/ 513658 h 1316081"/>
              <a:gd name="connsiteX39" fmla="*/ 681355 w 1248776"/>
              <a:gd name="connsiteY39" fmla="*/ 506173 h 1316081"/>
              <a:gd name="connsiteX40" fmla="*/ 686655 w 1248776"/>
              <a:gd name="connsiteY40" fmla="*/ 487939 h 1316081"/>
              <a:gd name="connsiteX41" fmla="*/ 687662 w 1248776"/>
              <a:gd name="connsiteY41" fmla="*/ 482631 h 1316081"/>
              <a:gd name="connsiteX42" fmla="*/ 687068 w 1248776"/>
              <a:gd name="connsiteY42" fmla="*/ 481179 h 1316081"/>
              <a:gd name="connsiteX43" fmla="*/ 685609 w 1248776"/>
              <a:gd name="connsiteY43" fmla="*/ 480590 h 1316081"/>
              <a:gd name="connsiteX44" fmla="*/ 682541 w 1248776"/>
              <a:gd name="connsiteY44" fmla="*/ 481679 h 1316081"/>
              <a:gd name="connsiteX45" fmla="*/ 675502 w 1248776"/>
              <a:gd name="connsiteY45" fmla="*/ 488437 h 1316081"/>
              <a:gd name="connsiteX46" fmla="*/ 667767 w 1248776"/>
              <a:gd name="connsiteY46" fmla="*/ 500413 h 1316081"/>
              <a:gd name="connsiteX47" fmla="*/ 664200 w 1248776"/>
              <a:gd name="connsiteY47" fmla="*/ 508850 h 1316081"/>
              <a:gd name="connsiteX48" fmla="*/ 661913 w 1248776"/>
              <a:gd name="connsiteY48" fmla="*/ 516334 h 1316081"/>
              <a:gd name="connsiteX49" fmla="*/ 655061 w 1248776"/>
              <a:gd name="connsiteY49" fmla="*/ 516334 h 1316081"/>
              <a:gd name="connsiteX50" fmla="*/ 663381 w 1248776"/>
              <a:gd name="connsiteY50" fmla="*/ 487939 h 1316081"/>
              <a:gd name="connsiteX51" fmla="*/ 664840 w 1248776"/>
              <a:gd name="connsiteY51" fmla="*/ 481769 h 1316081"/>
              <a:gd name="connsiteX52" fmla="*/ 664020 w 1248776"/>
              <a:gd name="connsiteY52" fmla="*/ 480045 h 1316081"/>
              <a:gd name="connsiteX53" fmla="*/ 662054 w 1248776"/>
              <a:gd name="connsiteY53" fmla="*/ 479274 h 1316081"/>
              <a:gd name="connsiteX54" fmla="*/ 660134 w 1248776"/>
              <a:gd name="connsiteY54" fmla="*/ 479456 h 1316081"/>
              <a:gd name="connsiteX55" fmla="*/ 658393 w 1248776"/>
              <a:gd name="connsiteY55" fmla="*/ 479728 h 1316081"/>
              <a:gd name="connsiteX56" fmla="*/ 658120 w 1248776"/>
              <a:gd name="connsiteY56" fmla="*/ 478095 h 1316081"/>
              <a:gd name="connsiteX57" fmla="*/ 673941 w 1248776"/>
              <a:gd name="connsiteY57" fmla="*/ 475283 h 1316081"/>
              <a:gd name="connsiteX58" fmla="*/ 543030 w 1248776"/>
              <a:gd name="connsiteY58" fmla="*/ 641078 h 1316081"/>
              <a:gd name="connsiteX59" fmla="*/ 528021 w 1248776"/>
              <a:gd name="connsiteY59" fmla="*/ 693319 h 1316081"/>
              <a:gd name="connsiteX60" fmla="*/ 540743 w 1248776"/>
              <a:gd name="connsiteY60" fmla="*/ 682962 h 1316081"/>
              <a:gd name="connsiteX61" fmla="*/ 552177 w 1248776"/>
              <a:gd name="connsiteY61" fmla="*/ 680165 h 1316081"/>
              <a:gd name="connsiteX62" fmla="*/ 565898 w 1248776"/>
              <a:gd name="connsiteY62" fmla="*/ 685683 h 1316081"/>
              <a:gd name="connsiteX63" fmla="*/ 571236 w 1248776"/>
              <a:gd name="connsiteY63" fmla="*/ 700652 h 1316081"/>
              <a:gd name="connsiteX64" fmla="*/ 564220 w 1248776"/>
              <a:gd name="connsiteY64" fmla="*/ 724921 h 1316081"/>
              <a:gd name="connsiteX65" fmla="*/ 546612 w 1248776"/>
              <a:gd name="connsiteY65" fmla="*/ 743670 h 1316081"/>
              <a:gd name="connsiteX66" fmla="*/ 525734 w 1248776"/>
              <a:gd name="connsiteY66" fmla="*/ 750399 h 1316081"/>
              <a:gd name="connsiteX67" fmla="*/ 502101 w 1248776"/>
              <a:gd name="connsiteY67" fmla="*/ 741856 h 1316081"/>
              <a:gd name="connsiteX68" fmla="*/ 525274 w 1248776"/>
              <a:gd name="connsiteY68" fmla="*/ 662700 h 1316081"/>
              <a:gd name="connsiteX69" fmla="*/ 527943 w 1248776"/>
              <a:gd name="connsiteY69" fmla="*/ 651965 h 1316081"/>
              <a:gd name="connsiteX70" fmla="*/ 526725 w 1248776"/>
              <a:gd name="connsiteY70" fmla="*/ 649016 h 1316081"/>
              <a:gd name="connsiteX71" fmla="*/ 521535 w 1248776"/>
              <a:gd name="connsiteY71" fmla="*/ 647655 h 1316081"/>
              <a:gd name="connsiteX72" fmla="*/ 516657 w 1248776"/>
              <a:gd name="connsiteY72" fmla="*/ 648185 h 1316081"/>
              <a:gd name="connsiteX73" fmla="*/ 516657 w 1248776"/>
              <a:gd name="connsiteY73" fmla="*/ 645312 h 1316081"/>
              <a:gd name="connsiteX74" fmla="*/ 543030 w 1248776"/>
              <a:gd name="connsiteY74" fmla="*/ 641078 h 1316081"/>
              <a:gd name="connsiteX75" fmla="*/ 513535 w 1248776"/>
              <a:gd name="connsiteY75" fmla="*/ 742687 h 1316081"/>
              <a:gd name="connsiteX76" fmla="*/ 526952 w 1248776"/>
              <a:gd name="connsiteY76" fmla="*/ 746845 h 1316081"/>
              <a:gd name="connsiteX77" fmla="*/ 540821 w 1248776"/>
              <a:gd name="connsiteY77" fmla="*/ 742007 h 1316081"/>
              <a:gd name="connsiteX78" fmla="*/ 553324 w 1248776"/>
              <a:gd name="connsiteY78" fmla="*/ 725525 h 1316081"/>
              <a:gd name="connsiteX79" fmla="*/ 558655 w 1248776"/>
              <a:gd name="connsiteY79" fmla="*/ 702165 h 1316081"/>
              <a:gd name="connsiteX80" fmla="*/ 555151 w 1248776"/>
              <a:gd name="connsiteY80" fmla="*/ 691278 h 1316081"/>
              <a:gd name="connsiteX81" fmla="*/ 546994 w 1248776"/>
              <a:gd name="connsiteY81" fmla="*/ 687347 h 1316081"/>
              <a:gd name="connsiteX82" fmla="*/ 533125 w 1248776"/>
              <a:gd name="connsiteY82" fmla="*/ 693017 h 1316081"/>
              <a:gd name="connsiteX83" fmla="*/ 523447 w 1248776"/>
              <a:gd name="connsiteY83" fmla="*/ 708666 h 1316081"/>
              <a:gd name="connsiteX84" fmla="*/ 513535 w 1248776"/>
              <a:gd name="connsiteY84" fmla="*/ 742687 h 1316081"/>
              <a:gd name="connsiteX85" fmla="*/ 649285 w 1248776"/>
              <a:gd name="connsiteY85" fmla="*/ 680165 h 1316081"/>
              <a:gd name="connsiteX86" fmla="*/ 634417 w 1248776"/>
              <a:gd name="connsiteY86" fmla="*/ 731422 h 1316081"/>
              <a:gd name="connsiteX87" fmla="*/ 632746 w 1248776"/>
              <a:gd name="connsiteY87" fmla="*/ 738302 h 1316081"/>
              <a:gd name="connsiteX88" fmla="*/ 632512 w 1248776"/>
              <a:gd name="connsiteY88" fmla="*/ 739966 h 1316081"/>
              <a:gd name="connsiteX89" fmla="*/ 633277 w 1248776"/>
              <a:gd name="connsiteY89" fmla="*/ 742083 h 1316081"/>
              <a:gd name="connsiteX90" fmla="*/ 634799 w 1248776"/>
              <a:gd name="connsiteY90" fmla="*/ 742763 h 1316081"/>
              <a:gd name="connsiteX91" fmla="*/ 637390 w 1248776"/>
              <a:gd name="connsiteY91" fmla="*/ 741553 h 1316081"/>
              <a:gd name="connsiteX92" fmla="*/ 645320 w 1248776"/>
              <a:gd name="connsiteY92" fmla="*/ 732481 h 1316081"/>
              <a:gd name="connsiteX93" fmla="*/ 647911 w 1248776"/>
              <a:gd name="connsiteY93" fmla="*/ 734295 h 1316081"/>
              <a:gd name="connsiteX94" fmla="*/ 637086 w 1248776"/>
              <a:gd name="connsiteY94" fmla="*/ 746316 h 1316081"/>
              <a:gd name="connsiteX95" fmla="*/ 626799 w 1248776"/>
              <a:gd name="connsiteY95" fmla="*/ 750399 h 1316081"/>
              <a:gd name="connsiteX96" fmla="*/ 621843 w 1248776"/>
              <a:gd name="connsiteY96" fmla="*/ 748736 h 1316081"/>
              <a:gd name="connsiteX97" fmla="*/ 620243 w 1248776"/>
              <a:gd name="connsiteY97" fmla="*/ 744048 h 1316081"/>
              <a:gd name="connsiteX98" fmla="*/ 621921 w 1248776"/>
              <a:gd name="connsiteY98" fmla="*/ 734295 h 1316081"/>
              <a:gd name="connsiteX99" fmla="*/ 623521 w 1248776"/>
              <a:gd name="connsiteY99" fmla="*/ 728625 h 1316081"/>
              <a:gd name="connsiteX100" fmla="*/ 605148 w 1248776"/>
              <a:gd name="connsiteY100" fmla="*/ 746694 h 1316081"/>
              <a:gd name="connsiteX101" fmla="*/ 593340 w 1248776"/>
              <a:gd name="connsiteY101" fmla="*/ 750399 h 1316081"/>
              <a:gd name="connsiteX102" fmla="*/ 583732 w 1248776"/>
              <a:gd name="connsiteY102" fmla="*/ 745863 h 1316081"/>
              <a:gd name="connsiteX103" fmla="*/ 579697 w 1248776"/>
              <a:gd name="connsiteY103" fmla="*/ 733237 h 1316081"/>
              <a:gd name="connsiteX104" fmla="*/ 586932 w 1248776"/>
              <a:gd name="connsiteY104" fmla="*/ 707910 h 1316081"/>
              <a:gd name="connsiteX105" fmla="*/ 605453 w 1248776"/>
              <a:gd name="connsiteY105" fmla="*/ 686515 h 1316081"/>
              <a:gd name="connsiteX106" fmla="*/ 621999 w 1248776"/>
              <a:gd name="connsiteY106" fmla="*/ 680165 h 1316081"/>
              <a:gd name="connsiteX107" fmla="*/ 629695 w 1248776"/>
              <a:gd name="connsiteY107" fmla="*/ 682584 h 1316081"/>
              <a:gd name="connsiteX108" fmla="*/ 634417 w 1248776"/>
              <a:gd name="connsiteY108" fmla="*/ 690597 h 1316081"/>
              <a:gd name="connsiteX109" fmla="*/ 637164 w 1248776"/>
              <a:gd name="connsiteY109" fmla="*/ 681979 h 1316081"/>
              <a:gd name="connsiteX110" fmla="*/ 649285 w 1248776"/>
              <a:gd name="connsiteY110" fmla="*/ 680165 h 1316081"/>
              <a:gd name="connsiteX111" fmla="*/ 622147 w 1248776"/>
              <a:gd name="connsiteY111" fmla="*/ 684096 h 1316081"/>
              <a:gd name="connsiteX112" fmla="*/ 611783 w 1248776"/>
              <a:gd name="connsiteY112" fmla="*/ 688632 h 1316081"/>
              <a:gd name="connsiteX113" fmla="*/ 597913 w 1248776"/>
              <a:gd name="connsiteY113" fmla="*/ 707683 h 1316081"/>
              <a:gd name="connsiteX114" fmla="*/ 591888 w 1248776"/>
              <a:gd name="connsiteY114" fmla="*/ 730516 h 1316081"/>
              <a:gd name="connsiteX115" fmla="*/ 594479 w 1248776"/>
              <a:gd name="connsiteY115" fmla="*/ 738681 h 1316081"/>
              <a:gd name="connsiteX116" fmla="*/ 600426 w 1248776"/>
              <a:gd name="connsiteY116" fmla="*/ 741629 h 1316081"/>
              <a:gd name="connsiteX117" fmla="*/ 618487 w 1248776"/>
              <a:gd name="connsiteY117" fmla="*/ 729457 h 1316081"/>
              <a:gd name="connsiteX118" fmla="*/ 631521 w 1248776"/>
              <a:gd name="connsiteY118" fmla="*/ 696267 h 1316081"/>
              <a:gd name="connsiteX119" fmla="*/ 629008 w 1248776"/>
              <a:gd name="connsiteY119" fmla="*/ 686969 h 1316081"/>
              <a:gd name="connsiteX120" fmla="*/ 622147 w 1248776"/>
              <a:gd name="connsiteY120" fmla="*/ 684096 h 1316081"/>
              <a:gd name="connsiteX121" fmla="*/ 710717 w 1248776"/>
              <a:gd name="connsiteY121" fmla="*/ 680165 h 1316081"/>
              <a:gd name="connsiteX122" fmla="*/ 706065 w 1248776"/>
              <a:gd name="connsiteY122" fmla="*/ 703374 h 1316081"/>
              <a:gd name="connsiteX123" fmla="*/ 703248 w 1248776"/>
              <a:gd name="connsiteY123" fmla="*/ 703374 h 1316081"/>
              <a:gd name="connsiteX124" fmla="*/ 698900 w 1248776"/>
              <a:gd name="connsiteY124" fmla="*/ 688632 h 1316081"/>
              <a:gd name="connsiteX125" fmla="*/ 689066 w 1248776"/>
              <a:gd name="connsiteY125" fmla="*/ 684020 h 1316081"/>
              <a:gd name="connsiteX126" fmla="*/ 681527 w 1248776"/>
              <a:gd name="connsiteY126" fmla="*/ 686590 h 1316081"/>
              <a:gd name="connsiteX127" fmla="*/ 678780 w 1248776"/>
              <a:gd name="connsiteY127" fmla="*/ 692790 h 1316081"/>
              <a:gd name="connsiteX128" fmla="*/ 679849 w 1248776"/>
              <a:gd name="connsiteY128" fmla="*/ 697553 h 1316081"/>
              <a:gd name="connsiteX129" fmla="*/ 684727 w 1248776"/>
              <a:gd name="connsiteY129" fmla="*/ 703904 h 1316081"/>
              <a:gd name="connsiteX130" fmla="*/ 697527 w 1248776"/>
              <a:gd name="connsiteY130" fmla="*/ 720082 h 1316081"/>
              <a:gd name="connsiteX131" fmla="*/ 700422 w 1248776"/>
              <a:gd name="connsiteY131" fmla="*/ 730364 h 1316081"/>
              <a:gd name="connsiteX132" fmla="*/ 693796 w 1248776"/>
              <a:gd name="connsiteY132" fmla="*/ 744351 h 1316081"/>
              <a:gd name="connsiteX133" fmla="*/ 677180 w 1248776"/>
              <a:gd name="connsiteY133" fmla="*/ 750399 h 1316081"/>
              <a:gd name="connsiteX134" fmla="*/ 664528 w 1248776"/>
              <a:gd name="connsiteY134" fmla="*/ 747828 h 1316081"/>
              <a:gd name="connsiteX135" fmla="*/ 660641 w 1248776"/>
              <a:gd name="connsiteY135" fmla="*/ 746921 h 1316081"/>
              <a:gd name="connsiteX136" fmla="*/ 655459 w 1248776"/>
              <a:gd name="connsiteY136" fmla="*/ 750399 h 1316081"/>
              <a:gd name="connsiteX137" fmla="*/ 652633 w 1248776"/>
              <a:gd name="connsiteY137" fmla="*/ 750399 h 1316081"/>
              <a:gd name="connsiteX138" fmla="*/ 657285 w 1248776"/>
              <a:gd name="connsiteY138" fmla="*/ 725904 h 1316081"/>
              <a:gd name="connsiteX139" fmla="*/ 660103 w 1248776"/>
              <a:gd name="connsiteY139" fmla="*/ 725904 h 1316081"/>
              <a:gd name="connsiteX140" fmla="*/ 664910 w 1248776"/>
              <a:gd name="connsiteY140" fmla="*/ 742158 h 1316081"/>
              <a:gd name="connsiteX141" fmla="*/ 676797 w 1248776"/>
              <a:gd name="connsiteY141" fmla="*/ 746921 h 1316081"/>
              <a:gd name="connsiteX142" fmla="*/ 685944 w 1248776"/>
              <a:gd name="connsiteY142" fmla="*/ 743745 h 1316081"/>
              <a:gd name="connsiteX143" fmla="*/ 689371 w 1248776"/>
              <a:gd name="connsiteY143" fmla="*/ 735808 h 1316081"/>
              <a:gd name="connsiteX144" fmla="*/ 688153 w 1248776"/>
              <a:gd name="connsiteY144" fmla="*/ 730213 h 1316081"/>
              <a:gd name="connsiteX145" fmla="*/ 679162 w 1248776"/>
              <a:gd name="connsiteY145" fmla="*/ 717663 h 1316081"/>
              <a:gd name="connsiteX146" fmla="*/ 670397 w 1248776"/>
              <a:gd name="connsiteY146" fmla="*/ 705643 h 1316081"/>
              <a:gd name="connsiteX147" fmla="*/ 668493 w 1248776"/>
              <a:gd name="connsiteY147" fmla="*/ 697628 h 1316081"/>
              <a:gd name="connsiteX148" fmla="*/ 673823 w 1248776"/>
              <a:gd name="connsiteY148" fmla="*/ 685230 h 1316081"/>
              <a:gd name="connsiteX149" fmla="*/ 687701 w 1248776"/>
              <a:gd name="connsiteY149" fmla="*/ 680165 h 1316081"/>
              <a:gd name="connsiteX150" fmla="*/ 692118 w 1248776"/>
              <a:gd name="connsiteY150" fmla="*/ 680543 h 1316081"/>
              <a:gd name="connsiteX151" fmla="*/ 697074 w 1248776"/>
              <a:gd name="connsiteY151" fmla="*/ 682281 h 1316081"/>
              <a:gd name="connsiteX152" fmla="*/ 702335 w 1248776"/>
              <a:gd name="connsiteY152" fmla="*/ 683717 h 1316081"/>
              <a:gd name="connsiteX153" fmla="*/ 707821 w 1248776"/>
              <a:gd name="connsiteY153" fmla="*/ 680165 h 1316081"/>
              <a:gd name="connsiteX154" fmla="*/ 710717 w 1248776"/>
              <a:gd name="connsiteY154" fmla="*/ 680165 h 1316081"/>
              <a:gd name="connsiteX155" fmla="*/ 749819 w 1248776"/>
              <a:gd name="connsiteY155" fmla="*/ 650150 h 1316081"/>
              <a:gd name="connsiteX156" fmla="*/ 755228 w 1248776"/>
              <a:gd name="connsiteY156" fmla="*/ 652343 h 1316081"/>
              <a:gd name="connsiteX157" fmla="*/ 757437 w 1248776"/>
              <a:gd name="connsiteY157" fmla="*/ 657711 h 1316081"/>
              <a:gd name="connsiteX158" fmla="*/ 755150 w 1248776"/>
              <a:gd name="connsiteY158" fmla="*/ 663078 h 1316081"/>
              <a:gd name="connsiteX159" fmla="*/ 749819 w 1248776"/>
              <a:gd name="connsiteY159" fmla="*/ 665271 h 1316081"/>
              <a:gd name="connsiteX160" fmla="*/ 744403 w 1248776"/>
              <a:gd name="connsiteY160" fmla="*/ 663078 h 1316081"/>
              <a:gd name="connsiteX161" fmla="*/ 742194 w 1248776"/>
              <a:gd name="connsiteY161" fmla="*/ 657711 h 1316081"/>
              <a:gd name="connsiteX162" fmla="*/ 744403 w 1248776"/>
              <a:gd name="connsiteY162" fmla="*/ 652343 h 1316081"/>
              <a:gd name="connsiteX163" fmla="*/ 749819 w 1248776"/>
              <a:gd name="connsiteY163" fmla="*/ 650150 h 1316081"/>
              <a:gd name="connsiteX164" fmla="*/ 750803 w 1248776"/>
              <a:gd name="connsiteY164" fmla="*/ 680165 h 1316081"/>
              <a:gd name="connsiteX165" fmla="*/ 735716 w 1248776"/>
              <a:gd name="connsiteY165" fmla="*/ 733162 h 1316081"/>
              <a:gd name="connsiteX166" fmla="*/ 734194 w 1248776"/>
              <a:gd name="connsiteY166" fmla="*/ 739587 h 1316081"/>
              <a:gd name="connsiteX167" fmla="*/ 734873 w 1248776"/>
              <a:gd name="connsiteY167" fmla="*/ 741553 h 1316081"/>
              <a:gd name="connsiteX168" fmla="*/ 736629 w 1248776"/>
              <a:gd name="connsiteY168" fmla="*/ 742309 h 1316081"/>
              <a:gd name="connsiteX169" fmla="*/ 739376 w 1248776"/>
              <a:gd name="connsiteY169" fmla="*/ 741099 h 1316081"/>
              <a:gd name="connsiteX170" fmla="*/ 748141 w 1248776"/>
              <a:gd name="connsiteY170" fmla="*/ 731422 h 1316081"/>
              <a:gd name="connsiteX171" fmla="*/ 750803 w 1248776"/>
              <a:gd name="connsiteY171" fmla="*/ 733162 h 1316081"/>
              <a:gd name="connsiteX172" fmla="*/ 738611 w 1248776"/>
              <a:gd name="connsiteY172" fmla="*/ 746392 h 1316081"/>
              <a:gd name="connsiteX173" fmla="*/ 728699 w 1248776"/>
              <a:gd name="connsiteY173" fmla="*/ 750399 h 1316081"/>
              <a:gd name="connsiteX174" fmla="*/ 723595 w 1248776"/>
              <a:gd name="connsiteY174" fmla="*/ 748584 h 1316081"/>
              <a:gd name="connsiteX175" fmla="*/ 721612 w 1248776"/>
              <a:gd name="connsiteY175" fmla="*/ 743897 h 1316081"/>
              <a:gd name="connsiteX176" fmla="*/ 723517 w 1248776"/>
              <a:gd name="connsiteY176" fmla="*/ 734598 h 1316081"/>
              <a:gd name="connsiteX177" fmla="*/ 733429 w 1248776"/>
              <a:gd name="connsiteY177" fmla="*/ 700728 h 1316081"/>
              <a:gd name="connsiteX178" fmla="*/ 735864 w 1248776"/>
              <a:gd name="connsiteY178" fmla="*/ 690295 h 1316081"/>
              <a:gd name="connsiteX179" fmla="*/ 734647 w 1248776"/>
              <a:gd name="connsiteY179" fmla="*/ 687574 h 1316081"/>
              <a:gd name="connsiteX180" fmla="*/ 731447 w 1248776"/>
              <a:gd name="connsiteY180" fmla="*/ 686515 h 1316081"/>
              <a:gd name="connsiteX181" fmla="*/ 724508 w 1248776"/>
              <a:gd name="connsiteY181" fmla="*/ 687347 h 1316081"/>
              <a:gd name="connsiteX182" fmla="*/ 724508 w 1248776"/>
              <a:gd name="connsiteY182" fmla="*/ 684398 h 1316081"/>
              <a:gd name="connsiteX183" fmla="*/ 750803 w 1248776"/>
              <a:gd name="connsiteY183" fmla="*/ 680165 h 1316081"/>
              <a:gd name="connsiteX184" fmla="*/ 814982 w 1248776"/>
              <a:gd name="connsiteY184" fmla="*/ 680165 h 1316081"/>
              <a:gd name="connsiteX185" fmla="*/ 810330 w 1248776"/>
              <a:gd name="connsiteY185" fmla="*/ 703374 h 1316081"/>
              <a:gd name="connsiteX186" fmla="*/ 807513 w 1248776"/>
              <a:gd name="connsiteY186" fmla="*/ 703374 h 1316081"/>
              <a:gd name="connsiteX187" fmla="*/ 803166 w 1248776"/>
              <a:gd name="connsiteY187" fmla="*/ 688632 h 1316081"/>
              <a:gd name="connsiteX188" fmla="*/ 793339 w 1248776"/>
              <a:gd name="connsiteY188" fmla="*/ 684020 h 1316081"/>
              <a:gd name="connsiteX189" fmla="*/ 785792 w 1248776"/>
              <a:gd name="connsiteY189" fmla="*/ 686590 h 1316081"/>
              <a:gd name="connsiteX190" fmla="*/ 783045 w 1248776"/>
              <a:gd name="connsiteY190" fmla="*/ 692790 h 1316081"/>
              <a:gd name="connsiteX191" fmla="*/ 784114 w 1248776"/>
              <a:gd name="connsiteY191" fmla="*/ 697553 h 1316081"/>
              <a:gd name="connsiteX192" fmla="*/ 788992 w 1248776"/>
              <a:gd name="connsiteY192" fmla="*/ 703904 h 1316081"/>
              <a:gd name="connsiteX193" fmla="*/ 801800 w 1248776"/>
              <a:gd name="connsiteY193" fmla="*/ 720082 h 1316081"/>
              <a:gd name="connsiteX194" fmla="*/ 804695 w 1248776"/>
              <a:gd name="connsiteY194" fmla="*/ 730364 h 1316081"/>
              <a:gd name="connsiteX195" fmla="*/ 798061 w 1248776"/>
              <a:gd name="connsiteY195" fmla="*/ 744351 h 1316081"/>
              <a:gd name="connsiteX196" fmla="*/ 781445 w 1248776"/>
              <a:gd name="connsiteY196" fmla="*/ 750399 h 1316081"/>
              <a:gd name="connsiteX197" fmla="*/ 768793 w 1248776"/>
              <a:gd name="connsiteY197" fmla="*/ 747828 h 1316081"/>
              <a:gd name="connsiteX198" fmla="*/ 764906 w 1248776"/>
              <a:gd name="connsiteY198" fmla="*/ 746921 h 1316081"/>
              <a:gd name="connsiteX199" fmla="*/ 759724 w 1248776"/>
              <a:gd name="connsiteY199" fmla="*/ 750399 h 1316081"/>
              <a:gd name="connsiteX200" fmla="*/ 756906 w 1248776"/>
              <a:gd name="connsiteY200" fmla="*/ 750399 h 1316081"/>
              <a:gd name="connsiteX201" fmla="*/ 761550 w 1248776"/>
              <a:gd name="connsiteY201" fmla="*/ 725904 h 1316081"/>
              <a:gd name="connsiteX202" fmla="*/ 764375 w 1248776"/>
              <a:gd name="connsiteY202" fmla="*/ 725904 h 1316081"/>
              <a:gd name="connsiteX203" fmla="*/ 769175 w 1248776"/>
              <a:gd name="connsiteY203" fmla="*/ 742158 h 1316081"/>
              <a:gd name="connsiteX204" fmla="*/ 781062 w 1248776"/>
              <a:gd name="connsiteY204" fmla="*/ 746921 h 1316081"/>
              <a:gd name="connsiteX205" fmla="*/ 790210 w 1248776"/>
              <a:gd name="connsiteY205" fmla="*/ 743745 h 1316081"/>
              <a:gd name="connsiteX206" fmla="*/ 793644 w 1248776"/>
              <a:gd name="connsiteY206" fmla="*/ 735808 h 1316081"/>
              <a:gd name="connsiteX207" fmla="*/ 792418 w 1248776"/>
              <a:gd name="connsiteY207" fmla="*/ 730213 h 1316081"/>
              <a:gd name="connsiteX208" fmla="*/ 783427 w 1248776"/>
              <a:gd name="connsiteY208" fmla="*/ 717663 h 1316081"/>
              <a:gd name="connsiteX209" fmla="*/ 774662 w 1248776"/>
              <a:gd name="connsiteY209" fmla="*/ 705643 h 1316081"/>
              <a:gd name="connsiteX210" fmla="*/ 772758 w 1248776"/>
              <a:gd name="connsiteY210" fmla="*/ 697628 h 1316081"/>
              <a:gd name="connsiteX211" fmla="*/ 778096 w 1248776"/>
              <a:gd name="connsiteY211" fmla="*/ 685230 h 1316081"/>
              <a:gd name="connsiteX212" fmla="*/ 791966 w 1248776"/>
              <a:gd name="connsiteY212" fmla="*/ 680165 h 1316081"/>
              <a:gd name="connsiteX213" fmla="*/ 796383 w 1248776"/>
              <a:gd name="connsiteY213" fmla="*/ 680543 h 1316081"/>
              <a:gd name="connsiteX214" fmla="*/ 801339 w 1248776"/>
              <a:gd name="connsiteY214" fmla="*/ 682281 h 1316081"/>
              <a:gd name="connsiteX215" fmla="*/ 806600 w 1248776"/>
              <a:gd name="connsiteY215" fmla="*/ 683717 h 1316081"/>
              <a:gd name="connsiteX216" fmla="*/ 812087 w 1248776"/>
              <a:gd name="connsiteY216" fmla="*/ 680165 h 1316081"/>
              <a:gd name="connsiteX217" fmla="*/ 814982 w 1248776"/>
              <a:gd name="connsiteY217" fmla="*/ 680165 h 1316081"/>
              <a:gd name="connsiteX218" fmla="*/ 537238 w 1248776"/>
              <a:gd name="connsiteY218" fmla="*/ 834998 h 1316081"/>
              <a:gd name="connsiteX219" fmla="*/ 532587 w 1248776"/>
              <a:gd name="connsiteY219" fmla="*/ 858207 h 1316081"/>
              <a:gd name="connsiteX220" fmla="*/ 529769 w 1248776"/>
              <a:gd name="connsiteY220" fmla="*/ 858207 h 1316081"/>
              <a:gd name="connsiteX221" fmla="*/ 525430 w 1248776"/>
              <a:gd name="connsiteY221" fmla="*/ 843465 h 1316081"/>
              <a:gd name="connsiteX222" fmla="*/ 515596 w 1248776"/>
              <a:gd name="connsiteY222" fmla="*/ 838853 h 1316081"/>
              <a:gd name="connsiteX223" fmla="*/ 508048 w 1248776"/>
              <a:gd name="connsiteY223" fmla="*/ 841423 h 1316081"/>
              <a:gd name="connsiteX224" fmla="*/ 505301 w 1248776"/>
              <a:gd name="connsiteY224" fmla="*/ 847623 h 1316081"/>
              <a:gd name="connsiteX225" fmla="*/ 506370 w 1248776"/>
              <a:gd name="connsiteY225" fmla="*/ 852386 h 1316081"/>
              <a:gd name="connsiteX226" fmla="*/ 511248 w 1248776"/>
              <a:gd name="connsiteY226" fmla="*/ 858737 h 1316081"/>
              <a:gd name="connsiteX227" fmla="*/ 524056 w 1248776"/>
              <a:gd name="connsiteY227" fmla="*/ 874912 h 1316081"/>
              <a:gd name="connsiteX228" fmla="*/ 526952 w 1248776"/>
              <a:gd name="connsiteY228" fmla="*/ 885201 h 1316081"/>
              <a:gd name="connsiteX229" fmla="*/ 520318 w 1248776"/>
              <a:gd name="connsiteY229" fmla="*/ 899182 h 1316081"/>
              <a:gd name="connsiteX230" fmla="*/ 503701 w 1248776"/>
              <a:gd name="connsiteY230" fmla="*/ 905229 h 1316081"/>
              <a:gd name="connsiteX231" fmla="*/ 491049 w 1248776"/>
              <a:gd name="connsiteY231" fmla="*/ 902658 h 1316081"/>
              <a:gd name="connsiteX232" fmla="*/ 487162 w 1248776"/>
              <a:gd name="connsiteY232" fmla="*/ 901753 h 1316081"/>
              <a:gd name="connsiteX233" fmla="*/ 481980 w 1248776"/>
              <a:gd name="connsiteY233" fmla="*/ 905229 h 1316081"/>
              <a:gd name="connsiteX234" fmla="*/ 479162 w 1248776"/>
              <a:gd name="connsiteY234" fmla="*/ 905229 h 1316081"/>
              <a:gd name="connsiteX235" fmla="*/ 483806 w 1248776"/>
              <a:gd name="connsiteY235" fmla="*/ 880734 h 1316081"/>
              <a:gd name="connsiteX236" fmla="*/ 486632 w 1248776"/>
              <a:gd name="connsiteY236" fmla="*/ 880734 h 1316081"/>
              <a:gd name="connsiteX237" fmla="*/ 491432 w 1248776"/>
              <a:gd name="connsiteY237" fmla="*/ 896992 h 1316081"/>
              <a:gd name="connsiteX238" fmla="*/ 503319 w 1248776"/>
              <a:gd name="connsiteY238" fmla="*/ 901753 h 1316081"/>
              <a:gd name="connsiteX239" fmla="*/ 512466 w 1248776"/>
              <a:gd name="connsiteY239" fmla="*/ 898579 h 1316081"/>
              <a:gd name="connsiteX240" fmla="*/ 515900 w 1248776"/>
              <a:gd name="connsiteY240" fmla="*/ 890643 h 1316081"/>
              <a:gd name="connsiteX241" fmla="*/ 514682 w 1248776"/>
              <a:gd name="connsiteY241" fmla="*/ 885046 h 1316081"/>
              <a:gd name="connsiteX242" fmla="*/ 505683 w 1248776"/>
              <a:gd name="connsiteY242" fmla="*/ 872497 h 1316081"/>
              <a:gd name="connsiteX243" fmla="*/ 496919 w 1248776"/>
              <a:gd name="connsiteY243" fmla="*/ 860476 h 1316081"/>
              <a:gd name="connsiteX244" fmla="*/ 495014 w 1248776"/>
              <a:gd name="connsiteY244" fmla="*/ 852462 h 1316081"/>
              <a:gd name="connsiteX245" fmla="*/ 500353 w 1248776"/>
              <a:gd name="connsiteY245" fmla="*/ 840063 h 1316081"/>
              <a:gd name="connsiteX246" fmla="*/ 514222 w 1248776"/>
              <a:gd name="connsiteY246" fmla="*/ 834998 h 1316081"/>
              <a:gd name="connsiteX247" fmla="*/ 518640 w 1248776"/>
              <a:gd name="connsiteY247" fmla="*/ 835376 h 1316081"/>
              <a:gd name="connsiteX248" fmla="*/ 523596 w 1248776"/>
              <a:gd name="connsiteY248" fmla="*/ 837115 h 1316081"/>
              <a:gd name="connsiteX249" fmla="*/ 528856 w 1248776"/>
              <a:gd name="connsiteY249" fmla="*/ 838551 h 1316081"/>
              <a:gd name="connsiteX250" fmla="*/ 534343 w 1248776"/>
              <a:gd name="connsiteY250" fmla="*/ 834998 h 1316081"/>
              <a:gd name="connsiteX251" fmla="*/ 537238 w 1248776"/>
              <a:gd name="connsiteY251" fmla="*/ 834998 h 1316081"/>
              <a:gd name="connsiteX252" fmla="*/ 581984 w 1248776"/>
              <a:gd name="connsiteY252" fmla="*/ 816248 h 1316081"/>
              <a:gd name="connsiteX253" fmla="*/ 576036 w 1248776"/>
              <a:gd name="connsiteY253" fmla="*/ 836812 h 1316081"/>
              <a:gd name="connsiteX254" fmla="*/ 588001 w 1248776"/>
              <a:gd name="connsiteY254" fmla="*/ 836812 h 1316081"/>
              <a:gd name="connsiteX255" fmla="*/ 586705 w 1248776"/>
              <a:gd name="connsiteY255" fmla="*/ 841575 h 1316081"/>
              <a:gd name="connsiteX256" fmla="*/ 574819 w 1248776"/>
              <a:gd name="connsiteY256" fmla="*/ 841575 h 1316081"/>
              <a:gd name="connsiteX257" fmla="*/ 561707 w 1248776"/>
              <a:gd name="connsiteY257" fmla="*/ 886176 h 1316081"/>
              <a:gd name="connsiteX258" fmla="*/ 559568 w 1248776"/>
              <a:gd name="connsiteY258" fmla="*/ 895482 h 1316081"/>
              <a:gd name="connsiteX259" fmla="*/ 560185 w 1248776"/>
              <a:gd name="connsiteY259" fmla="*/ 897448 h 1316081"/>
              <a:gd name="connsiteX260" fmla="*/ 561628 w 1248776"/>
              <a:gd name="connsiteY260" fmla="*/ 898122 h 1316081"/>
              <a:gd name="connsiteX261" fmla="*/ 566663 w 1248776"/>
              <a:gd name="connsiteY261" fmla="*/ 895482 h 1316081"/>
              <a:gd name="connsiteX262" fmla="*/ 574819 w 1248776"/>
              <a:gd name="connsiteY262" fmla="*/ 886176 h 1316081"/>
              <a:gd name="connsiteX263" fmla="*/ 577332 w 1248776"/>
              <a:gd name="connsiteY263" fmla="*/ 888073 h 1316081"/>
              <a:gd name="connsiteX264" fmla="*/ 564072 w 1248776"/>
              <a:gd name="connsiteY264" fmla="*/ 902357 h 1316081"/>
              <a:gd name="connsiteX265" fmla="*/ 555455 w 1248776"/>
              <a:gd name="connsiteY265" fmla="*/ 905229 h 1316081"/>
              <a:gd name="connsiteX266" fmla="*/ 549968 w 1248776"/>
              <a:gd name="connsiteY266" fmla="*/ 903193 h 1316081"/>
              <a:gd name="connsiteX267" fmla="*/ 547838 w 1248776"/>
              <a:gd name="connsiteY267" fmla="*/ 897820 h 1316081"/>
              <a:gd name="connsiteX268" fmla="*/ 550273 w 1248776"/>
              <a:gd name="connsiteY268" fmla="*/ 885348 h 1316081"/>
              <a:gd name="connsiteX269" fmla="*/ 563002 w 1248776"/>
              <a:gd name="connsiteY269" fmla="*/ 841575 h 1316081"/>
              <a:gd name="connsiteX270" fmla="*/ 551490 w 1248776"/>
              <a:gd name="connsiteY270" fmla="*/ 841575 h 1316081"/>
              <a:gd name="connsiteX271" fmla="*/ 552255 w 1248776"/>
              <a:gd name="connsiteY271" fmla="*/ 838626 h 1316081"/>
              <a:gd name="connsiteX272" fmla="*/ 566202 w 1248776"/>
              <a:gd name="connsiteY272" fmla="*/ 831898 h 1316081"/>
              <a:gd name="connsiteX273" fmla="*/ 578627 w 1248776"/>
              <a:gd name="connsiteY273" fmla="*/ 816248 h 1316081"/>
              <a:gd name="connsiteX274" fmla="*/ 581984 w 1248776"/>
              <a:gd name="connsiteY274" fmla="*/ 816248 h 1316081"/>
              <a:gd name="connsiteX275" fmla="*/ 658120 w 1248776"/>
              <a:gd name="connsiteY275" fmla="*/ 834998 h 1316081"/>
              <a:gd name="connsiteX276" fmla="*/ 643260 w 1248776"/>
              <a:gd name="connsiteY276" fmla="*/ 886254 h 1316081"/>
              <a:gd name="connsiteX277" fmla="*/ 641582 w 1248776"/>
              <a:gd name="connsiteY277" fmla="*/ 893136 h 1316081"/>
              <a:gd name="connsiteX278" fmla="*/ 641355 w 1248776"/>
              <a:gd name="connsiteY278" fmla="*/ 894801 h 1316081"/>
              <a:gd name="connsiteX279" fmla="*/ 642120 w 1248776"/>
              <a:gd name="connsiteY279" fmla="*/ 896914 h 1316081"/>
              <a:gd name="connsiteX280" fmla="*/ 643642 w 1248776"/>
              <a:gd name="connsiteY280" fmla="*/ 897595 h 1316081"/>
              <a:gd name="connsiteX281" fmla="*/ 646233 w 1248776"/>
              <a:gd name="connsiteY281" fmla="*/ 896388 h 1316081"/>
              <a:gd name="connsiteX282" fmla="*/ 654163 w 1248776"/>
              <a:gd name="connsiteY282" fmla="*/ 887314 h 1316081"/>
              <a:gd name="connsiteX283" fmla="*/ 656754 w 1248776"/>
              <a:gd name="connsiteY283" fmla="*/ 889126 h 1316081"/>
              <a:gd name="connsiteX284" fmla="*/ 645929 w 1248776"/>
              <a:gd name="connsiteY284" fmla="*/ 901149 h 1316081"/>
              <a:gd name="connsiteX285" fmla="*/ 635642 w 1248776"/>
              <a:gd name="connsiteY285" fmla="*/ 905229 h 1316081"/>
              <a:gd name="connsiteX286" fmla="*/ 630686 w 1248776"/>
              <a:gd name="connsiteY286" fmla="*/ 903572 h 1316081"/>
              <a:gd name="connsiteX287" fmla="*/ 629086 w 1248776"/>
              <a:gd name="connsiteY287" fmla="*/ 898881 h 1316081"/>
              <a:gd name="connsiteX288" fmla="*/ 630764 w 1248776"/>
              <a:gd name="connsiteY288" fmla="*/ 889126 h 1316081"/>
              <a:gd name="connsiteX289" fmla="*/ 632364 w 1248776"/>
              <a:gd name="connsiteY289" fmla="*/ 883459 h 1316081"/>
              <a:gd name="connsiteX290" fmla="*/ 613991 w 1248776"/>
              <a:gd name="connsiteY290" fmla="*/ 901528 h 1316081"/>
              <a:gd name="connsiteX291" fmla="*/ 602175 w 1248776"/>
              <a:gd name="connsiteY291" fmla="*/ 905229 h 1316081"/>
              <a:gd name="connsiteX292" fmla="*/ 592575 w 1248776"/>
              <a:gd name="connsiteY292" fmla="*/ 900692 h 1316081"/>
              <a:gd name="connsiteX293" fmla="*/ 588532 w 1248776"/>
              <a:gd name="connsiteY293" fmla="*/ 888073 h 1316081"/>
              <a:gd name="connsiteX294" fmla="*/ 595775 w 1248776"/>
              <a:gd name="connsiteY294" fmla="*/ 862742 h 1316081"/>
              <a:gd name="connsiteX295" fmla="*/ 614296 w 1248776"/>
              <a:gd name="connsiteY295" fmla="*/ 841348 h 1316081"/>
              <a:gd name="connsiteX296" fmla="*/ 630834 w 1248776"/>
              <a:gd name="connsiteY296" fmla="*/ 834998 h 1316081"/>
              <a:gd name="connsiteX297" fmla="*/ 638538 w 1248776"/>
              <a:gd name="connsiteY297" fmla="*/ 837417 h 1316081"/>
              <a:gd name="connsiteX298" fmla="*/ 643260 w 1248776"/>
              <a:gd name="connsiteY298" fmla="*/ 845431 h 1316081"/>
              <a:gd name="connsiteX299" fmla="*/ 646007 w 1248776"/>
              <a:gd name="connsiteY299" fmla="*/ 836812 h 1316081"/>
              <a:gd name="connsiteX300" fmla="*/ 658120 w 1248776"/>
              <a:gd name="connsiteY300" fmla="*/ 834998 h 1316081"/>
              <a:gd name="connsiteX301" fmla="*/ 630990 w 1248776"/>
              <a:gd name="connsiteY301" fmla="*/ 838929 h 1316081"/>
              <a:gd name="connsiteX302" fmla="*/ 620625 w 1248776"/>
              <a:gd name="connsiteY302" fmla="*/ 843465 h 1316081"/>
              <a:gd name="connsiteX303" fmla="*/ 606748 w 1248776"/>
              <a:gd name="connsiteY303" fmla="*/ 862518 h 1316081"/>
              <a:gd name="connsiteX304" fmla="*/ 600731 w 1248776"/>
              <a:gd name="connsiteY304" fmla="*/ 885348 h 1316081"/>
              <a:gd name="connsiteX305" fmla="*/ 603322 w 1248776"/>
              <a:gd name="connsiteY305" fmla="*/ 893516 h 1316081"/>
              <a:gd name="connsiteX306" fmla="*/ 609269 w 1248776"/>
              <a:gd name="connsiteY306" fmla="*/ 896465 h 1316081"/>
              <a:gd name="connsiteX307" fmla="*/ 627330 w 1248776"/>
              <a:gd name="connsiteY307" fmla="*/ 884288 h 1316081"/>
              <a:gd name="connsiteX308" fmla="*/ 640364 w 1248776"/>
              <a:gd name="connsiteY308" fmla="*/ 851101 h 1316081"/>
              <a:gd name="connsiteX309" fmla="*/ 637851 w 1248776"/>
              <a:gd name="connsiteY309" fmla="*/ 841802 h 1316081"/>
              <a:gd name="connsiteX310" fmla="*/ 630990 w 1248776"/>
              <a:gd name="connsiteY310" fmla="*/ 838929 h 1316081"/>
              <a:gd name="connsiteX311" fmla="*/ 703474 w 1248776"/>
              <a:gd name="connsiteY311" fmla="*/ 816248 h 1316081"/>
              <a:gd name="connsiteX312" fmla="*/ 697527 w 1248776"/>
              <a:gd name="connsiteY312" fmla="*/ 836812 h 1316081"/>
              <a:gd name="connsiteX313" fmla="*/ 709491 w 1248776"/>
              <a:gd name="connsiteY313" fmla="*/ 836812 h 1316081"/>
              <a:gd name="connsiteX314" fmla="*/ 708196 w 1248776"/>
              <a:gd name="connsiteY314" fmla="*/ 841575 h 1316081"/>
              <a:gd name="connsiteX315" fmla="*/ 696309 w 1248776"/>
              <a:gd name="connsiteY315" fmla="*/ 841575 h 1316081"/>
              <a:gd name="connsiteX316" fmla="*/ 683197 w 1248776"/>
              <a:gd name="connsiteY316" fmla="*/ 886176 h 1316081"/>
              <a:gd name="connsiteX317" fmla="*/ 681066 w 1248776"/>
              <a:gd name="connsiteY317" fmla="*/ 895482 h 1316081"/>
              <a:gd name="connsiteX318" fmla="*/ 681675 w 1248776"/>
              <a:gd name="connsiteY318" fmla="*/ 897448 h 1316081"/>
              <a:gd name="connsiteX319" fmla="*/ 683127 w 1248776"/>
              <a:gd name="connsiteY319" fmla="*/ 898122 h 1316081"/>
              <a:gd name="connsiteX320" fmla="*/ 688153 w 1248776"/>
              <a:gd name="connsiteY320" fmla="*/ 895482 h 1316081"/>
              <a:gd name="connsiteX321" fmla="*/ 696309 w 1248776"/>
              <a:gd name="connsiteY321" fmla="*/ 886176 h 1316081"/>
              <a:gd name="connsiteX322" fmla="*/ 698822 w 1248776"/>
              <a:gd name="connsiteY322" fmla="*/ 888073 h 1316081"/>
              <a:gd name="connsiteX323" fmla="*/ 685562 w 1248776"/>
              <a:gd name="connsiteY323" fmla="*/ 902357 h 1316081"/>
              <a:gd name="connsiteX324" fmla="*/ 676953 w 1248776"/>
              <a:gd name="connsiteY324" fmla="*/ 905229 h 1316081"/>
              <a:gd name="connsiteX325" fmla="*/ 671459 w 1248776"/>
              <a:gd name="connsiteY325" fmla="*/ 903193 h 1316081"/>
              <a:gd name="connsiteX326" fmla="*/ 669328 w 1248776"/>
              <a:gd name="connsiteY326" fmla="*/ 897820 h 1316081"/>
              <a:gd name="connsiteX327" fmla="*/ 671771 w 1248776"/>
              <a:gd name="connsiteY327" fmla="*/ 885348 h 1316081"/>
              <a:gd name="connsiteX328" fmla="*/ 684493 w 1248776"/>
              <a:gd name="connsiteY328" fmla="*/ 841575 h 1316081"/>
              <a:gd name="connsiteX329" fmla="*/ 672988 w 1248776"/>
              <a:gd name="connsiteY329" fmla="*/ 841575 h 1316081"/>
              <a:gd name="connsiteX330" fmla="*/ 673745 w 1248776"/>
              <a:gd name="connsiteY330" fmla="*/ 838626 h 1316081"/>
              <a:gd name="connsiteX331" fmla="*/ 687701 w 1248776"/>
              <a:gd name="connsiteY331" fmla="*/ 831898 h 1316081"/>
              <a:gd name="connsiteX332" fmla="*/ 700118 w 1248776"/>
              <a:gd name="connsiteY332" fmla="*/ 816248 h 1316081"/>
              <a:gd name="connsiteX333" fmla="*/ 703474 w 1248776"/>
              <a:gd name="connsiteY333" fmla="*/ 816248 h 1316081"/>
              <a:gd name="connsiteX334" fmla="*/ 724968 w 1248776"/>
              <a:gd name="connsiteY334" fmla="*/ 874912 h 1316081"/>
              <a:gd name="connsiteX335" fmla="*/ 724438 w 1248776"/>
              <a:gd name="connsiteY335" fmla="*/ 881191 h 1316081"/>
              <a:gd name="connsiteX336" fmla="*/ 729238 w 1248776"/>
              <a:gd name="connsiteY336" fmla="*/ 892680 h 1316081"/>
              <a:gd name="connsiteX337" fmla="*/ 740898 w 1248776"/>
              <a:gd name="connsiteY337" fmla="*/ 897371 h 1316081"/>
              <a:gd name="connsiteX338" fmla="*/ 751419 w 1248776"/>
              <a:gd name="connsiteY338" fmla="*/ 895180 h 1316081"/>
              <a:gd name="connsiteX339" fmla="*/ 766506 w 1248776"/>
              <a:gd name="connsiteY339" fmla="*/ 885271 h 1316081"/>
              <a:gd name="connsiteX340" fmla="*/ 768106 w 1248776"/>
              <a:gd name="connsiteY340" fmla="*/ 887469 h 1316081"/>
              <a:gd name="connsiteX341" fmla="*/ 733655 w 1248776"/>
              <a:gd name="connsiteY341" fmla="*/ 905229 h 1316081"/>
              <a:gd name="connsiteX342" fmla="*/ 716891 w 1248776"/>
              <a:gd name="connsiteY342" fmla="*/ 898277 h 1316081"/>
              <a:gd name="connsiteX343" fmla="*/ 711248 w 1248776"/>
              <a:gd name="connsiteY343" fmla="*/ 882933 h 1316081"/>
              <a:gd name="connsiteX344" fmla="*/ 718264 w 1248776"/>
              <a:gd name="connsiteY344" fmla="*/ 859870 h 1316081"/>
              <a:gd name="connsiteX345" fmla="*/ 735864 w 1248776"/>
              <a:gd name="connsiteY345" fmla="*/ 841575 h 1316081"/>
              <a:gd name="connsiteX346" fmla="*/ 757663 w 1248776"/>
              <a:gd name="connsiteY346" fmla="*/ 834998 h 1316081"/>
              <a:gd name="connsiteX347" fmla="*/ 769636 w 1248776"/>
              <a:gd name="connsiteY347" fmla="*/ 838249 h 1316081"/>
              <a:gd name="connsiteX348" fmla="*/ 773523 w 1248776"/>
              <a:gd name="connsiteY348" fmla="*/ 845960 h 1316081"/>
              <a:gd name="connsiteX349" fmla="*/ 768489 w 1248776"/>
              <a:gd name="connsiteY349" fmla="*/ 857981 h 1316081"/>
              <a:gd name="connsiteX350" fmla="*/ 748976 w 1248776"/>
              <a:gd name="connsiteY350" fmla="*/ 870074 h 1316081"/>
              <a:gd name="connsiteX351" fmla="*/ 724968 w 1248776"/>
              <a:gd name="connsiteY351" fmla="*/ 874912 h 1316081"/>
              <a:gd name="connsiteX352" fmla="*/ 725499 w 1248776"/>
              <a:gd name="connsiteY352" fmla="*/ 871212 h 1316081"/>
              <a:gd name="connsiteX353" fmla="*/ 743872 w 1248776"/>
              <a:gd name="connsiteY353" fmla="*/ 866822 h 1316081"/>
              <a:gd name="connsiteX354" fmla="*/ 757897 w 1248776"/>
              <a:gd name="connsiteY354" fmla="*/ 856922 h 1316081"/>
              <a:gd name="connsiteX355" fmla="*/ 762619 w 1248776"/>
              <a:gd name="connsiteY355" fmla="*/ 845884 h 1316081"/>
              <a:gd name="connsiteX356" fmla="*/ 760559 w 1248776"/>
              <a:gd name="connsiteY356" fmla="*/ 840743 h 1316081"/>
              <a:gd name="connsiteX357" fmla="*/ 754846 w 1248776"/>
              <a:gd name="connsiteY357" fmla="*/ 838777 h 1316081"/>
              <a:gd name="connsiteX358" fmla="*/ 738307 w 1248776"/>
              <a:gd name="connsiteY358" fmla="*/ 847018 h 1316081"/>
              <a:gd name="connsiteX359" fmla="*/ 725499 w 1248776"/>
              <a:gd name="connsiteY359" fmla="*/ 871212 h 1316081"/>
              <a:gd name="connsiteX360" fmla="*/ 832364 w 1248776"/>
              <a:gd name="connsiteY360" fmla="*/ 834998 h 1316081"/>
              <a:gd name="connsiteX361" fmla="*/ 827712 w 1248776"/>
              <a:gd name="connsiteY361" fmla="*/ 858207 h 1316081"/>
              <a:gd name="connsiteX362" fmla="*/ 824894 w 1248776"/>
              <a:gd name="connsiteY362" fmla="*/ 858207 h 1316081"/>
              <a:gd name="connsiteX363" fmla="*/ 820547 w 1248776"/>
              <a:gd name="connsiteY363" fmla="*/ 843465 h 1316081"/>
              <a:gd name="connsiteX364" fmla="*/ 810713 w 1248776"/>
              <a:gd name="connsiteY364" fmla="*/ 838853 h 1316081"/>
              <a:gd name="connsiteX365" fmla="*/ 803166 w 1248776"/>
              <a:gd name="connsiteY365" fmla="*/ 841423 h 1316081"/>
              <a:gd name="connsiteX366" fmla="*/ 800426 w 1248776"/>
              <a:gd name="connsiteY366" fmla="*/ 847623 h 1316081"/>
              <a:gd name="connsiteX367" fmla="*/ 801495 w 1248776"/>
              <a:gd name="connsiteY367" fmla="*/ 852386 h 1316081"/>
              <a:gd name="connsiteX368" fmla="*/ 806373 w 1248776"/>
              <a:gd name="connsiteY368" fmla="*/ 858737 h 1316081"/>
              <a:gd name="connsiteX369" fmla="*/ 819173 w 1248776"/>
              <a:gd name="connsiteY369" fmla="*/ 874912 h 1316081"/>
              <a:gd name="connsiteX370" fmla="*/ 822069 w 1248776"/>
              <a:gd name="connsiteY370" fmla="*/ 885201 h 1316081"/>
              <a:gd name="connsiteX371" fmla="*/ 815443 w 1248776"/>
              <a:gd name="connsiteY371" fmla="*/ 899182 h 1316081"/>
              <a:gd name="connsiteX372" fmla="*/ 798826 w 1248776"/>
              <a:gd name="connsiteY372" fmla="*/ 905229 h 1316081"/>
              <a:gd name="connsiteX373" fmla="*/ 786174 w 1248776"/>
              <a:gd name="connsiteY373" fmla="*/ 902658 h 1316081"/>
              <a:gd name="connsiteX374" fmla="*/ 782287 w 1248776"/>
              <a:gd name="connsiteY374" fmla="*/ 901753 h 1316081"/>
              <a:gd name="connsiteX375" fmla="*/ 777105 w 1248776"/>
              <a:gd name="connsiteY375" fmla="*/ 905229 h 1316081"/>
              <a:gd name="connsiteX376" fmla="*/ 774280 w 1248776"/>
              <a:gd name="connsiteY376" fmla="*/ 905229 h 1316081"/>
              <a:gd name="connsiteX377" fmla="*/ 778931 w 1248776"/>
              <a:gd name="connsiteY377" fmla="*/ 880734 h 1316081"/>
              <a:gd name="connsiteX378" fmla="*/ 781749 w 1248776"/>
              <a:gd name="connsiteY378" fmla="*/ 880734 h 1316081"/>
              <a:gd name="connsiteX379" fmla="*/ 786557 w 1248776"/>
              <a:gd name="connsiteY379" fmla="*/ 896992 h 1316081"/>
              <a:gd name="connsiteX380" fmla="*/ 798444 w 1248776"/>
              <a:gd name="connsiteY380" fmla="*/ 901753 h 1316081"/>
              <a:gd name="connsiteX381" fmla="*/ 807591 w 1248776"/>
              <a:gd name="connsiteY381" fmla="*/ 898579 h 1316081"/>
              <a:gd name="connsiteX382" fmla="*/ 811017 w 1248776"/>
              <a:gd name="connsiteY382" fmla="*/ 890643 h 1316081"/>
              <a:gd name="connsiteX383" fmla="*/ 809800 w 1248776"/>
              <a:gd name="connsiteY383" fmla="*/ 885046 h 1316081"/>
              <a:gd name="connsiteX384" fmla="*/ 800808 w 1248776"/>
              <a:gd name="connsiteY384" fmla="*/ 872497 h 1316081"/>
              <a:gd name="connsiteX385" fmla="*/ 792044 w 1248776"/>
              <a:gd name="connsiteY385" fmla="*/ 860476 h 1316081"/>
              <a:gd name="connsiteX386" fmla="*/ 790139 w 1248776"/>
              <a:gd name="connsiteY386" fmla="*/ 852462 h 1316081"/>
              <a:gd name="connsiteX387" fmla="*/ 795470 w 1248776"/>
              <a:gd name="connsiteY387" fmla="*/ 840063 h 1316081"/>
              <a:gd name="connsiteX388" fmla="*/ 809339 w 1248776"/>
              <a:gd name="connsiteY388" fmla="*/ 834998 h 1316081"/>
              <a:gd name="connsiteX389" fmla="*/ 813765 w 1248776"/>
              <a:gd name="connsiteY389" fmla="*/ 835376 h 1316081"/>
              <a:gd name="connsiteX390" fmla="*/ 818721 w 1248776"/>
              <a:gd name="connsiteY390" fmla="*/ 837115 h 1316081"/>
              <a:gd name="connsiteX391" fmla="*/ 823973 w 1248776"/>
              <a:gd name="connsiteY391" fmla="*/ 838551 h 1316081"/>
              <a:gd name="connsiteX392" fmla="*/ 829468 w 1248776"/>
              <a:gd name="connsiteY392" fmla="*/ 834998 h 1316081"/>
              <a:gd name="connsiteX393" fmla="*/ 832364 w 1248776"/>
              <a:gd name="connsiteY393" fmla="*/ 834998 h 1316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48776" h="1316081">
                <a:moveTo>
                  <a:pt x="629109" y="593751"/>
                </a:moveTo>
                <a:lnTo>
                  <a:pt x="577668" y="593751"/>
                </a:lnTo>
                <a:lnTo>
                  <a:pt x="577668" y="590954"/>
                </a:lnTo>
                <a:cubicBezTo>
                  <a:pt x="603884" y="568172"/>
                  <a:pt x="621211" y="550305"/>
                  <a:pt x="629648" y="537352"/>
                </a:cubicBezTo>
                <a:cubicBezTo>
                  <a:pt x="633558" y="531355"/>
                  <a:pt x="635517" y="525054"/>
                  <a:pt x="635517" y="518452"/>
                </a:cubicBezTo>
                <a:cubicBezTo>
                  <a:pt x="635517" y="513210"/>
                  <a:pt x="633886" y="508951"/>
                  <a:pt x="630639" y="505675"/>
                </a:cubicBezTo>
                <a:cubicBezTo>
                  <a:pt x="627385" y="502348"/>
                  <a:pt x="623170" y="500685"/>
                  <a:pt x="617988" y="500685"/>
                </a:cubicBezTo>
                <a:cubicBezTo>
                  <a:pt x="610823" y="500685"/>
                  <a:pt x="604922" y="504087"/>
                  <a:pt x="600302" y="510891"/>
                </a:cubicBezTo>
                <a:lnTo>
                  <a:pt x="597633" y="509682"/>
                </a:lnTo>
                <a:cubicBezTo>
                  <a:pt x="600224" y="503180"/>
                  <a:pt x="604009" y="498140"/>
                  <a:pt x="608988" y="494561"/>
                </a:cubicBezTo>
                <a:cubicBezTo>
                  <a:pt x="613968" y="490932"/>
                  <a:pt x="619353" y="489118"/>
                  <a:pt x="625152" y="489118"/>
                </a:cubicBezTo>
                <a:cubicBezTo>
                  <a:pt x="631700" y="489118"/>
                  <a:pt x="637219" y="491360"/>
                  <a:pt x="641691" y="495847"/>
                </a:cubicBezTo>
                <a:cubicBezTo>
                  <a:pt x="646163" y="500282"/>
                  <a:pt x="648395" y="505675"/>
                  <a:pt x="648395" y="512025"/>
                </a:cubicBezTo>
                <a:cubicBezTo>
                  <a:pt x="648395" y="516460"/>
                  <a:pt x="647607" y="520568"/>
                  <a:pt x="646030" y="524348"/>
                </a:cubicBezTo>
                <a:cubicBezTo>
                  <a:pt x="643595" y="530245"/>
                  <a:pt x="639100" y="536848"/>
                  <a:pt x="632544" y="544156"/>
                </a:cubicBezTo>
                <a:cubicBezTo>
                  <a:pt x="622585" y="555345"/>
                  <a:pt x="609293" y="568223"/>
                  <a:pt x="592676" y="582789"/>
                </a:cubicBezTo>
                <a:lnTo>
                  <a:pt x="618596" y="582789"/>
                </a:lnTo>
                <a:cubicBezTo>
                  <a:pt x="622764" y="582789"/>
                  <a:pt x="626190" y="581932"/>
                  <a:pt x="628883" y="580218"/>
                </a:cubicBezTo>
                <a:cubicBezTo>
                  <a:pt x="631576" y="578504"/>
                  <a:pt x="633504" y="576211"/>
                  <a:pt x="634674" y="573338"/>
                </a:cubicBezTo>
                <a:lnTo>
                  <a:pt x="637726" y="573338"/>
                </a:lnTo>
                <a:lnTo>
                  <a:pt x="629109" y="593751"/>
                </a:lnTo>
                <a:close/>
                <a:moveTo>
                  <a:pt x="673941" y="475283"/>
                </a:moveTo>
                <a:lnTo>
                  <a:pt x="667861" y="495922"/>
                </a:lnTo>
                <a:cubicBezTo>
                  <a:pt x="673566" y="487485"/>
                  <a:pt x="677921" y="481936"/>
                  <a:pt x="680941" y="479274"/>
                </a:cubicBezTo>
                <a:cubicBezTo>
                  <a:pt x="683993" y="476613"/>
                  <a:pt x="686920" y="475283"/>
                  <a:pt x="689722" y="475283"/>
                </a:cubicBezTo>
                <a:cubicBezTo>
                  <a:pt x="691244" y="475283"/>
                  <a:pt x="692493" y="475782"/>
                  <a:pt x="693468" y="476780"/>
                </a:cubicBezTo>
                <a:cubicBezTo>
                  <a:pt x="694475" y="477778"/>
                  <a:pt x="694982" y="479078"/>
                  <a:pt x="694982" y="480681"/>
                </a:cubicBezTo>
                <a:cubicBezTo>
                  <a:pt x="694982" y="482495"/>
                  <a:pt x="694538" y="484915"/>
                  <a:pt x="693655" y="487939"/>
                </a:cubicBezTo>
                <a:lnTo>
                  <a:pt x="688075" y="507036"/>
                </a:lnTo>
                <a:cubicBezTo>
                  <a:pt x="687435" y="509243"/>
                  <a:pt x="687115" y="510589"/>
                  <a:pt x="687115" y="511073"/>
                </a:cubicBezTo>
                <a:cubicBezTo>
                  <a:pt x="687115" y="511496"/>
                  <a:pt x="687240" y="511859"/>
                  <a:pt x="687482" y="512161"/>
                </a:cubicBezTo>
                <a:cubicBezTo>
                  <a:pt x="687724" y="512433"/>
                  <a:pt x="687981" y="512569"/>
                  <a:pt x="688255" y="512569"/>
                </a:cubicBezTo>
                <a:cubicBezTo>
                  <a:pt x="688621" y="512569"/>
                  <a:pt x="689066" y="512373"/>
                  <a:pt x="689581" y="511980"/>
                </a:cubicBezTo>
                <a:cubicBezTo>
                  <a:pt x="691197" y="510710"/>
                  <a:pt x="692969" y="508775"/>
                  <a:pt x="694889" y="506173"/>
                </a:cubicBezTo>
                <a:lnTo>
                  <a:pt x="696309" y="507036"/>
                </a:lnTo>
                <a:cubicBezTo>
                  <a:pt x="693468" y="511058"/>
                  <a:pt x="690791" y="513930"/>
                  <a:pt x="688255" y="515655"/>
                </a:cubicBezTo>
                <a:cubicBezTo>
                  <a:pt x="686491" y="516834"/>
                  <a:pt x="684906" y="517423"/>
                  <a:pt x="683501" y="517423"/>
                </a:cubicBezTo>
                <a:cubicBezTo>
                  <a:pt x="682377" y="517423"/>
                  <a:pt x="681472" y="517076"/>
                  <a:pt x="680801" y="516380"/>
                </a:cubicBezTo>
                <a:cubicBezTo>
                  <a:pt x="680130" y="515715"/>
                  <a:pt x="679794" y="514808"/>
                  <a:pt x="679794" y="513658"/>
                </a:cubicBezTo>
                <a:cubicBezTo>
                  <a:pt x="679794" y="512206"/>
                  <a:pt x="680317" y="509712"/>
                  <a:pt x="681355" y="506173"/>
                </a:cubicBezTo>
                <a:lnTo>
                  <a:pt x="686655" y="487939"/>
                </a:lnTo>
                <a:cubicBezTo>
                  <a:pt x="687326" y="485670"/>
                  <a:pt x="687662" y="483901"/>
                  <a:pt x="687662" y="482631"/>
                </a:cubicBezTo>
                <a:cubicBezTo>
                  <a:pt x="687662" y="482026"/>
                  <a:pt x="687466" y="481542"/>
                  <a:pt x="687068" y="481179"/>
                </a:cubicBezTo>
                <a:cubicBezTo>
                  <a:pt x="686670" y="480786"/>
                  <a:pt x="686186" y="480590"/>
                  <a:pt x="685609" y="480590"/>
                </a:cubicBezTo>
                <a:cubicBezTo>
                  <a:pt x="684750" y="480590"/>
                  <a:pt x="683728" y="480953"/>
                  <a:pt x="682541" y="481679"/>
                </a:cubicBezTo>
                <a:cubicBezTo>
                  <a:pt x="680286" y="483040"/>
                  <a:pt x="677936" y="485293"/>
                  <a:pt x="675502" y="488437"/>
                </a:cubicBezTo>
                <a:cubicBezTo>
                  <a:pt x="673058" y="491552"/>
                  <a:pt x="670483" y="495544"/>
                  <a:pt x="667767" y="500413"/>
                </a:cubicBezTo>
                <a:cubicBezTo>
                  <a:pt x="666339" y="502983"/>
                  <a:pt x="665152" y="505796"/>
                  <a:pt x="664200" y="508850"/>
                </a:cubicBezTo>
                <a:lnTo>
                  <a:pt x="661913" y="516334"/>
                </a:lnTo>
                <a:lnTo>
                  <a:pt x="655061" y="516334"/>
                </a:lnTo>
                <a:lnTo>
                  <a:pt x="663381" y="487939"/>
                </a:lnTo>
                <a:cubicBezTo>
                  <a:pt x="664356" y="484521"/>
                  <a:pt x="664840" y="482464"/>
                  <a:pt x="664840" y="481769"/>
                </a:cubicBezTo>
                <a:cubicBezTo>
                  <a:pt x="664840" y="481104"/>
                  <a:pt x="664567" y="480529"/>
                  <a:pt x="664020" y="480045"/>
                </a:cubicBezTo>
                <a:cubicBezTo>
                  <a:pt x="663505" y="479531"/>
                  <a:pt x="662850" y="479274"/>
                  <a:pt x="662054" y="479274"/>
                </a:cubicBezTo>
                <a:cubicBezTo>
                  <a:pt x="661687" y="479274"/>
                  <a:pt x="661047" y="479335"/>
                  <a:pt x="660134" y="479456"/>
                </a:cubicBezTo>
                <a:lnTo>
                  <a:pt x="658393" y="479728"/>
                </a:lnTo>
                <a:lnTo>
                  <a:pt x="658120" y="478095"/>
                </a:lnTo>
                <a:lnTo>
                  <a:pt x="673941" y="475283"/>
                </a:lnTo>
                <a:close/>
                <a:moveTo>
                  <a:pt x="543030" y="641078"/>
                </a:moveTo>
                <a:lnTo>
                  <a:pt x="528021" y="693319"/>
                </a:lnTo>
                <a:cubicBezTo>
                  <a:pt x="532899" y="688279"/>
                  <a:pt x="537137" y="684827"/>
                  <a:pt x="540743" y="682962"/>
                </a:cubicBezTo>
                <a:cubicBezTo>
                  <a:pt x="544403" y="681097"/>
                  <a:pt x="548212" y="680165"/>
                  <a:pt x="552177" y="680165"/>
                </a:cubicBezTo>
                <a:cubicBezTo>
                  <a:pt x="557765" y="680165"/>
                  <a:pt x="562339" y="682004"/>
                  <a:pt x="565898" y="685683"/>
                </a:cubicBezTo>
                <a:cubicBezTo>
                  <a:pt x="569457" y="689363"/>
                  <a:pt x="571236" y="694352"/>
                  <a:pt x="571236" y="700652"/>
                </a:cubicBezTo>
                <a:cubicBezTo>
                  <a:pt x="571236" y="708767"/>
                  <a:pt x="568895" y="716856"/>
                  <a:pt x="564220" y="724921"/>
                </a:cubicBezTo>
                <a:cubicBezTo>
                  <a:pt x="559545" y="732935"/>
                  <a:pt x="553675" y="739185"/>
                  <a:pt x="546612" y="743670"/>
                </a:cubicBezTo>
                <a:cubicBezTo>
                  <a:pt x="539549" y="748156"/>
                  <a:pt x="532587" y="750399"/>
                  <a:pt x="525734" y="750399"/>
                </a:cubicBezTo>
                <a:cubicBezTo>
                  <a:pt x="518054" y="750399"/>
                  <a:pt x="510179" y="747551"/>
                  <a:pt x="502101" y="741856"/>
                </a:cubicBezTo>
                <a:lnTo>
                  <a:pt x="525274" y="662700"/>
                </a:lnTo>
                <a:cubicBezTo>
                  <a:pt x="527053" y="656601"/>
                  <a:pt x="527943" y="653023"/>
                  <a:pt x="527943" y="651965"/>
                </a:cubicBezTo>
                <a:cubicBezTo>
                  <a:pt x="527943" y="650654"/>
                  <a:pt x="527537" y="649672"/>
                  <a:pt x="526725" y="649016"/>
                </a:cubicBezTo>
                <a:cubicBezTo>
                  <a:pt x="525555" y="648109"/>
                  <a:pt x="523822" y="647655"/>
                  <a:pt x="521535" y="647655"/>
                </a:cubicBezTo>
                <a:cubicBezTo>
                  <a:pt x="520474" y="647655"/>
                  <a:pt x="518842" y="647832"/>
                  <a:pt x="516657" y="648185"/>
                </a:cubicBezTo>
                <a:lnTo>
                  <a:pt x="516657" y="645312"/>
                </a:lnTo>
                <a:lnTo>
                  <a:pt x="543030" y="641078"/>
                </a:lnTo>
                <a:close/>
                <a:moveTo>
                  <a:pt x="513535" y="742687"/>
                </a:moveTo>
                <a:cubicBezTo>
                  <a:pt x="518616" y="745459"/>
                  <a:pt x="523088" y="746845"/>
                  <a:pt x="526952" y="746845"/>
                </a:cubicBezTo>
                <a:cubicBezTo>
                  <a:pt x="531424" y="746845"/>
                  <a:pt x="536044" y="745233"/>
                  <a:pt x="540821" y="742007"/>
                </a:cubicBezTo>
                <a:cubicBezTo>
                  <a:pt x="545652" y="738731"/>
                  <a:pt x="549812" y="733237"/>
                  <a:pt x="553324" y="725525"/>
                </a:cubicBezTo>
                <a:cubicBezTo>
                  <a:pt x="556875" y="717814"/>
                  <a:pt x="558655" y="710027"/>
                  <a:pt x="558655" y="702165"/>
                </a:cubicBezTo>
                <a:cubicBezTo>
                  <a:pt x="558655" y="697528"/>
                  <a:pt x="557492" y="693898"/>
                  <a:pt x="555151" y="691278"/>
                </a:cubicBezTo>
                <a:cubicBezTo>
                  <a:pt x="552864" y="688657"/>
                  <a:pt x="550148" y="687347"/>
                  <a:pt x="546994" y="687347"/>
                </a:cubicBezTo>
                <a:cubicBezTo>
                  <a:pt x="542273" y="687347"/>
                  <a:pt x="537644" y="689236"/>
                  <a:pt x="533125" y="693017"/>
                </a:cubicBezTo>
                <a:cubicBezTo>
                  <a:pt x="528598" y="696747"/>
                  <a:pt x="525375" y="701963"/>
                  <a:pt x="523447" y="708666"/>
                </a:cubicBezTo>
                <a:lnTo>
                  <a:pt x="513535" y="742687"/>
                </a:lnTo>
                <a:close/>
                <a:moveTo>
                  <a:pt x="649285" y="680165"/>
                </a:moveTo>
                <a:lnTo>
                  <a:pt x="634417" y="731422"/>
                </a:lnTo>
                <a:lnTo>
                  <a:pt x="632746" y="738302"/>
                </a:lnTo>
                <a:cubicBezTo>
                  <a:pt x="632590" y="738958"/>
                  <a:pt x="632512" y="739512"/>
                  <a:pt x="632512" y="739966"/>
                </a:cubicBezTo>
                <a:cubicBezTo>
                  <a:pt x="632512" y="740772"/>
                  <a:pt x="632770" y="741478"/>
                  <a:pt x="633277" y="742083"/>
                </a:cubicBezTo>
                <a:cubicBezTo>
                  <a:pt x="633683" y="742536"/>
                  <a:pt x="634190" y="742763"/>
                  <a:pt x="634799" y="742763"/>
                </a:cubicBezTo>
                <a:cubicBezTo>
                  <a:pt x="635463" y="742763"/>
                  <a:pt x="636321" y="742360"/>
                  <a:pt x="637390" y="741553"/>
                </a:cubicBezTo>
                <a:cubicBezTo>
                  <a:pt x="639373" y="740091"/>
                  <a:pt x="642019" y="737068"/>
                  <a:pt x="645320" y="732481"/>
                </a:cubicBezTo>
                <a:lnTo>
                  <a:pt x="647911" y="734295"/>
                </a:lnTo>
                <a:cubicBezTo>
                  <a:pt x="644407" y="739537"/>
                  <a:pt x="640793" y="743544"/>
                  <a:pt x="637086" y="746316"/>
                </a:cubicBezTo>
                <a:cubicBezTo>
                  <a:pt x="633378" y="749038"/>
                  <a:pt x="629944" y="750399"/>
                  <a:pt x="626799" y="750399"/>
                </a:cubicBezTo>
                <a:cubicBezTo>
                  <a:pt x="624614" y="750399"/>
                  <a:pt x="622959" y="749844"/>
                  <a:pt x="621843" y="748736"/>
                </a:cubicBezTo>
                <a:cubicBezTo>
                  <a:pt x="620774" y="747677"/>
                  <a:pt x="620243" y="746114"/>
                  <a:pt x="620243" y="744048"/>
                </a:cubicBezTo>
                <a:cubicBezTo>
                  <a:pt x="620243" y="741579"/>
                  <a:pt x="620805" y="738328"/>
                  <a:pt x="621921" y="734295"/>
                </a:cubicBezTo>
                <a:lnTo>
                  <a:pt x="623521" y="728625"/>
                </a:lnTo>
                <a:cubicBezTo>
                  <a:pt x="616864" y="737244"/>
                  <a:pt x="610737" y="743267"/>
                  <a:pt x="605148" y="746694"/>
                </a:cubicBezTo>
                <a:cubicBezTo>
                  <a:pt x="601137" y="749164"/>
                  <a:pt x="597195" y="750399"/>
                  <a:pt x="593340" y="750399"/>
                </a:cubicBezTo>
                <a:cubicBezTo>
                  <a:pt x="589625" y="750399"/>
                  <a:pt x="586425" y="748887"/>
                  <a:pt x="583732" y="745863"/>
                </a:cubicBezTo>
                <a:cubicBezTo>
                  <a:pt x="581039" y="742788"/>
                  <a:pt x="579697" y="738579"/>
                  <a:pt x="579697" y="733237"/>
                </a:cubicBezTo>
                <a:cubicBezTo>
                  <a:pt x="579697" y="725224"/>
                  <a:pt x="582109" y="716781"/>
                  <a:pt x="586932" y="707910"/>
                </a:cubicBezTo>
                <a:cubicBezTo>
                  <a:pt x="591810" y="698989"/>
                  <a:pt x="597984" y="691858"/>
                  <a:pt x="605453" y="686515"/>
                </a:cubicBezTo>
                <a:cubicBezTo>
                  <a:pt x="611299" y="682281"/>
                  <a:pt x="616809" y="680165"/>
                  <a:pt x="621999" y="680165"/>
                </a:cubicBezTo>
                <a:cubicBezTo>
                  <a:pt x="625098" y="680165"/>
                  <a:pt x="627658" y="680971"/>
                  <a:pt x="629695" y="682584"/>
                </a:cubicBezTo>
                <a:cubicBezTo>
                  <a:pt x="631779" y="684197"/>
                  <a:pt x="633355" y="686868"/>
                  <a:pt x="634417" y="690597"/>
                </a:cubicBezTo>
                <a:lnTo>
                  <a:pt x="637164" y="681979"/>
                </a:lnTo>
                <a:lnTo>
                  <a:pt x="649285" y="680165"/>
                </a:lnTo>
                <a:close/>
                <a:moveTo>
                  <a:pt x="622147" y="684096"/>
                </a:moveTo>
                <a:cubicBezTo>
                  <a:pt x="618893" y="684096"/>
                  <a:pt x="615443" y="685608"/>
                  <a:pt x="611783" y="688632"/>
                </a:cubicBezTo>
                <a:cubicBezTo>
                  <a:pt x="606600" y="692916"/>
                  <a:pt x="601972" y="699267"/>
                  <a:pt x="597913" y="707683"/>
                </a:cubicBezTo>
                <a:cubicBezTo>
                  <a:pt x="593894" y="716101"/>
                  <a:pt x="591888" y="723712"/>
                  <a:pt x="591888" y="730516"/>
                </a:cubicBezTo>
                <a:cubicBezTo>
                  <a:pt x="591888" y="733943"/>
                  <a:pt x="592755" y="736664"/>
                  <a:pt x="594479" y="738681"/>
                </a:cubicBezTo>
                <a:cubicBezTo>
                  <a:pt x="596212" y="740647"/>
                  <a:pt x="598187" y="741629"/>
                  <a:pt x="600426" y="741629"/>
                </a:cubicBezTo>
                <a:cubicBezTo>
                  <a:pt x="605968" y="741629"/>
                  <a:pt x="611986" y="737571"/>
                  <a:pt x="618487" y="729457"/>
                </a:cubicBezTo>
                <a:cubicBezTo>
                  <a:pt x="627182" y="718671"/>
                  <a:pt x="631521" y="707608"/>
                  <a:pt x="631521" y="696267"/>
                </a:cubicBezTo>
                <a:cubicBezTo>
                  <a:pt x="631521" y="691983"/>
                  <a:pt x="630686" y="688884"/>
                  <a:pt x="629008" y="686969"/>
                </a:cubicBezTo>
                <a:cubicBezTo>
                  <a:pt x="627330" y="685054"/>
                  <a:pt x="625043" y="684096"/>
                  <a:pt x="622147" y="684096"/>
                </a:cubicBezTo>
                <a:close/>
                <a:moveTo>
                  <a:pt x="710717" y="680165"/>
                </a:moveTo>
                <a:lnTo>
                  <a:pt x="706065" y="703374"/>
                </a:lnTo>
                <a:lnTo>
                  <a:pt x="703248" y="703374"/>
                </a:lnTo>
                <a:cubicBezTo>
                  <a:pt x="702990" y="696620"/>
                  <a:pt x="701546" y="691706"/>
                  <a:pt x="698900" y="688632"/>
                </a:cubicBezTo>
                <a:cubicBezTo>
                  <a:pt x="696262" y="685558"/>
                  <a:pt x="692984" y="684020"/>
                  <a:pt x="689066" y="684020"/>
                </a:cubicBezTo>
                <a:cubicBezTo>
                  <a:pt x="685921" y="684020"/>
                  <a:pt x="683400" y="684877"/>
                  <a:pt x="681527" y="686590"/>
                </a:cubicBezTo>
                <a:cubicBezTo>
                  <a:pt x="679693" y="688304"/>
                  <a:pt x="678780" y="690371"/>
                  <a:pt x="678780" y="692790"/>
                </a:cubicBezTo>
                <a:cubicBezTo>
                  <a:pt x="678780" y="694454"/>
                  <a:pt x="679139" y="696041"/>
                  <a:pt x="679849" y="697553"/>
                </a:cubicBezTo>
                <a:cubicBezTo>
                  <a:pt x="680606" y="699065"/>
                  <a:pt x="682237" y="701182"/>
                  <a:pt x="684727" y="703904"/>
                </a:cubicBezTo>
                <a:cubicBezTo>
                  <a:pt x="691330" y="711060"/>
                  <a:pt x="695599" y="716454"/>
                  <a:pt x="697527" y="720082"/>
                </a:cubicBezTo>
                <a:cubicBezTo>
                  <a:pt x="699462" y="723712"/>
                  <a:pt x="700422" y="727139"/>
                  <a:pt x="700422" y="730364"/>
                </a:cubicBezTo>
                <a:cubicBezTo>
                  <a:pt x="700422" y="735606"/>
                  <a:pt x="698213" y="740268"/>
                  <a:pt x="693796" y="744351"/>
                </a:cubicBezTo>
                <a:cubicBezTo>
                  <a:pt x="689425" y="748383"/>
                  <a:pt x="683884" y="750399"/>
                  <a:pt x="677180" y="750399"/>
                </a:cubicBezTo>
                <a:cubicBezTo>
                  <a:pt x="673519" y="750399"/>
                  <a:pt x="669304" y="749542"/>
                  <a:pt x="664528" y="747828"/>
                </a:cubicBezTo>
                <a:cubicBezTo>
                  <a:pt x="662850" y="747224"/>
                  <a:pt x="661554" y="746921"/>
                  <a:pt x="660641" y="746921"/>
                </a:cubicBezTo>
                <a:cubicBezTo>
                  <a:pt x="658354" y="746921"/>
                  <a:pt x="656622" y="748080"/>
                  <a:pt x="655459" y="750399"/>
                </a:cubicBezTo>
                <a:lnTo>
                  <a:pt x="652633" y="750399"/>
                </a:lnTo>
                <a:lnTo>
                  <a:pt x="657285" y="725904"/>
                </a:lnTo>
                <a:lnTo>
                  <a:pt x="660103" y="725904"/>
                </a:lnTo>
                <a:cubicBezTo>
                  <a:pt x="660407" y="733564"/>
                  <a:pt x="662015" y="738983"/>
                  <a:pt x="664910" y="742158"/>
                </a:cubicBezTo>
                <a:cubicBezTo>
                  <a:pt x="667806" y="745333"/>
                  <a:pt x="671771" y="746921"/>
                  <a:pt x="676797" y="746921"/>
                </a:cubicBezTo>
                <a:cubicBezTo>
                  <a:pt x="680660" y="746921"/>
                  <a:pt x="683704" y="745863"/>
                  <a:pt x="685944" y="743745"/>
                </a:cubicBezTo>
                <a:cubicBezTo>
                  <a:pt x="688231" y="741579"/>
                  <a:pt x="689371" y="738932"/>
                  <a:pt x="689371" y="735808"/>
                </a:cubicBezTo>
                <a:cubicBezTo>
                  <a:pt x="689371" y="733791"/>
                  <a:pt x="688965" y="731927"/>
                  <a:pt x="688153" y="730213"/>
                </a:cubicBezTo>
                <a:cubicBezTo>
                  <a:pt x="686733" y="727189"/>
                  <a:pt x="683736" y="723006"/>
                  <a:pt x="679162" y="717663"/>
                </a:cubicBezTo>
                <a:cubicBezTo>
                  <a:pt x="674635" y="712321"/>
                  <a:pt x="671716" y="708313"/>
                  <a:pt x="670397" y="705643"/>
                </a:cubicBezTo>
                <a:cubicBezTo>
                  <a:pt x="669125" y="702971"/>
                  <a:pt x="668493" y="700300"/>
                  <a:pt x="668493" y="697628"/>
                </a:cubicBezTo>
                <a:cubicBezTo>
                  <a:pt x="668493" y="692740"/>
                  <a:pt x="670264" y="688607"/>
                  <a:pt x="673823" y="685230"/>
                </a:cubicBezTo>
                <a:cubicBezTo>
                  <a:pt x="677429" y="681853"/>
                  <a:pt x="682058" y="680165"/>
                  <a:pt x="687701" y="680165"/>
                </a:cubicBezTo>
                <a:cubicBezTo>
                  <a:pt x="689324" y="680165"/>
                  <a:pt x="690799" y="680290"/>
                  <a:pt x="692118" y="680543"/>
                </a:cubicBezTo>
                <a:cubicBezTo>
                  <a:pt x="692828" y="680694"/>
                  <a:pt x="694483" y="681273"/>
                  <a:pt x="697074" y="682281"/>
                </a:cubicBezTo>
                <a:cubicBezTo>
                  <a:pt x="699712" y="683239"/>
                  <a:pt x="701468" y="683717"/>
                  <a:pt x="702335" y="683717"/>
                </a:cubicBezTo>
                <a:cubicBezTo>
                  <a:pt x="704512" y="683717"/>
                  <a:pt x="706346" y="682533"/>
                  <a:pt x="707821" y="680165"/>
                </a:cubicBezTo>
                <a:lnTo>
                  <a:pt x="710717" y="680165"/>
                </a:lnTo>
                <a:close/>
                <a:moveTo>
                  <a:pt x="749819" y="650150"/>
                </a:moveTo>
                <a:cubicBezTo>
                  <a:pt x="751950" y="650150"/>
                  <a:pt x="753753" y="650881"/>
                  <a:pt x="755228" y="652343"/>
                </a:cubicBezTo>
                <a:cubicBezTo>
                  <a:pt x="756703" y="653804"/>
                  <a:pt x="757437" y="655594"/>
                  <a:pt x="757437" y="657711"/>
                </a:cubicBezTo>
                <a:cubicBezTo>
                  <a:pt x="757437" y="659777"/>
                  <a:pt x="756672" y="661566"/>
                  <a:pt x="755150" y="663078"/>
                </a:cubicBezTo>
                <a:cubicBezTo>
                  <a:pt x="753675" y="664540"/>
                  <a:pt x="751895" y="665271"/>
                  <a:pt x="749819" y="665271"/>
                </a:cubicBezTo>
                <a:cubicBezTo>
                  <a:pt x="747735" y="665271"/>
                  <a:pt x="745925" y="664540"/>
                  <a:pt x="744403" y="663078"/>
                </a:cubicBezTo>
                <a:cubicBezTo>
                  <a:pt x="742928" y="661566"/>
                  <a:pt x="742194" y="659777"/>
                  <a:pt x="742194" y="657711"/>
                </a:cubicBezTo>
                <a:cubicBezTo>
                  <a:pt x="742194" y="655594"/>
                  <a:pt x="742928" y="653804"/>
                  <a:pt x="744403" y="652343"/>
                </a:cubicBezTo>
                <a:cubicBezTo>
                  <a:pt x="745878" y="650881"/>
                  <a:pt x="747681" y="650150"/>
                  <a:pt x="749819" y="650150"/>
                </a:cubicBezTo>
                <a:close/>
                <a:moveTo>
                  <a:pt x="750803" y="680165"/>
                </a:moveTo>
                <a:lnTo>
                  <a:pt x="735716" y="733162"/>
                </a:lnTo>
                <a:cubicBezTo>
                  <a:pt x="734701" y="736740"/>
                  <a:pt x="734194" y="738882"/>
                  <a:pt x="734194" y="739587"/>
                </a:cubicBezTo>
                <a:cubicBezTo>
                  <a:pt x="734194" y="740394"/>
                  <a:pt x="734420" y="741049"/>
                  <a:pt x="734873" y="741553"/>
                </a:cubicBezTo>
                <a:cubicBezTo>
                  <a:pt x="735388" y="742057"/>
                  <a:pt x="735966" y="742309"/>
                  <a:pt x="736629" y="742309"/>
                </a:cubicBezTo>
                <a:cubicBezTo>
                  <a:pt x="737394" y="742309"/>
                  <a:pt x="738307" y="741906"/>
                  <a:pt x="739376" y="741099"/>
                </a:cubicBezTo>
                <a:cubicBezTo>
                  <a:pt x="742272" y="738832"/>
                  <a:pt x="745191" y="735606"/>
                  <a:pt x="748141" y="731422"/>
                </a:cubicBezTo>
                <a:lnTo>
                  <a:pt x="750803" y="733162"/>
                </a:lnTo>
                <a:cubicBezTo>
                  <a:pt x="747353" y="738403"/>
                  <a:pt x="743287" y="742813"/>
                  <a:pt x="738611" y="746392"/>
                </a:cubicBezTo>
                <a:cubicBezTo>
                  <a:pt x="735154" y="749063"/>
                  <a:pt x="731853" y="750399"/>
                  <a:pt x="728699" y="750399"/>
                </a:cubicBezTo>
                <a:cubicBezTo>
                  <a:pt x="726616" y="750399"/>
                  <a:pt x="724914" y="749794"/>
                  <a:pt x="723595" y="748584"/>
                </a:cubicBezTo>
                <a:cubicBezTo>
                  <a:pt x="722276" y="747324"/>
                  <a:pt x="721612" y="745762"/>
                  <a:pt x="721612" y="743897"/>
                </a:cubicBezTo>
                <a:cubicBezTo>
                  <a:pt x="721612" y="742032"/>
                  <a:pt x="722253" y="738932"/>
                  <a:pt x="723517" y="734598"/>
                </a:cubicBezTo>
                <a:lnTo>
                  <a:pt x="733429" y="700728"/>
                </a:lnTo>
                <a:cubicBezTo>
                  <a:pt x="735052" y="695184"/>
                  <a:pt x="735864" y="691706"/>
                  <a:pt x="735864" y="690295"/>
                </a:cubicBezTo>
                <a:cubicBezTo>
                  <a:pt x="735864" y="689186"/>
                  <a:pt x="735458" y="688279"/>
                  <a:pt x="734647" y="687574"/>
                </a:cubicBezTo>
                <a:cubicBezTo>
                  <a:pt x="733882" y="686868"/>
                  <a:pt x="732820" y="686515"/>
                  <a:pt x="731447" y="686515"/>
                </a:cubicBezTo>
                <a:cubicBezTo>
                  <a:pt x="730331" y="686515"/>
                  <a:pt x="728020" y="686792"/>
                  <a:pt x="724508" y="687347"/>
                </a:cubicBezTo>
                <a:lnTo>
                  <a:pt x="724508" y="684398"/>
                </a:lnTo>
                <a:lnTo>
                  <a:pt x="750803" y="680165"/>
                </a:lnTo>
                <a:close/>
                <a:moveTo>
                  <a:pt x="814982" y="680165"/>
                </a:moveTo>
                <a:lnTo>
                  <a:pt x="810330" y="703374"/>
                </a:lnTo>
                <a:lnTo>
                  <a:pt x="807513" y="703374"/>
                </a:lnTo>
                <a:cubicBezTo>
                  <a:pt x="807263" y="696620"/>
                  <a:pt x="805811" y="691706"/>
                  <a:pt x="803166" y="688632"/>
                </a:cubicBezTo>
                <a:cubicBezTo>
                  <a:pt x="800527" y="685558"/>
                  <a:pt x="797249" y="684020"/>
                  <a:pt x="793339" y="684020"/>
                </a:cubicBezTo>
                <a:cubicBezTo>
                  <a:pt x="790186" y="684020"/>
                  <a:pt x="787673" y="684877"/>
                  <a:pt x="785792" y="686590"/>
                </a:cubicBezTo>
                <a:cubicBezTo>
                  <a:pt x="783958" y="688304"/>
                  <a:pt x="783045" y="690371"/>
                  <a:pt x="783045" y="692790"/>
                </a:cubicBezTo>
                <a:cubicBezTo>
                  <a:pt x="783045" y="694454"/>
                  <a:pt x="783404" y="696041"/>
                  <a:pt x="784114" y="697553"/>
                </a:cubicBezTo>
                <a:cubicBezTo>
                  <a:pt x="784879" y="699065"/>
                  <a:pt x="786502" y="701182"/>
                  <a:pt x="788992" y="703904"/>
                </a:cubicBezTo>
                <a:cubicBezTo>
                  <a:pt x="795595" y="711060"/>
                  <a:pt x="799864" y="716454"/>
                  <a:pt x="801800" y="720082"/>
                </a:cubicBezTo>
                <a:cubicBezTo>
                  <a:pt x="803727" y="723712"/>
                  <a:pt x="804695" y="727139"/>
                  <a:pt x="804695" y="730364"/>
                </a:cubicBezTo>
                <a:cubicBezTo>
                  <a:pt x="804695" y="735606"/>
                  <a:pt x="802486" y="740268"/>
                  <a:pt x="798061" y="744351"/>
                </a:cubicBezTo>
                <a:cubicBezTo>
                  <a:pt x="793690" y="748383"/>
                  <a:pt x="788157" y="750399"/>
                  <a:pt x="781445" y="750399"/>
                </a:cubicBezTo>
                <a:cubicBezTo>
                  <a:pt x="777784" y="750399"/>
                  <a:pt x="773570" y="749542"/>
                  <a:pt x="768793" y="747828"/>
                </a:cubicBezTo>
                <a:cubicBezTo>
                  <a:pt x="767115" y="747224"/>
                  <a:pt x="765819" y="746921"/>
                  <a:pt x="764906" y="746921"/>
                </a:cubicBezTo>
                <a:cubicBezTo>
                  <a:pt x="762619" y="746921"/>
                  <a:pt x="760894" y="748080"/>
                  <a:pt x="759724" y="750399"/>
                </a:cubicBezTo>
                <a:lnTo>
                  <a:pt x="756906" y="750399"/>
                </a:lnTo>
                <a:lnTo>
                  <a:pt x="761550" y="725904"/>
                </a:lnTo>
                <a:lnTo>
                  <a:pt x="764375" y="725904"/>
                </a:lnTo>
                <a:cubicBezTo>
                  <a:pt x="764680" y="733564"/>
                  <a:pt x="766280" y="738983"/>
                  <a:pt x="769175" y="742158"/>
                </a:cubicBezTo>
                <a:cubicBezTo>
                  <a:pt x="772071" y="745333"/>
                  <a:pt x="776036" y="746921"/>
                  <a:pt x="781062" y="746921"/>
                </a:cubicBezTo>
                <a:cubicBezTo>
                  <a:pt x="784925" y="746921"/>
                  <a:pt x="787977" y="745863"/>
                  <a:pt x="790210" y="743745"/>
                </a:cubicBezTo>
                <a:cubicBezTo>
                  <a:pt x="792496" y="741579"/>
                  <a:pt x="793644" y="738932"/>
                  <a:pt x="793644" y="735808"/>
                </a:cubicBezTo>
                <a:cubicBezTo>
                  <a:pt x="793644" y="733791"/>
                  <a:pt x="793238" y="731927"/>
                  <a:pt x="792418" y="730213"/>
                </a:cubicBezTo>
                <a:cubicBezTo>
                  <a:pt x="790998" y="727189"/>
                  <a:pt x="788001" y="723006"/>
                  <a:pt x="783427" y="717663"/>
                </a:cubicBezTo>
                <a:cubicBezTo>
                  <a:pt x="778908" y="712321"/>
                  <a:pt x="775981" y="708313"/>
                  <a:pt x="774662" y="705643"/>
                </a:cubicBezTo>
                <a:cubicBezTo>
                  <a:pt x="773390" y="702971"/>
                  <a:pt x="772758" y="700300"/>
                  <a:pt x="772758" y="697628"/>
                </a:cubicBezTo>
                <a:cubicBezTo>
                  <a:pt x="772758" y="692740"/>
                  <a:pt x="774537" y="688607"/>
                  <a:pt x="778096" y="685230"/>
                </a:cubicBezTo>
                <a:cubicBezTo>
                  <a:pt x="781702" y="681853"/>
                  <a:pt x="786323" y="680165"/>
                  <a:pt x="791966" y="680165"/>
                </a:cubicBezTo>
                <a:cubicBezTo>
                  <a:pt x="793589" y="680165"/>
                  <a:pt x="795064" y="680290"/>
                  <a:pt x="796383" y="680543"/>
                </a:cubicBezTo>
                <a:cubicBezTo>
                  <a:pt x="797093" y="680694"/>
                  <a:pt x="798748" y="681273"/>
                  <a:pt x="801339" y="682281"/>
                </a:cubicBezTo>
                <a:cubicBezTo>
                  <a:pt x="803985" y="683239"/>
                  <a:pt x="805733" y="683717"/>
                  <a:pt x="806600" y="683717"/>
                </a:cubicBezTo>
                <a:cubicBezTo>
                  <a:pt x="808785" y="683717"/>
                  <a:pt x="810611" y="682533"/>
                  <a:pt x="812087" y="680165"/>
                </a:cubicBezTo>
                <a:lnTo>
                  <a:pt x="814982" y="680165"/>
                </a:lnTo>
                <a:close/>
                <a:moveTo>
                  <a:pt x="537238" y="834998"/>
                </a:moveTo>
                <a:lnTo>
                  <a:pt x="532587" y="858207"/>
                </a:lnTo>
                <a:lnTo>
                  <a:pt x="529769" y="858207"/>
                </a:lnTo>
                <a:cubicBezTo>
                  <a:pt x="529519" y="851454"/>
                  <a:pt x="528068" y="846539"/>
                  <a:pt x="525430" y="843465"/>
                </a:cubicBezTo>
                <a:cubicBezTo>
                  <a:pt x="522784" y="840391"/>
                  <a:pt x="519506" y="838853"/>
                  <a:pt x="515596" y="838853"/>
                </a:cubicBezTo>
                <a:cubicBezTo>
                  <a:pt x="512442" y="838853"/>
                  <a:pt x="509929" y="839710"/>
                  <a:pt x="508048" y="841423"/>
                </a:cubicBezTo>
                <a:cubicBezTo>
                  <a:pt x="506222" y="843138"/>
                  <a:pt x="505301" y="845204"/>
                  <a:pt x="505301" y="847623"/>
                </a:cubicBezTo>
                <a:cubicBezTo>
                  <a:pt x="505301" y="849287"/>
                  <a:pt x="505660" y="850874"/>
                  <a:pt x="506370" y="852386"/>
                </a:cubicBezTo>
                <a:cubicBezTo>
                  <a:pt x="507135" y="853898"/>
                  <a:pt x="508758" y="856015"/>
                  <a:pt x="511248" y="858737"/>
                </a:cubicBezTo>
                <a:cubicBezTo>
                  <a:pt x="517851" y="865893"/>
                  <a:pt x="522120" y="871289"/>
                  <a:pt x="524056" y="874912"/>
                </a:cubicBezTo>
                <a:cubicBezTo>
                  <a:pt x="525984" y="878543"/>
                  <a:pt x="526952" y="881973"/>
                  <a:pt x="526952" y="885201"/>
                </a:cubicBezTo>
                <a:cubicBezTo>
                  <a:pt x="526952" y="890442"/>
                  <a:pt x="524743" y="895103"/>
                  <a:pt x="520318" y="899182"/>
                </a:cubicBezTo>
                <a:cubicBezTo>
                  <a:pt x="515947" y="903216"/>
                  <a:pt x="510413" y="905229"/>
                  <a:pt x="503701" y="905229"/>
                </a:cubicBezTo>
                <a:cubicBezTo>
                  <a:pt x="500048" y="905229"/>
                  <a:pt x="495826" y="904377"/>
                  <a:pt x="491049" y="902658"/>
                </a:cubicBezTo>
                <a:cubicBezTo>
                  <a:pt x="489371" y="902055"/>
                  <a:pt x="488076" y="901753"/>
                  <a:pt x="487162" y="901753"/>
                </a:cubicBezTo>
                <a:cubicBezTo>
                  <a:pt x="484876" y="901753"/>
                  <a:pt x="483151" y="902914"/>
                  <a:pt x="481980" y="905229"/>
                </a:cubicBezTo>
                <a:lnTo>
                  <a:pt x="479162" y="905229"/>
                </a:lnTo>
                <a:lnTo>
                  <a:pt x="483806" y="880734"/>
                </a:lnTo>
                <a:lnTo>
                  <a:pt x="486632" y="880734"/>
                </a:lnTo>
                <a:cubicBezTo>
                  <a:pt x="486936" y="888398"/>
                  <a:pt x="488536" y="893818"/>
                  <a:pt x="491432" y="896992"/>
                </a:cubicBezTo>
                <a:cubicBezTo>
                  <a:pt x="494327" y="900166"/>
                  <a:pt x="498292" y="901753"/>
                  <a:pt x="503319" y="901753"/>
                </a:cubicBezTo>
                <a:cubicBezTo>
                  <a:pt x="507182" y="901753"/>
                  <a:pt x="510234" y="900692"/>
                  <a:pt x="512466" y="898579"/>
                </a:cubicBezTo>
                <a:cubicBezTo>
                  <a:pt x="514753" y="896411"/>
                  <a:pt x="515900" y="893763"/>
                  <a:pt x="515900" y="890643"/>
                </a:cubicBezTo>
                <a:cubicBezTo>
                  <a:pt x="515900" y="888623"/>
                  <a:pt x="515494" y="886757"/>
                  <a:pt x="514682" y="885046"/>
                </a:cubicBezTo>
                <a:cubicBezTo>
                  <a:pt x="513254" y="882019"/>
                  <a:pt x="510257" y="877839"/>
                  <a:pt x="505683" y="872497"/>
                </a:cubicBezTo>
                <a:cubicBezTo>
                  <a:pt x="501165" y="867155"/>
                  <a:pt x="498238" y="863145"/>
                  <a:pt x="496919" y="860476"/>
                </a:cubicBezTo>
                <a:cubicBezTo>
                  <a:pt x="495646" y="857804"/>
                  <a:pt x="495014" y="855133"/>
                  <a:pt x="495014" y="852462"/>
                </a:cubicBezTo>
                <a:cubicBezTo>
                  <a:pt x="495014" y="847573"/>
                  <a:pt x="496794" y="843440"/>
                  <a:pt x="500353" y="840063"/>
                </a:cubicBezTo>
                <a:cubicBezTo>
                  <a:pt x="503958" y="836686"/>
                  <a:pt x="508579" y="834998"/>
                  <a:pt x="514222" y="834998"/>
                </a:cubicBezTo>
                <a:cubicBezTo>
                  <a:pt x="515845" y="834998"/>
                  <a:pt x="517320" y="835123"/>
                  <a:pt x="518640" y="835376"/>
                </a:cubicBezTo>
                <a:cubicBezTo>
                  <a:pt x="519357" y="835527"/>
                  <a:pt x="521004" y="836107"/>
                  <a:pt x="523596" y="837115"/>
                </a:cubicBezTo>
                <a:cubicBezTo>
                  <a:pt x="526241" y="838072"/>
                  <a:pt x="527990" y="838551"/>
                  <a:pt x="528856" y="838551"/>
                </a:cubicBezTo>
                <a:cubicBezTo>
                  <a:pt x="531041" y="838551"/>
                  <a:pt x="532868" y="837366"/>
                  <a:pt x="534343" y="834998"/>
                </a:cubicBezTo>
                <a:lnTo>
                  <a:pt x="537238" y="834998"/>
                </a:lnTo>
                <a:close/>
                <a:moveTo>
                  <a:pt x="581984" y="816248"/>
                </a:moveTo>
                <a:lnTo>
                  <a:pt x="576036" y="836812"/>
                </a:lnTo>
                <a:lnTo>
                  <a:pt x="588001" y="836812"/>
                </a:lnTo>
                <a:lnTo>
                  <a:pt x="586705" y="841575"/>
                </a:lnTo>
                <a:lnTo>
                  <a:pt x="574819" y="841575"/>
                </a:lnTo>
                <a:lnTo>
                  <a:pt x="561707" y="886176"/>
                </a:lnTo>
                <a:cubicBezTo>
                  <a:pt x="560286" y="890969"/>
                  <a:pt x="559568" y="894065"/>
                  <a:pt x="559568" y="895482"/>
                </a:cubicBezTo>
                <a:cubicBezTo>
                  <a:pt x="559568" y="896334"/>
                  <a:pt x="559779" y="896992"/>
                  <a:pt x="560185" y="897448"/>
                </a:cubicBezTo>
                <a:cubicBezTo>
                  <a:pt x="560591" y="897897"/>
                  <a:pt x="561074" y="898122"/>
                  <a:pt x="561628" y="898122"/>
                </a:cubicBezTo>
                <a:cubicBezTo>
                  <a:pt x="562901" y="898122"/>
                  <a:pt x="564579" y="897247"/>
                  <a:pt x="566663" y="895482"/>
                </a:cubicBezTo>
                <a:cubicBezTo>
                  <a:pt x="567880" y="894468"/>
                  <a:pt x="570596" y="891371"/>
                  <a:pt x="574819" y="886176"/>
                </a:cubicBezTo>
                <a:lnTo>
                  <a:pt x="577332" y="888073"/>
                </a:lnTo>
                <a:cubicBezTo>
                  <a:pt x="572657" y="894824"/>
                  <a:pt x="568239" y="899585"/>
                  <a:pt x="564072" y="902357"/>
                </a:cubicBezTo>
                <a:cubicBezTo>
                  <a:pt x="561223" y="904276"/>
                  <a:pt x="558350" y="905229"/>
                  <a:pt x="555455" y="905229"/>
                </a:cubicBezTo>
                <a:cubicBezTo>
                  <a:pt x="553223" y="905229"/>
                  <a:pt x="551389" y="904555"/>
                  <a:pt x="549968" y="903193"/>
                </a:cubicBezTo>
                <a:cubicBezTo>
                  <a:pt x="548548" y="901776"/>
                  <a:pt x="547838" y="899988"/>
                  <a:pt x="547838" y="897820"/>
                </a:cubicBezTo>
                <a:cubicBezTo>
                  <a:pt x="547838" y="895103"/>
                  <a:pt x="548649" y="890945"/>
                  <a:pt x="550273" y="885348"/>
                </a:cubicBezTo>
                <a:lnTo>
                  <a:pt x="563002" y="841575"/>
                </a:lnTo>
                <a:lnTo>
                  <a:pt x="551490" y="841575"/>
                </a:lnTo>
                <a:lnTo>
                  <a:pt x="552255" y="838626"/>
                </a:lnTo>
                <a:cubicBezTo>
                  <a:pt x="557843" y="837115"/>
                  <a:pt x="562495" y="834872"/>
                  <a:pt x="566202" y="831898"/>
                </a:cubicBezTo>
                <a:cubicBezTo>
                  <a:pt x="569910" y="828874"/>
                  <a:pt x="574054" y="823657"/>
                  <a:pt x="578627" y="816248"/>
                </a:cubicBezTo>
                <a:lnTo>
                  <a:pt x="581984" y="816248"/>
                </a:lnTo>
                <a:close/>
                <a:moveTo>
                  <a:pt x="658120" y="834998"/>
                </a:moveTo>
                <a:lnTo>
                  <a:pt x="643260" y="886254"/>
                </a:lnTo>
                <a:lnTo>
                  <a:pt x="641582" y="893136"/>
                </a:lnTo>
                <a:cubicBezTo>
                  <a:pt x="641433" y="893794"/>
                  <a:pt x="641355" y="894344"/>
                  <a:pt x="641355" y="894801"/>
                </a:cubicBezTo>
                <a:cubicBezTo>
                  <a:pt x="641355" y="895606"/>
                  <a:pt x="641613" y="896310"/>
                  <a:pt x="642120" y="896914"/>
                </a:cubicBezTo>
                <a:cubicBezTo>
                  <a:pt x="642526" y="897371"/>
                  <a:pt x="643033" y="897595"/>
                  <a:pt x="643642" y="897595"/>
                </a:cubicBezTo>
                <a:cubicBezTo>
                  <a:pt x="644306" y="897595"/>
                  <a:pt x="645164" y="897193"/>
                  <a:pt x="646233" y="896388"/>
                </a:cubicBezTo>
                <a:cubicBezTo>
                  <a:pt x="648216" y="894925"/>
                  <a:pt x="650854" y="891898"/>
                  <a:pt x="654163" y="887314"/>
                </a:cubicBezTo>
                <a:lnTo>
                  <a:pt x="656754" y="889126"/>
                </a:lnTo>
                <a:cubicBezTo>
                  <a:pt x="653242" y="894367"/>
                  <a:pt x="649636" y="898377"/>
                  <a:pt x="645929" y="901149"/>
                </a:cubicBezTo>
                <a:cubicBezTo>
                  <a:pt x="642221" y="903874"/>
                  <a:pt x="638787" y="905229"/>
                  <a:pt x="635642" y="905229"/>
                </a:cubicBezTo>
                <a:cubicBezTo>
                  <a:pt x="633457" y="905229"/>
                  <a:pt x="631802" y="904679"/>
                  <a:pt x="630686" y="903572"/>
                </a:cubicBezTo>
                <a:cubicBezTo>
                  <a:pt x="629617" y="902511"/>
                  <a:pt x="629086" y="900948"/>
                  <a:pt x="629086" y="898881"/>
                </a:cubicBezTo>
                <a:cubicBezTo>
                  <a:pt x="629086" y="896411"/>
                  <a:pt x="629640" y="893159"/>
                  <a:pt x="630764" y="889126"/>
                </a:cubicBezTo>
                <a:lnTo>
                  <a:pt x="632364" y="883459"/>
                </a:lnTo>
                <a:cubicBezTo>
                  <a:pt x="625707" y="892076"/>
                  <a:pt x="619580" y="898099"/>
                  <a:pt x="613991" y="901528"/>
                </a:cubicBezTo>
                <a:cubicBezTo>
                  <a:pt x="609980" y="903998"/>
                  <a:pt x="606038" y="905229"/>
                  <a:pt x="602175" y="905229"/>
                </a:cubicBezTo>
                <a:cubicBezTo>
                  <a:pt x="598467" y="905229"/>
                  <a:pt x="595268" y="903719"/>
                  <a:pt x="592575" y="900692"/>
                </a:cubicBezTo>
                <a:cubicBezTo>
                  <a:pt x="589882" y="897619"/>
                  <a:pt x="588532" y="893415"/>
                  <a:pt x="588532" y="888073"/>
                </a:cubicBezTo>
                <a:cubicBezTo>
                  <a:pt x="588532" y="880053"/>
                  <a:pt x="590951" y="871614"/>
                  <a:pt x="595775" y="862742"/>
                </a:cubicBezTo>
                <a:cubicBezTo>
                  <a:pt x="600653" y="853823"/>
                  <a:pt x="606826" y="846691"/>
                  <a:pt x="614296" y="841348"/>
                </a:cubicBezTo>
                <a:cubicBezTo>
                  <a:pt x="620142" y="837115"/>
                  <a:pt x="625652" y="834998"/>
                  <a:pt x="630834" y="834998"/>
                </a:cubicBezTo>
                <a:cubicBezTo>
                  <a:pt x="633933" y="834998"/>
                  <a:pt x="636501" y="835804"/>
                  <a:pt x="638538" y="837417"/>
                </a:cubicBezTo>
                <a:cubicBezTo>
                  <a:pt x="640621" y="839030"/>
                  <a:pt x="642190" y="841701"/>
                  <a:pt x="643260" y="845431"/>
                </a:cubicBezTo>
                <a:lnTo>
                  <a:pt x="646007" y="836812"/>
                </a:lnTo>
                <a:lnTo>
                  <a:pt x="658120" y="834998"/>
                </a:lnTo>
                <a:close/>
                <a:moveTo>
                  <a:pt x="630990" y="838929"/>
                </a:moveTo>
                <a:cubicBezTo>
                  <a:pt x="627736" y="838929"/>
                  <a:pt x="624286" y="840441"/>
                  <a:pt x="620625" y="843465"/>
                </a:cubicBezTo>
                <a:cubicBezTo>
                  <a:pt x="615443" y="847749"/>
                  <a:pt x="610815" y="854100"/>
                  <a:pt x="606748" y="862518"/>
                </a:cubicBezTo>
                <a:cubicBezTo>
                  <a:pt x="602737" y="870933"/>
                  <a:pt x="600731" y="878543"/>
                  <a:pt x="600731" y="885348"/>
                </a:cubicBezTo>
                <a:cubicBezTo>
                  <a:pt x="600731" y="888778"/>
                  <a:pt x="601597" y="891495"/>
                  <a:pt x="603322" y="893516"/>
                </a:cubicBezTo>
                <a:cubicBezTo>
                  <a:pt x="605047" y="895482"/>
                  <a:pt x="607030" y="896465"/>
                  <a:pt x="609269" y="896465"/>
                </a:cubicBezTo>
                <a:cubicBezTo>
                  <a:pt x="614803" y="896465"/>
                  <a:pt x="620829" y="892409"/>
                  <a:pt x="627330" y="884288"/>
                </a:cubicBezTo>
                <a:cubicBezTo>
                  <a:pt x="636017" y="873503"/>
                  <a:pt x="640364" y="862441"/>
                  <a:pt x="640364" y="851101"/>
                </a:cubicBezTo>
                <a:cubicBezTo>
                  <a:pt x="640364" y="846816"/>
                  <a:pt x="639529" y="843717"/>
                  <a:pt x="637851" y="841802"/>
                </a:cubicBezTo>
                <a:cubicBezTo>
                  <a:pt x="636173" y="839887"/>
                  <a:pt x="633886" y="838929"/>
                  <a:pt x="630990" y="838929"/>
                </a:cubicBezTo>
                <a:close/>
                <a:moveTo>
                  <a:pt x="703474" y="816248"/>
                </a:moveTo>
                <a:lnTo>
                  <a:pt x="697527" y="836812"/>
                </a:lnTo>
                <a:lnTo>
                  <a:pt x="709491" y="836812"/>
                </a:lnTo>
                <a:lnTo>
                  <a:pt x="708196" y="841575"/>
                </a:lnTo>
                <a:lnTo>
                  <a:pt x="696309" y="841575"/>
                </a:lnTo>
                <a:lnTo>
                  <a:pt x="683197" y="886176"/>
                </a:lnTo>
                <a:cubicBezTo>
                  <a:pt x="681777" y="890969"/>
                  <a:pt x="681066" y="894065"/>
                  <a:pt x="681066" y="895482"/>
                </a:cubicBezTo>
                <a:cubicBezTo>
                  <a:pt x="681066" y="896334"/>
                  <a:pt x="681269" y="896992"/>
                  <a:pt x="681675" y="897448"/>
                </a:cubicBezTo>
                <a:cubicBezTo>
                  <a:pt x="682081" y="897897"/>
                  <a:pt x="682565" y="898122"/>
                  <a:pt x="683127" y="898122"/>
                </a:cubicBezTo>
                <a:cubicBezTo>
                  <a:pt x="684391" y="898122"/>
                  <a:pt x="686069" y="897247"/>
                  <a:pt x="688153" y="895482"/>
                </a:cubicBezTo>
                <a:cubicBezTo>
                  <a:pt x="689371" y="894468"/>
                  <a:pt x="692094" y="891371"/>
                  <a:pt x="696309" y="886176"/>
                </a:cubicBezTo>
                <a:lnTo>
                  <a:pt x="698822" y="888073"/>
                </a:lnTo>
                <a:cubicBezTo>
                  <a:pt x="694147" y="894824"/>
                  <a:pt x="689730" y="899585"/>
                  <a:pt x="685562" y="902357"/>
                </a:cubicBezTo>
                <a:cubicBezTo>
                  <a:pt x="682713" y="904276"/>
                  <a:pt x="679849" y="905229"/>
                  <a:pt x="676953" y="905229"/>
                </a:cubicBezTo>
                <a:cubicBezTo>
                  <a:pt x="674713" y="905229"/>
                  <a:pt x="672887" y="904555"/>
                  <a:pt x="671459" y="903193"/>
                </a:cubicBezTo>
                <a:cubicBezTo>
                  <a:pt x="670038" y="901776"/>
                  <a:pt x="669328" y="899988"/>
                  <a:pt x="669328" y="897820"/>
                </a:cubicBezTo>
                <a:cubicBezTo>
                  <a:pt x="669328" y="895103"/>
                  <a:pt x="670139" y="890945"/>
                  <a:pt x="671771" y="885348"/>
                </a:cubicBezTo>
                <a:lnTo>
                  <a:pt x="684493" y="841575"/>
                </a:lnTo>
                <a:lnTo>
                  <a:pt x="672988" y="841575"/>
                </a:lnTo>
                <a:lnTo>
                  <a:pt x="673745" y="838626"/>
                </a:lnTo>
                <a:cubicBezTo>
                  <a:pt x="679341" y="837115"/>
                  <a:pt x="683985" y="834872"/>
                  <a:pt x="687701" y="831898"/>
                </a:cubicBezTo>
                <a:cubicBezTo>
                  <a:pt x="691408" y="828874"/>
                  <a:pt x="695544" y="823657"/>
                  <a:pt x="700118" y="816248"/>
                </a:cubicBezTo>
                <a:lnTo>
                  <a:pt x="703474" y="816248"/>
                </a:lnTo>
                <a:close/>
                <a:moveTo>
                  <a:pt x="724968" y="874912"/>
                </a:moveTo>
                <a:cubicBezTo>
                  <a:pt x="724610" y="877436"/>
                  <a:pt x="724438" y="879526"/>
                  <a:pt x="724438" y="881191"/>
                </a:cubicBezTo>
                <a:cubicBezTo>
                  <a:pt x="724438" y="885673"/>
                  <a:pt x="726038" y="889505"/>
                  <a:pt x="729238" y="892680"/>
                </a:cubicBezTo>
                <a:cubicBezTo>
                  <a:pt x="732438" y="895807"/>
                  <a:pt x="736325" y="897371"/>
                  <a:pt x="740898" y="897371"/>
                </a:cubicBezTo>
                <a:cubicBezTo>
                  <a:pt x="744559" y="897371"/>
                  <a:pt x="748063" y="896635"/>
                  <a:pt x="751419" y="895180"/>
                </a:cubicBezTo>
                <a:cubicBezTo>
                  <a:pt x="754822" y="893663"/>
                  <a:pt x="759849" y="890365"/>
                  <a:pt x="766506" y="885271"/>
                </a:cubicBezTo>
                <a:lnTo>
                  <a:pt x="768106" y="887469"/>
                </a:lnTo>
                <a:cubicBezTo>
                  <a:pt x="756063" y="899306"/>
                  <a:pt x="744582" y="905229"/>
                  <a:pt x="733655" y="905229"/>
                </a:cubicBezTo>
                <a:cubicBezTo>
                  <a:pt x="726241" y="905229"/>
                  <a:pt x="720653" y="902914"/>
                  <a:pt x="716891" y="898277"/>
                </a:cubicBezTo>
                <a:cubicBezTo>
                  <a:pt x="713129" y="893639"/>
                  <a:pt x="711248" y="888522"/>
                  <a:pt x="711248" y="882933"/>
                </a:cubicBezTo>
                <a:cubicBezTo>
                  <a:pt x="711248" y="875423"/>
                  <a:pt x="713589" y="867736"/>
                  <a:pt x="718264" y="859870"/>
                </a:cubicBezTo>
                <a:cubicBezTo>
                  <a:pt x="722931" y="852008"/>
                  <a:pt x="728801" y="845910"/>
                  <a:pt x="735864" y="841575"/>
                </a:cubicBezTo>
                <a:cubicBezTo>
                  <a:pt x="742928" y="837190"/>
                  <a:pt x="750194" y="834998"/>
                  <a:pt x="757663" y="834998"/>
                </a:cubicBezTo>
                <a:cubicBezTo>
                  <a:pt x="763049" y="834998"/>
                  <a:pt x="767045" y="836081"/>
                  <a:pt x="769636" y="838249"/>
                </a:cubicBezTo>
                <a:cubicBezTo>
                  <a:pt x="772227" y="840416"/>
                  <a:pt x="773523" y="842987"/>
                  <a:pt x="773523" y="845960"/>
                </a:cubicBezTo>
                <a:cubicBezTo>
                  <a:pt x="773523" y="850143"/>
                  <a:pt x="771845" y="854150"/>
                  <a:pt x="768489" y="857981"/>
                </a:cubicBezTo>
                <a:cubicBezTo>
                  <a:pt x="764071" y="862967"/>
                  <a:pt x="757562" y="867000"/>
                  <a:pt x="748976" y="870074"/>
                </a:cubicBezTo>
                <a:cubicBezTo>
                  <a:pt x="743287" y="872141"/>
                  <a:pt x="735287" y="873759"/>
                  <a:pt x="724968" y="874912"/>
                </a:cubicBezTo>
                <a:close/>
                <a:moveTo>
                  <a:pt x="725499" y="871212"/>
                </a:moveTo>
                <a:cubicBezTo>
                  <a:pt x="733023" y="870353"/>
                  <a:pt x="739142" y="868889"/>
                  <a:pt x="743872" y="866822"/>
                </a:cubicBezTo>
                <a:cubicBezTo>
                  <a:pt x="750124" y="864051"/>
                  <a:pt x="754799" y="860753"/>
                  <a:pt x="757897" y="856922"/>
                </a:cubicBezTo>
                <a:cubicBezTo>
                  <a:pt x="761043" y="853041"/>
                  <a:pt x="762619" y="849362"/>
                  <a:pt x="762619" y="845884"/>
                </a:cubicBezTo>
                <a:cubicBezTo>
                  <a:pt x="762619" y="843768"/>
                  <a:pt x="761932" y="842054"/>
                  <a:pt x="760559" y="840743"/>
                </a:cubicBezTo>
                <a:cubicBezTo>
                  <a:pt x="759240" y="839433"/>
                  <a:pt x="757335" y="838777"/>
                  <a:pt x="754846" y="838777"/>
                </a:cubicBezTo>
                <a:cubicBezTo>
                  <a:pt x="749663" y="838777"/>
                  <a:pt x="744153" y="841525"/>
                  <a:pt x="738307" y="847018"/>
                </a:cubicBezTo>
                <a:cubicBezTo>
                  <a:pt x="732516" y="852462"/>
                  <a:pt x="728247" y="860526"/>
                  <a:pt x="725499" y="871212"/>
                </a:cubicBezTo>
                <a:close/>
                <a:moveTo>
                  <a:pt x="832364" y="834998"/>
                </a:moveTo>
                <a:lnTo>
                  <a:pt x="827712" y="858207"/>
                </a:lnTo>
                <a:lnTo>
                  <a:pt x="824894" y="858207"/>
                </a:lnTo>
                <a:cubicBezTo>
                  <a:pt x="824637" y="851454"/>
                  <a:pt x="823193" y="846539"/>
                  <a:pt x="820547" y="843465"/>
                </a:cubicBezTo>
                <a:cubicBezTo>
                  <a:pt x="817901" y="840391"/>
                  <a:pt x="814631" y="838853"/>
                  <a:pt x="810713" y="838853"/>
                </a:cubicBezTo>
                <a:cubicBezTo>
                  <a:pt x="807567" y="838853"/>
                  <a:pt x="805046" y="839710"/>
                  <a:pt x="803166" y="841423"/>
                </a:cubicBezTo>
                <a:cubicBezTo>
                  <a:pt x="801339" y="843138"/>
                  <a:pt x="800426" y="845204"/>
                  <a:pt x="800426" y="847623"/>
                </a:cubicBezTo>
                <a:cubicBezTo>
                  <a:pt x="800426" y="849287"/>
                  <a:pt x="800777" y="850874"/>
                  <a:pt x="801495" y="852386"/>
                </a:cubicBezTo>
                <a:cubicBezTo>
                  <a:pt x="802252" y="853898"/>
                  <a:pt x="803883" y="856015"/>
                  <a:pt x="806373" y="858737"/>
                </a:cubicBezTo>
                <a:cubicBezTo>
                  <a:pt x="812976" y="865893"/>
                  <a:pt x="817245" y="871289"/>
                  <a:pt x="819173" y="874912"/>
                </a:cubicBezTo>
                <a:cubicBezTo>
                  <a:pt x="821109" y="878543"/>
                  <a:pt x="822069" y="881973"/>
                  <a:pt x="822069" y="885201"/>
                </a:cubicBezTo>
                <a:cubicBezTo>
                  <a:pt x="822069" y="890442"/>
                  <a:pt x="819860" y="895103"/>
                  <a:pt x="815443" y="899182"/>
                </a:cubicBezTo>
                <a:cubicBezTo>
                  <a:pt x="811072" y="903216"/>
                  <a:pt x="805530" y="905229"/>
                  <a:pt x="798826" y="905229"/>
                </a:cubicBezTo>
                <a:cubicBezTo>
                  <a:pt x="795166" y="905229"/>
                  <a:pt x="790951" y="904377"/>
                  <a:pt x="786174" y="902658"/>
                </a:cubicBezTo>
                <a:cubicBezTo>
                  <a:pt x="784496" y="902055"/>
                  <a:pt x="783201" y="901753"/>
                  <a:pt x="782287" y="901753"/>
                </a:cubicBezTo>
                <a:cubicBezTo>
                  <a:pt x="780001" y="901753"/>
                  <a:pt x="778268" y="902914"/>
                  <a:pt x="777105" y="905229"/>
                </a:cubicBezTo>
                <a:lnTo>
                  <a:pt x="774280" y="905229"/>
                </a:lnTo>
                <a:lnTo>
                  <a:pt x="778931" y="880734"/>
                </a:lnTo>
                <a:lnTo>
                  <a:pt x="781749" y="880734"/>
                </a:lnTo>
                <a:cubicBezTo>
                  <a:pt x="782053" y="888398"/>
                  <a:pt x="783653" y="893818"/>
                  <a:pt x="786557" y="896992"/>
                </a:cubicBezTo>
                <a:cubicBezTo>
                  <a:pt x="789452" y="900166"/>
                  <a:pt x="793410" y="901753"/>
                  <a:pt x="798444" y="901753"/>
                </a:cubicBezTo>
                <a:cubicBezTo>
                  <a:pt x="802307" y="901753"/>
                  <a:pt x="805351" y="900692"/>
                  <a:pt x="807591" y="898579"/>
                </a:cubicBezTo>
                <a:cubicBezTo>
                  <a:pt x="809878" y="896411"/>
                  <a:pt x="811017" y="893763"/>
                  <a:pt x="811017" y="890643"/>
                </a:cubicBezTo>
                <a:cubicBezTo>
                  <a:pt x="811017" y="888623"/>
                  <a:pt x="810611" y="886757"/>
                  <a:pt x="809800" y="885046"/>
                </a:cubicBezTo>
                <a:cubicBezTo>
                  <a:pt x="808379" y="882019"/>
                  <a:pt x="805382" y="877839"/>
                  <a:pt x="800808" y="872497"/>
                </a:cubicBezTo>
                <a:cubicBezTo>
                  <a:pt x="796281" y="867155"/>
                  <a:pt x="793362" y="863145"/>
                  <a:pt x="792044" y="860476"/>
                </a:cubicBezTo>
                <a:cubicBezTo>
                  <a:pt x="790771" y="857804"/>
                  <a:pt x="790139" y="855133"/>
                  <a:pt x="790139" y="852462"/>
                </a:cubicBezTo>
                <a:cubicBezTo>
                  <a:pt x="790139" y="847573"/>
                  <a:pt x="791911" y="843440"/>
                  <a:pt x="795470" y="840063"/>
                </a:cubicBezTo>
                <a:cubicBezTo>
                  <a:pt x="799076" y="836686"/>
                  <a:pt x="803704" y="834998"/>
                  <a:pt x="809339" y="834998"/>
                </a:cubicBezTo>
                <a:cubicBezTo>
                  <a:pt x="810970" y="834998"/>
                  <a:pt x="812445" y="835123"/>
                  <a:pt x="813765" y="835376"/>
                </a:cubicBezTo>
                <a:cubicBezTo>
                  <a:pt x="814475" y="835527"/>
                  <a:pt x="816129" y="836107"/>
                  <a:pt x="818721" y="837115"/>
                </a:cubicBezTo>
                <a:cubicBezTo>
                  <a:pt x="821358" y="838072"/>
                  <a:pt x="823115" y="838551"/>
                  <a:pt x="823973" y="838551"/>
                </a:cubicBezTo>
                <a:cubicBezTo>
                  <a:pt x="826159" y="838551"/>
                  <a:pt x="827993" y="837366"/>
                  <a:pt x="829468" y="834998"/>
                </a:cubicBezTo>
                <a:lnTo>
                  <a:pt x="832364" y="834998"/>
                </a:lnTo>
                <a:close/>
              </a:path>
            </a:pathLst>
          </a:custGeom>
          <a:solidFill>
            <a:srgbClr val="000000"/>
          </a:solidFill>
          <a:ln w="77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7644A70E-5BCC-4009-B067-AA4B6B9F4566}"/>
              </a:ext>
            </a:extLst>
          </p:cNvPr>
          <p:cNvSpPr/>
          <p:nvPr/>
        </p:nvSpPr>
        <p:spPr>
          <a:xfrm>
            <a:off x="6665355" y="2962490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658D3E36-FE9A-459B-84FF-43CA9CE51E8D}"/>
              </a:ext>
            </a:extLst>
          </p:cNvPr>
          <p:cNvSpPr/>
          <p:nvPr/>
        </p:nvSpPr>
        <p:spPr>
          <a:xfrm>
            <a:off x="7445840" y="3272157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1E064FF1-5EC2-4953-BC7F-B3A61C12DF78}"/>
              </a:ext>
            </a:extLst>
          </p:cNvPr>
          <p:cNvSpPr/>
          <p:nvPr/>
        </p:nvSpPr>
        <p:spPr>
          <a:xfrm>
            <a:off x="8226326" y="3272157"/>
            <a:ext cx="234146" cy="232250"/>
          </a:xfrm>
          <a:custGeom>
            <a:avLst/>
            <a:gdLst>
              <a:gd name="connsiteX0" fmla="*/ 47916 w 234145"/>
              <a:gd name="connsiteY0" fmla="*/ 47528 h 232249"/>
              <a:gd name="connsiteX1" fmla="*/ 204013 w 234145"/>
              <a:gd name="connsiteY1" fmla="*/ 47528 h 232249"/>
              <a:gd name="connsiteX2" fmla="*/ 204013 w 234145"/>
              <a:gd name="connsiteY2" fmla="*/ 202361 h 232249"/>
              <a:gd name="connsiteX3" fmla="*/ 47916 w 234145"/>
              <a:gd name="connsiteY3" fmla="*/ 202361 h 2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" h="232249">
                <a:moveTo>
                  <a:pt x="47916" y="47528"/>
                </a:moveTo>
                <a:lnTo>
                  <a:pt x="204013" y="47528"/>
                </a:lnTo>
                <a:lnTo>
                  <a:pt x="204013" y="202361"/>
                </a:lnTo>
                <a:lnTo>
                  <a:pt x="47916" y="202361"/>
                </a:lnTo>
                <a:close/>
              </a:path>
            </a:pathLst>
          </a:custGeom>
          <a:solidFill>
            <a:srgbClr val="D9E0F4"/>
          </a:solidFill>
          <a:ln w="779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59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D0B8AA0-E046-0C43-9F2C-6FDD4A46D177}"/>
              </a:ext>
            </a:extLst>
          </p:cNvPr>
          <p:cNvSpPr txBox="1"/>
          <p:nvPr/>
        </p:nvSpPr>
        <p:spPr>
          <a:xfrm>
            <a:off x="232200" y="2558639"/>
            <a:ext cx="9297738" cy="3694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Background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Motivation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Sparse Dataflow for Readout Error Mitigation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Architecture</a:t>
            </a:r>
            <a:r>
              <a:rPr kumimoji="1" lang="zh-CN" altLang="en-US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Design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41C7167E-4A3A-D44D-B810-A7FA03E24630}"/>
              </a:ext>
            </a:extLst>
          </p:cNvPr>
          <p:cNvSpPr txBox="1">
            <a:spLocks/>
          </p:cNvSpPr>
          <p:nvPr/>
        </p:nvSpPr>
        <p:spPr>
          <a:xfrm>
            <a:off x="232200" y="1641513"/>
            <a:ext cx="6409330" cy="10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Outline of Presentation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441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altLang="zh-CN" dirty="0">
                <a:effectLst/>
                <a:latin typeface="+mn-lt"/>
              </a:rPr>
              <a:t>Overall Architecture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4B9E8CAE-4BFD-400F-A92E-21AF2169E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272" y="2427922"/>
            <a:ext cx="4987608" cy="36229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51787E6-A56E-4175-AFD4-ADC82D5898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39572" y="1699497"/>
            <a:ext cx="5205008" cy="430530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Overview of SiTA accelerator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72B09-9C9B-428A-BDBC-79D6947AD392}"/>
              </a:ext>
            </a:extLst>
          </p:cNvPr>
          <p:cNvSpPr txBox="1"/>
          <p:nvPr/>
        </p:nvSpPr>
        <p:spPr>
          <a:xfrm>
            <a:off x="6356121" y="1579793"/>
            <a:ext cx="5205008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000" b="1" dirty="0"/>
              <a:t>Memory Hierarchy</a:t>
            </a:r>
            <a:r>
              <a:rPr lang="en" altLang="zh-CN" sz="2000" dirty="0"/>
              <a:t>: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</a:rPr>
              <a:t>On-chip memory</a:t>
            </a:r>
            <a:r>
              <a:rPr lang="en-US" altLang="zh-CN" sz="2000" dirty="0">
                <a:solidFill>
                  <a:schemeClr val="tx1"/>
                </a:solidFill>
              </a:rPr>
              <a:t>: mitigation matrix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</a:rPr>
              <a:t>Off-chip memory</a:t>
            </a:r>
            <a:r>
              <a:rPr lang="en-US" altLang="zh-CN" sz="2000" dirty="0">
                <a:solidFill>
                  <a:schemeClr val="tx1"/>
                </a:solidFill>
              </a:rPr>
              <a:t>: basis states and non-zero values</a:t>
            </a:r>
            <a:endParaRPr lang="en" altLang="zh-CN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000" b="1" dirty="0"/>
              <a:t>Computing Modules</a:t>
            </a:r>
            <a:r>
              <a:rPr lang="en" altLang="zh-CN" sz="2000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MVM Unit,</a:t>
            </a:r>
            <a:r>
              <a:rPr lang="zh-CN" altLang="en-US" sz="2000" dirty="0"/>
              <a:t> </a:t>
            </a:r>
            <a:r>
              <a:rPr lang="en-US" altLang="zh-CN" sz="2000" dirty="0"/>
              <a:t>TP Unit and MAC Unit</a:t>
            </a:r>
            <a:endParaRPr lang="en" altLang="zh-CN" sz="2000" dirty="0"/>
          </a:p>
        </p:txBody>
      </p:sp>
      <p:sp>
        <p:nvSpPr>
          <p:cNvPr id="9" name="圆角矩形 9">
            <a:extLst>
              <a:ext uri="{FF2B5EF4-FFF2-40B4-BE49-F238E27FC236}">
                <a16:creationId xmlns:a16="http://schemas.microsoft.com/office/drawing/2014/main" id="{A2D584DE-8C27-46CA-9702-145D01D4A526}"/>
              </a:ext>
            </a:extLst>
          </p:cNvPr>
          <p:cNvSpPr/>
          <p:nvPr/>
        </p:nvSpPr>
        <p:spPr>
          <a:xfrm>
            <a:off x="6356121" y="4794210"/>
            <a:ext cx="4987607" cy="1159354"/>
          </a:xfrm>
          <a:prstGeom prst="roundRect">
            <a:avLst>
              <a:gd name="adj" fmla="val 6414"/>
            </a:avLst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" altLang="zh-CN" sz="2200" b="1" dirty="0">
                <a:solidFill>
                  <a:schemeClr val="tx1"/>
                </a:solidFill>
              </a:rPr>
              <a:t>Tailored memory hierarchy + Specialized computing modules!</a:t>
            </a:r>
            <a:endParaRPr lang="en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589273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altLang="zh-CN" dirty="0">
                <a:effectLst/>
                <a:latin typeface="+mn-lt"/>
              </a:rPr>
              <a:t>Dynamic Multiplier Chain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804C615-DE2F-C14B-A489-EE8139D4D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2160" y="4002183"/>
            <a:ext cx="4454708" cy="13901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B6AE39A-F5F0-8C44-A501-20ECBD97D9C5}"/>
              </a:ext>
            </a:extLst>
          </p:cNvPr>
          <p:cNvSpPr txBox="1"/>
          <p:nvPr/>
        </p:nvSpPr>
        <p:spPr>
          <a:xfrm>
            <a:off x="1762990" y="5636233"/>
            <a:ext cx="7995179" cy="82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1700" b="1" dirty="0"/>
              <a:t>Demultiplexer: </a:t>
            </a:r>
            <a:r>
              <a:rPr lang="en" altLang="zh-CN" sz="1700" dirty="0"/>
              <a:t>outputs the current result or forwards it to the next</a:t>
            </a:r>
            <a:r>
              <a:rPr lang="zh-CN" altLang="en-US" sz="1700" dirty="0"/>
              <a:t> </a:t>
            </a:r>
            <a:r>
              <a:rPr lang="en" altLang="zh-CN" sz="1700" dirty="0"/>
              <a:t>multiplier</a:t>
            </a:r>
            <a:r>
              <a:rPr lang="en" altLang="zh-CN" sz="17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1700" b="1" dirty="0"/>
              <a:t>Multiplexer: </a:t>
            </a:r>
            <a:r>
              <a:rPr lang="en" altLang="zh-CN" sz="1700" dirty="0"/>
              <a:t>feeds back the intermediate result for successive multiplications</a:t>
            </a:r>
            <a:r>
              <a:rPr lang="en" altLang="zh-CN" sz="1700" b="1" dirty="0"/>
              <a:t>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944CC7-FFDF-1741-BAEA-D172E6BF5876}"/>
              </a:ext>
            </a:extLst>
          </p:cNvPr>
          <p:cNvSpPr txBox="1"/>
          <p:nvPr/>
        </p:nvSpPr>
        <p:spPr>
          <a:xfrm>
            <a:off x="8685416" y="5226754"/>
            <a:ext cx="2350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 dirty="0">
                <a:solidFill>
                  <a:srgbClr val="982668"/>
                </a:solidFill>
              </a:rPr>
              <a:t>Feedback Loop</a:t>
            </a:r>
            <a:endParaRPr lang="en" altLang="zh-CN" sz="2000" dirty="0">
              <a:solidFill>
                <a:srgbClr val="982668"/>
              </a:solidFill>
            </a:endParaRPr>
          </a:p>
        </p:txBody>
      </p:sp>
      <p:cxnSp>
        <p:nvCxnSpPr>
          <p:cNvPr id="10" name="曲线连接符 9">
            <a:extLst>
              <a:ext uri="{FF2B5EF4-FFF2-40B4-BE49-F238E27FC236}">
                <a16:creationId xmlns:a16="http://schemas.microsoft.com/office/drawing/2014/main" id="{C1647106-671A-9B47-A281-F6C263771F1F}"/>
              </a:ext>
            </a:extLst>
          </p:cNvPr>
          <p:cNvCxnSpPr>
            <a:cxnSpLocks/>
          </p:cNvCxnSpPr>
          <p:nvPr/>
        </p:nvCxnSpPr>
        <p:spPr>
          <a:xfrm>
            <a:off x="9835692" y="4897299"/>
            <a:ext cx="571334" cy="350978"/>
          </a:xfrm>
          <a:prstGeom prst="curvedConnector3">
            <a:avLst/>
          </a:prstGeom>
          <a:ln w="381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3DCD951-96DF-4245-B29E-68231CD09151}"/>
              </a:ext>
            </a:extLst>
          </p:cNvPr>
          <p:cNvSpPr txBox="1"/>
          <p:nvPr/>
        </p:nvSpPr>
        <p:spPr>
          <a:xfrm>
            <a:off x="1211166" y="3904825"/>
            <a:ext cx="3646346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" altLang="zh-CN" sz="2000" b="1" dirty="0"/>
              <a:t>Dynamic Multiplier Chain</a:t>
            </a:r>
            <a:r>
              <a:rPr lang="en-US" altLang="zh-CN" sz="2000" b="1" dirty="0"/>
              <a:t>:</a:t>
            </a:r>
            <a:endParaRPr lang="en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9CC51-73D5-45CD-B254-3CC25F3C528A}"/>
              </a:ext>
            </a:extLst>
          </p:cNvPr>
          <p:cNvSpPr/>
          <p:nvPr/>
        </p:nvSpPr>
        <p:spPr>
          <a:xfrm>
            <a:off x="3313766" y="5230293"/>
            <a:ext cx="30187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982668"/>
                </a:solidFill>
              </a:rPr>
              <a:t>Selectable output point</a:t>
            </a:r>
            <a:endParaRPr lang="zh-CN" altLang="en-US" sz="2000" b="1" dirty="0">
              <a:solidFill>
                <a:srgbClr val="982668"/>
              </a:solidFill>
            </a:endParaRPr>
          </a:p>
        </p:txBody>
      </p:sp>
      <p:cxnSp>
        <p:nvCxnSpPr>
          <p:cNvPr id="11" name="曲线连接符 9">
            <a:extLst>
              <a:ext uri="{FF2B5EF4-FFF2-40B4-BE49-F238E27FC236}">
                <a16:creationId xmlns:a16="http://schemas.microsoft.com/office/drawing/2014/main" id="{A7BC455C-57B6-4AA4-B7C1-944E6C1C826E}"/>
              </a:ext>
            </a:extLst>
          </p:cNvPr>
          <p:cNvCxnSpPr>
            <a:cxnSpLocks/>
          </p:cNvCxnSpPr>
          <p:nvPr/>
        </p:nvCxnSpPr>
        <p:spPr>
          <a:xfrm rot="5400000">
            <a:off x="6327937" y="4942736"/>
            <a:ext cx="616780" cy="568036"/>
          </a:xfrm>
          <a:prstGeom prst="curvedConnector3">
            <a:avLst/>
          </a:prstGeom>
          <a:ln w="381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28B5BD6-6C5A-4CE7-BD1F-3B0CD01669EE}"/>
              </a:ext>
            </a:extLst>
          </p:cNvPr>
          <p:cNvSpPr txBox="1"/>
          <p:nvPr/>
        </p:nvSpPr>
        <p:spPr>
          <a:xfrm>
            <a:off x="550910" y="1515592"/>
            <a:ext cx="10580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" altLang="zh-CN" sz="2000" b="1" dirty="0">
                <a:solidFill>
                  <a:schemeClr val="tx1"/>
                </a:solidFill>
              </a:rPr>
              <a:t>A flexible processing unit is needed for chained multiplications of varying lengths: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ADAFDAF6-60D1-41F9-8052-CE9448362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130" y="2015694"/>
            <a:ext cx="3134507" cy="114762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13FFFFE-D7D5-471D-BE9A-6092DC91D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846" y="2015694"/>
            <a:ext cx="3540471" cy="1147628"/>
          </a:xfrm>
          <a:prstGeom prst="rect">
            <a:avLst/>
          </a:prstGeom>
        </p:spPr>
      </p:pic>
      <p:sp>
        <p:nvSpPr>
          <p:cNvPr id="44" name="圆角矩形 9">
            <a:extLst>
              <a:ext uri="{FF2B5EF4-FFF2-40B4-BE49-F238E27FC236}">
                <a16:creationId xmlns:a16="http://schemas.microsoft.com/office/drawing/2014/main" id="{FFA2BDCD-76C8-4BD4-80D9-4CB0D13F2C3F}"/>
              </a:ext>
            </a:extLst>
          </p:cNvPr>
          <p:cNvSpPr/>
          <p:nvPr/>
        </p:nvSpPr>
        <p:spPr>
          <a:xfrm>
            <a:off x="917607" y="3228944"/>
            <a:ext cx="4533552" cy="400111"/>
          </a:xfrm>
          <a:prstGeom prst="roundRect">
            <a:avLst>
              <a:gd name="adj" fmla="val 6414"/>
            </a:avLst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rgbClr val="9826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with different numbers of bits</a:t>
            </a:r>
            <a:endParaRPr lang="en-US" altLang="zh-CN" sz="1700" b="1" dirty="0">
              <a:solidFill>
                <a:srgbClr val="982668"/>
              </a:solidFill>
              <a:latin typeface="Arial" panose="020B0604020202020204" pitchFamily="34" charset="0"/>
              <a:ea typeface="STKaiti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7" name="圆角矩形 9">
            <a:extLst>
              <a:ext uri="{FF2B5EF4-FFF2-40B4-BE49-F238E27FC236}">
                <a16:creationId xmlns:a16="http://schemas.microsoft.com/office/drawing/2014/main" id="{4B0D307E-6172-481A-90B2-54F51102748B}"/>
              </a:ext>
            </a:extLst>
          </p:cNvPr>
          <p:cNvSpPr/>
          <p:nvPr/>
        </p:nvSpPr>
        <p:spPr>
          <a:xfrm>
            <a:off x="6124353" y="3228944"/>
            <a:ext cx="5035456" cy="400111"/>
          </a:xfrm>
          <a:prstGeom prst="roundRect">
            <a:avLst>
              <a:gd name="adj" fmla="val 6414"/>
            </a:avLst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rgbClr val="9826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with different bit grouping schemes</a:t>
            </a:r>
            <a:endParaRPr lang="en-US" altLang="zh-CN" sz="1700" b="1" dirty="0">
              <a:solidFill>
                <a:srgbClr val="982668"/>
              </a:solidFill>
              <a:latin typeface="Arial" panose="020B0604020202020204" pitchFamily="34" charset="0"/>
              <a:ea typeface="STKaiti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489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altLang="zh-CN" dirty="0">
                <a:effectLst/>
                <a:latin typeface="+mn-lt"/>
              </a:rPr>
              <a:t>Dynamic Multiplier Chain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492FEA3-4DA0-4F5E-BF04-4E17A8884AF0}"/>
              </a:ext>
            </a:extLst>
          </p:cNvPr>
          <p:cNvGrpSpPr/>
          <p:nvPr/>
        </p:nvGrpSpPr>
        <p:grpSpPr>
          <a:xfrm>
            <a:off x="346000" y="1543843"/>
            <a:ext cx="11499999" cy="4371948"/>
            <a:chOff x="346000" y="1543843"/>
            <a:chExt cx="11499999" cy="4371948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3CC8878-C125-C34B-82D2-8E563C665CAF}"/>
                </a:ext>
              </a:extLst>
            </p:cNvPr>
            <p:cNvSpPr txBox="1"/>
            <p:nvPr/>
          </p:nvSpPr>
          <p:spPr>
            <a:xfrm>
              <a:off x="346000" y="1543843"/>
              <a:ext cx="11499999" cy="1341457"/>
            </a:xfrm>
            <a:prstGeom prst="rect">
              <a:avLst/>
            </a:prstGeom>
            <a:solidFill>
              <a:schemeClr val="lt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" altLang="zh-CN" sz="2200" b="1" dirty="0"/>
                <a:t>Example: An 8-qubit system is divided into 5 qubit groups</a:t>
              </a:r>
              <a:r>
                <a:rPr lang="en-US" altLang="zh-CN" sz="2200" b="1" dirty="0"/>
                <a:t>:</a:t>
              </a:r>
            </a:p>
            <a:p>
              <a:pPr algn="ctr" rtl="0">
                <a:lnSpc>
                  <a:spcPct val="200000"/>
                </a:lnSpc>
              </a:pPr>
              <a:r>
                <a:rPr lang="en-US" altLang="zh-CN" sz="2200" b="1" dirty="0">
                  <a:solidFill>
                    <a:srgbClr val="982668"/>
                  </a:solidFill>
                </a:rPr>
                <a:t>F(0,0) =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1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2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A</a:t>
              </a:r>
              <a:r>
                <a:rPr lang="en-US" altLang="zh-CN" sz="2200" b="1" baseline="-25000" dirty="0">
                  <a:solidFill>
                    <a:srgbClr val="982668">
                      <a:alpha val="20000"/>
                    </a:srgbClr>
                  </a:solidFill>
                </a:rPr>
                <a:t>3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>
                      <a:alpha val="20000"/>
                    </a:srgbClr>
                  </a:solidFill>
                </a:rPr>
                <a:t>4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>
                      <a:alpha val="20000"/>
                    </a:srgbClr>
                  </a:solidFill>
                </a:rPr>
                <a:t>5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 </a:t>
              </a:r>
              <a:endParaRPr lang="en-US" altLang="zh-CN" sz="2200" b="0" i="0" dirty="0">
                <a:solidFill>
                  <a:srgbClr val="982668">
                    <a:alpha val="20000"/>
                  </a:srgbClr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3" name="图形 2">
              <a:extLst>
                <a:ext uri="{FF2B5EF4-FFF2-40B4-BE49-F238E27FC236}">
                  <a16:creationId xmlns:a16="http://schemas.microsoft.com/office/drawing/2014/main" id="{E72FCE9B-2CDE-8A42-A31B-AE47B0C91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8245" y="3430800"/>
              <a:ext cx="5423721" cy="1940193"/>
            </a:xfrm>
            <a:prstGeom prst="rect">
              <a:avLst/>
            </a:prstGeom>
          </p:spPr>
        </p:pic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9E7DCBE1-8599-E94B-A202-92730411F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20800" y="3506400"/>
              <a:ext cx="5623731" cy="1679816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3FCE862-D0BA-DF4A-8A2F-1C177CAF09E2}"/>
                </a:ext>
              </a:extLst>
            </p:cNvPr>
            <p:cNvSpPr txBox="1"/>
            <p:nvPr/>
          </p:nvSpPr>
          <p:spPr>
            <a:xfrm>
              <a:off x="809678" y="5484904"/>
              <a:ext cx="46408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1" dirty="0"/>
                <a:t>(a) </a:t>
              </a:r>
              <a:r>
                <a:rPr lang="en" altLang="zh-CN" sz="2200" b="1" dirty="0"/>
                <a:t>Hardware Architecture</a:t>
              </a:r>
              <a:endParaRPr lang="en" altLang="zh-CN" sz="2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F46A73-6BC3-5F42-A81D-B1E15F1E619F}"/>
                </a:ext>
              </a:extLst>
            </p:cNvPr>
            <p:cNvSpPr txBox="1"/>
            <p:nvPr/>
          </p:nvSpPr>
          <p:spPr>
            <a:xfrm>
              <a:off x="6713706" y="5484903"/>
              <a:ext cx="46408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1" dirty="0"/>
                <a:t>(b) </a:t>
              </a:r>
              <a:r>
                <a:rPr lang="en" altLang="zh-CN" sz="2200" b="1" dirty="0"/>
                <a:t>Processing Pipeline</a:t>
              </a:r>
              <a:endParaRPr lang="en" altLang="zh-CN" sz="22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7B2077E-2E18-4638-847D-EB98EEE53C9E}"/>
              </a:ext>
            </a:extLst>
          </p:cNvPr>
          <p:cNvGrpSpPr/>
          <p:nvPr/>
        </p:nvGrpSpPr>
        <p:grpSpPr>
          <a:xfrm>
            <a:off x="346000" y="1543843"/>
            <a:ext cx="11507504" cy="4371948"/>
            <a:chOff x="346000" y="1543843"/>
            <a:chExt cx="11507504" cy="4371948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9DEA956-88E7-4E08-A0C1-7DBAF198DF4F}"/>
                </a:ext>
              </a:extLst>
            </p:cNvPr>
            <p:cNvSpPr txBox="1"/>
            <p:nvPr/>
          </p:nvSpPr>
          <p:spPr>
            <a:xfrm>
              <a:off x="346000" y="1543843"/>
              <a:ext cx="11499999" cy="1341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" altLang="zh-CN" sz="2200" b="1" dirty="0"/>
                <a:t>Example: An 8-qubit system is divided into 5 qubit groups</a:t>
              </a:r>
              <a:r>
                <a:rPr lang="en-US" altLang="zh-CN" sz="2200" b="1" dirty="0"/>
                <a:t>:</a:t>
              </a:r>
            </a:p>
            <a:p>
              <a:pPr algn="ctr" rtl="0">
                <a:lnSpc>
                  <a:spcPct val="200000"/>
                </a:lnSpc>
              </a:pPr>
              <a:r>
                <a:rPr lang="en-US" altLang="zh-CN" sz="2200" b="1" dirty="0">
                  <a:solidFill>
                    <a:srgbClr val="982668"/>
                  </a:solidFill>
                </a:rPr>
                <a:t>F(0,0) =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1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2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3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US" altLang="zh-CN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×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>
                      <a:alpha val="20000"/>
                    </a:srgbClr>
                  </a:solidFill>
                </a:rPr>
                <a:t>4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>
                      <a:alpha val="20000"/>
                    </a:srgbClr>
                  </a:solidFill>
                </a:rPr>
                <a:t>5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 </a:t>
              </a:r>
              <a:endParaRPr lang="en-US" altLang="zh-CN" sz="2200" b="0" i="0" dirty="0">
                <a:solidFill>
                  <a:srgbClr val="982668">
                    <a:alpha val="20000"/>
                  </a:srgbClr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330291C-B423-4292-969D-C33CEA72B1EC}"/>
                </a:ext>
              </a:extLst>
            </p:cNvPr>
            <p:cNvGrpSpPr/>
            <p:nvPr/>
          </p:nvGrpSpPr>
          <p:grpSpPr>
            <a:xfrm>
              <a:off x="417600" y="3430800"/>
              <a:ext cx="11435904" cy="2484991"/>
              <a:chOff x="417600" y="3430800"/>
              <a:chExt cx="11435904" cy="2484991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108F210-6C33-4B4F-9EC0-5406AD7AC7F9}"/>
                  </a:ext>
                </a:extLst>
              </p:cNvPr>
              <p:cNvSpPr txBox="1"/>
              <p:nvPr/>
            </p:nvSpPr>
            <p:spPr>
              <a:xfrm>
                <a:off x="809678" y="5484904"/>
                <a:ext cx="464085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b="1" dirty="0"/>
                  <a:t>(a) </a:t>
                </a:r>
                <a:r>
                  <a:rPr lang="en" altLang="zh-CN" sz="2200" b="1" dirty="0"/>
                  <a:t>Hardware Architecture</a:t>
                </a:r>
                <a:endParaRPr lang="en" altLang="zh-CN" sz="22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0511801-5DEB-42DD-9412-7AE28B95A99C}"/>
                  </a:ext>
                </a:extLst>
              </p:cNvPr>
              <p:cNvSpPr txBox="1"/>
              <p:nvPr/>
            </p:nvSpPr>
            <p:spPr>
              <a:xfrm>
                <a:off x="6713706" y="5484903"/>
                <a:ext cx="464085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b="1" dirty="0"/>
                  <a:t>(b) </a:t>
                </a:r>
                <a:r>
                  <a:rPr lang="en" altLang="zh-CN" sz="2200" b="1" dirty="0"/>
                  <a:t>Processing Pipeline</a:t>
                </a:r>
                <a:endParaRPr lang="en" altLang="zh-CN" sz="2200" dirty="0"/>
              </a:p>
            </p:txBody>
          </p:sp>
          <p:pic>
            <p:nvPicPr>
              <p:cNvPr id="23" name="图形 22">
                <a:extLst>
                  <a:ext uri="{FF2B5EF4-FFF2-40B4-BE49-F238E27FC236}">
                    <a16:creationId xmlns:a16="http://schemas.microsoft.com/office/drawing/2014/main" id="{12579BEB-A9EA-44BC-83A4-2C17F3228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17600" y="3430800"/>
                <a:ext cx="5420487" cy="1939036"/>
              </a:xfrm>
              <a:prstGeom prst="rect">
                <a:avLst/>
              </a:prstGeom>
            </p:spPr>
          </p:pic>
          <p:pic>
            <p:nvPicPr>
              <p:cNvPr id="24" name="图形 23">
                <a:extLst>
                  <a:ext uri="{FF2B5EF4-FFF2-40B4-BE49-F238E27FC236}">
                    <a16:creationId xmlns:a16="http://schemas.microsoft.com/office/drawing/2014/main" id="{9449D287-90D6-4F5D-9921-0643B8395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220800" y="3506400"/>
                <a:ext cx="5632704" cy="1682496"/>
              </a:xfrm>
              <a:prstGeom prst="rect">
                <a:avLst/>
              </a:prstGeom>
            </p:spPr>
          </p:pic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89BB2CB-710D-4E95-8FBD-940620A14171}"/>
              </a:ext>
            </a:extLst>
          </p:cNvPr>
          <p:cNvGrpSpPr/>
          <p:nvPr/>
        </p:nvGrpSpPr>
        <p:grpSpPr>
          <a:xfrm>
            <a:off x="345600" y="1543843"/>
            <a:ext cx="11507504" cy="4371948"/>
            <a:chOff x="346000" y="1543843"/>
            <a:chExt cx="11507504" cy="4371948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F64C07F-4329-48CB-A5EC-B3A7A283D6C2}"/>
                </a:ext>
              </a:extLst>
            </p:cNvPr>
            <p:cNvSpPr txBox="1"/>
            <p:nvPr/>
          </p:nvSpPr>
          <p:spPr>
            <a:xfrm>
              <a:off x="346000" y="1543843"/>
              <a:ext cx="11499999" cy="1341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" altLang="zh-CN" sz="2200" b="1" dirty="0"/>
                <a:t>Example: An 8-qubit system is divided into 5 qubit groups</a:t>
              </a:r>
              <a:r>
                <a:rPr lang="en-US" altLang="zh-CN" sz="2200" b="1" dirty="0"/>
                <a:t>:</a:t>
              </a:r>
            </a:p>
            <a:p>
              <a:pPr algn="ctr" rtl="0">
                <a:lnSpc>
                  <a:spcPct val="200000"/>
                </a:lnSpc>
              </a:pPr>
              <a:r>
                <a:rPr lang="en-US" altLang="zh-CN" sz="2200" b="1" dirty="0">
                  <a:solidFill>
                    <a:srgbClr val="982668"/>
                  </a:solidFill>
                </a:rPr>
                <a:t>F(0,0) =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1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2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3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4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US" altLang="zh-CN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×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>
                      <a:alpha val="20000"/>
                    </a:srgbClr>
                  </a:solidFill>
                </a:rPr>
                <a:t>5</a:t>
              </a:r>
              <a:r>
                <a:rPr lang="en-US" altLang="zh-CN" sz="2200" b="1" dirty="0">
                  <a:solidFill>
                    <a:srgbClr val="982668">
                      <a:alpha val="20000"/>
                    </a:srgbClr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>
                      <a:alpha val="20000"/>
                    </a:srgbClr>
                  </a:solidFill>
                  <a:effectLst/>
                  <a:latin typeface="Arial" panose="020B0604020202020204" pitchFamily="34" charset="0"/>
                </a:rPr>
                <a:t> </a:t>
              </a:r>
              <a:endParaRPr lang="en-US" altLang="zh-CN" sz="2200" b="0" i="0" dirty="0">
                <a:solidFill>
                  <a:srgbClr val="982668">
                    <a:alpha val="20000"/>
                  </a:srgbClr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AB28F27-4F86-4E07-87D9-18994E83AA6E}"/>
                </a:ext>
              </a:extLst>
            </p:cNvPr>
            <p:cNvSpPr txBox="1"/>
            <p:nvPr/>
          </p:nvSpPr>
          <p:spPr>
            <a:xfrm>
              <a:off x="809678" y="5484904"/>
              <a:ext cx="46408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1" dirty="0"/>
                <a:t>(a) </a:t>
              </a:r>
              <a:r>
                <a:rPr lang="en" altLang="zh-CN" sz="2200" b="1" dirty="0"/>
                <a:t>Hardware Architecture</a:t>
              </a:r>
              <a:endParaRPr lang="en" altLang="zh-CN" sz="2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C6747BC-9F60-4322-B867-2B78978F3831}"/>
                </a:ext>
              </a:extLst>
            </p:cNvPr>
            <p:cNvSpPr txBox="1"/>
            <p:nvPr/>
          </p:nvSpPr>
          <p:spPr>
            <a:xfrm>
              <a:off x="6713706" y="5484903"/>
              <a:ext cx="46408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1" dirty="0"/>
                <a:t>(b) </a:t>
              </a:r>
              <a:r>
                <a:rPr lang="en" altLang="zh-CN" sz="2200" b="1" dirty="0"/>
                <a:t>Processing Pipeline</a:t>
              </a:r>
              <a:endParaRPr lang="en" altLang="zh-CN" sz="2200" dirty="0"/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4AFC54D5-F8B7-41CB-8ECB-5428FD8A9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17600" y="3430800"/>
              <a:ext cx="5420487" cy="1939036"/>
            </a:xfrm>
            <a:prstGeom prst="rect">
              <a:avLst/>
            </a:prstGeom>
          </p:spPr>
        </p:pic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CB05A2BA-726A-4282-8E91-1265F2828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20800" y="3506400"/>
              <a:ext cx="5632704" cy="1682496"/>
            </a:xfrm>
            <a:prstGeom prst="rect">
              <a:avLst/>
            </a:prstGeom>
          </p:spPr>
        </p:pic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AE34D56-649B-404E-BD23-F7CB5013ACA2}"/>
              </a:ext>
            </a:extLst>
          </p:cNvPr>
          <p:cNvGrpSpPr/>
          <p:nvPr/>
        </p:nvGrpSpPr>
        <p:grpSpPr>
          <a:xfrm>
            <a:off x="345600" y="1543842"/>
            <a:ext cx="11507504" cy="4371948"/>
            <a:chOff x="346000" y="1543843"/>
            <a:chExt cx="11507504" cy="437194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F9B601E-9474-4B37-B586-29701696491E}"/>
                </a:ext>
              </a:extLst>
            </p:cNvPr>
            <p:cNvSpPr txBox="1"/>
            <p:nvPr/>
          </p:nvSpPr>
          <p:spPr>
            <a:xfrm>
              <a:off x="346000" y="1543843"/>
              <a:ext cx="11499999" cy="1341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" altLang="zh-CN" sz="2200" b="1" dirty="0"/>
                <a:t>Example: An 8-qubit system is divided into 5 qubit groups</a:t>
              </a:r>
              <a:r>
                <a:rPr lang="en-US" altLang="zh-CN" sz="2200" b="1" dirty="0"/>
                <a:t>:</a:t>
              </a:r>
            </a:p>
            <a:p>
              <a:pPr algn="ctr" rtl="0">
                <a:lnSpc>
                  <a:spcPct val="200000"/>
                </a:lnSpc>
              </a:pPr>
              <a:r>
                <a:rPr lang="en-US" altLang="zh-CN" sz="2200" b="1" dirty="0">
                  <a:solidFill>
                    <a:srgbClr val="982668"/>
                  </a:solidFill>
                </a:rPr>
                <a:t>F(0,0) =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1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2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3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4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en-US" altLang="zh-CN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×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 A</a:t>
              </a:r>
              <a:r>
                <a:rPr lang="en-US" altLang="zh-CN" sz="2200" b="1" baseline="-25000" dirty="0">
                  <a:solidFill>
                    <a:srgbClr val="982668"/>
                  </a:solidFill>
                </a:rPr>
                <a:t>5</a:t>
              </a:r>
              <a:r>
                <a:rPr lang="en-US" altLang="zh-CN" sz="2200" b="1" dirty="0">
                  <a:solidFill>
                    <a:srgbClr val="982668"/>
                  </a:solidFill>
                </a:rPr>
                <a:t>(0,0)</a:t>
              </a:r>
              <a:r>
                <a:rPr lang="zh-CN" altLang="en-US" sz="2200" b="0" i="0" dirty="0">
                  <a:solidFill>
                    <a:srgbClr val="982668"/>
                  </a:solidFill>
                  <a:effectLst/>
                  <a:latin typeface="Arial" panose="020B0604020202020204" pitchFamily="34" charset="0"/>
                </a:rPr>
                <a:t> </a:t>
              </a:r>
              <a:endParaRPr lang="en-US" altLang="zh-CN" sz="2200" b="0" i="0" dirty="0">
                <a:solidFill>
                  <a:srgbClr val="982668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601BA8F-A02B-4145-A7E9-F19CAC67CE3A}"/>
                </a:ext>
              </a:extLst>
            </p:cNvPr>
            <p:cNvSpPr txBox="1"/>
            <p:nvPr/>
          </p:nvSpPr>
          <p:spPr>
            <a:xfrm>
              <a:off x="809678" y="5484904"/>
              <a:ext cx="46408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1" dirty="0"/>
                <a:t>(a) </a:t>
              </a:r>
              <a:r>
                <a:rPr lang="en" altLang="zh-CN" sz="2200" b="1" dirty="0"/>
                <a:t>Hardware Architecture</a:t>
              </a:r>
              <a:endParaRPr lang="en" altLang="zh-CN" sz="2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53A8F1A4-82B7-4A12-8350-C1332DCC0547}"/>
                </a:ext>
              </a:extLst>
            </p:cNvPr>
            <p:cNvSpPr txBox="1"/>
            <p:nvPr/>
          </p:nvSpPr>
          <p:spPr>
            <a:xfrm>
              <a:off x="6713706" y="5484903"/>
              <a:ext cx="46408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1" dirty="0"/>
                <a:t>(b) </a:t>
              </a:r>
              <a:r>
                <a:rPr lang="en" altLang="zh-CN" sz="2200" b="1" dirty="0"/>
                <a:t>Processing Pipeline</a:t>
              </a:r>
              <a:endParaRPr lang="en" altLang="zh-CN" sz="2200" dirty="0"/>
            </a:p>
          </p:txBody>
        </p:sp>
        <p:pic>
          <p:nvPicPr>
            <p:cNvPr id="47" name="图形 46">
              <a:extLst>
                <a:ext uri="{FF2B5EF4-FFF2-40B4-BE49-F238E27FC236}">
                  <a16:creationId xmlns:a16="http://schemas.microsoft.com/office/drawing/2014/main" id="{A5D1E9E0-CD90-4ACC-B694-AD7C322D6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17600" y="3430800"/>
              <a:ext cx="5420487" cy="1939036"/>
            </a:xfrm>
            <a:prstGeom prst="rect">
              <a:avLst/>
            </a:prstGeom>
          </p:spPr>
        </p:pic>
        <p:pic>
          <p:nvPicPr>
            <p:cNvPr id="48" name="图形 47">
              <a:extLst>
                <a:ext uri="{FF2B5EF4-FFF2-40B4-BE49-F238E27FC236}">
                  <a16:creationId xmlns:a16="http://schemas.microsoft.com/office/drawing/2014/main" id="{5D59A9FE-235E-4F9D-8F6E-705129E5B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220800" y="3506400"/>
              <a:ext cx="5632704" cy="1682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36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D0B8AA0-E046-0C43-9F2C-6FDD4A46D177}"/>
              </a:ext>
            </a:extLst>
          </p:cNvPr>
          <p:cNvSpPr txBox="1"/>
          <p:nvPr/>
        </p:nvSpPr>
        <p:spPr>
          <a:xfrm>
            <a:off x="232200" y="2558639"/>
            <a:ext cx="9297738" cy="3694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Background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Motivation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Sparse Dataflow for Readout Error Mitigation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Architecture</a:t>
            </a:r>
            <a:r>
              <a:rPr kumimoji="1" lang="zh-CN" altLang="en-US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chemeClr val="bg1">
                    <a:alpha val="30000"/>
                  </a:schemeClr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Design</a:t>
            </a:r>
          </a:p>
          <a:p>
            <a:pPr marL="34290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kumimoji="1" lang="en-US" altLang="zh-CN" sz="3200" b="1" dirty="0">
                <a:solidFill>
                  <a:schemeClr val="bg1"/>
                </a:solidFill>
                <a:latin typeface="+mn-lt"/>
                <a:ea typeface="STKaiti" panose="02010600040101010101" pitchFamily="2" charset="-122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41C7167E-4A3A-D44D-B810-A7FA03E24630}"/>
              </a:ext>
            </a:extLst>
          </p:cNvPr>
          <p:cNvSpPr txBox="1">
            <a:spLocks/>
          </p:cNvSpPr>
          <p:nvPr/>
        </p:nvSpPr>
        <p:spPr>
          <a:xfrm>
            <a:off x="232200" y="1641513"/>
            <a:ext cx="6409330" cy="10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Outline of Presentation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07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Fidelity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FF9355-4DFF-5546-83C9-CA5A3B9F657A}"/>
              </a:ext>
            </a:extLst>
          </p:cNvPr>
          <p:cNvSpPr txBox="1"/>
          <p:nvPr/>
        </p:nvSpPr>
        <p:spPr>
          <a:xfrm>
            <a:off x="424799" y="1426076"/>
            <a:ext cx="11632217" cy="102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Font typeface="Wingdings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Benchmarks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：</a:t>
            </a:r>
            <a:r>
              <a:rPr lang="en" altLang="zh-CN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BV, GHZ, FALQON, VQE, and QAOA</a:t>
            </a:r>
          </a:p>
          <a:p>
            <a:pPr marL="342900" indent="-342900">
              <a:lnSpc>
                <a:spcPts val="2500"/>
              </a:lnSpc>
              <a:buFont typeface="Wingdings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Baselines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IBM </a:t>
            </a:r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Mthree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600" baseline="300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[1]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, Google IBU </a:t>
            </a:r>
            <a:r>
              <a:rPr lang="en-US" altLang="zh-CN" sz="1600" baseline="300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[2]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, </a:t>
            </a:r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QuFEM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600" baseline="300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[3]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, </a:t>
            </a:r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SpREM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600" baseline="30000" dirty="0">
                <a:solidFill>
                  <a:schemeClr val="tx1"/>
                </a:solidFill>
                <a:latin typeface="Arial" panose="020B0604020202020204" pitchFamily="34" charset="0"/>
                <a:ea typeface="STKaiti" panose="02010600040101010101" pitchFamily="2" charset="-122"/>
                <a:cs typeface="Arial" panose="020B0604020202020204" pitchFamily="34" charset="0"/>
                <a:sym typeface="+mn-lt"/>
              </a:rPr>
              <a:t>[4]</a:t>
            </a:r>
          </a:p>
          <a:p>
            <a:pPr marL="342900" indent="-342900">
              <a:lnSpc>
                <a:spcPts val="2500"/>
              </a:lnSpc>
              <a:buFont typeface="Wingdings" pitchFamily="2" charset="2"/>
              <a:buChar char="n"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uantum hardware platform</a:t>
            </a: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79-qubit Rigetti quantum platform (average readout/CZ/XY gate errors: 5.5%/5.2%/4.4%)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E145F3-295C-473C-AA45-5B1DA7260040}"/>
              </a:ext>
            </a:extLst>
          </p:cNvPr>
          <p:cNvSpPr txBox="1"/>
          <p:nvPr/>
        </p:nvSpPr>
        <p:spPr>
          <a:xfrm>
            <a:off x="424801" y="6072388"/>
            <a:ext cx="113719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[</a:t>
            </a:r>
            <a:r>
              <a:rPr lang="en-US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] Nation, Paul D., et al. "Scalable mitigation of measurement errors on quantum computers." PRX Quantum 2.4 (2021): 040326.</a:t>
            </a:r>
            <a:endParaRPr lang="en" altLang="zh-CN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</a:t>
            </a:r>
            <a:r>
              <a:rPr lang="en-US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en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 Pokharel, Bibek, et al. "Scalable measurement error mitigation via iterative </a:t>
            </a:r>
            <a:r>
              <a:rPr lang="en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bayesian</a:t>
            </a:r>
            <a:r>
              <a:rPr lang="en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unfolding." </a:t>
            </a:r>
            <a:r>
              <a:rPr lang="en" altLang="zh-CN" sz="110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Physical Review Research 6.1 (2024): 013187.</a:t>
            </a:r>
          </a:p>
          <a:p>
            <a:pPr algn="l"/>
            <a:r>
              <a:rPr lang="en-US" altLang="zh-CN" sz="110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</a:t>
            </a:r>
            <a:r>
              <a:rPr lang="en" altLang="zh-CN" sz="11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Tan S, Lu L, Zhang H, et al. </a:t>
            </a:r>
            <a:r>
              <a:rPr lang="en" altLang="zh-CN" sz="11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Qufem</a:t>
            </a:r>
            <a:r>
              <a:rPr lang="en" altLang="zh-CN" sz="11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Fast and accurate quantum readout calibration using the finite element method[C]//ASPLOS. 2024: 948-963.</a:t>
            </a:r>
          </a:p>
          <a:p>
            <a:pPr algn="l"/>
            <a:r>
              <a:rPr lang="en" altLang="zh-CN" sz="1100" dirty="0">
                <a:solidFill>
                  <a:srgbClr val="222222"/>
                </a:solidFill>
                <a:latin typeface="Arial" panose="020B0604020202020204" pitchFamily="34" charset="0"/>
              </a:rPr>
              <a:t>[4] </a:t>
            </a:r>
            <a:r>
              <a:rPr lang="en" altLang="zh-CN" sz="11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Zhang H, Lu L, Tan S, et al. </a:t>
            </a:r>
            <a:r>
              <a:rPr lang="en" altLang="zh-CN" sz="11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Sprem</a:t>
            </a:r>
            <a:r>
              <a:rPr lang="en" altLang="zh-CN" sz="11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Exploiting hamming sparsity for fast quantum readout error mitigation[C]//DAC. 2024: 1-6.</a:t>
            </a:r>
            <a:endParaRPr lang="en" altLang="zh-CN" sz="110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2E33E48-7F8F-4898-B61D-CA661778D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515397"/>
              </p:ext>
            </p:extLst>
          </p:nvPr>
        </p:nvGraphicFramePr>
        <p:xfrm>
          <a:off x="1126297" y="2556541"/>
          <a:ext cx="9939406" cy="2470792"/>
        </p:xfrm>
        <a:graphic>
          <a:graphicData uri="http://schemas.openxmlformats.org/drawingml/2006/table">
            <a:tbl>
              <a:tblPr/>
              <a:tblGrid>
                <a:gridCol w="1642054">
                  <a:extLst>
                    <a:ext uri="{9D8B030D-6E8A-4147-A177-3AD203B41FA5}">
                      <a16:colId xmlns:a16="http://schemas.microsoft.com/office/drawing/2014/main" val="3863102204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2824517970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1689910167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1239510237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3621002169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457450346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2123440236"/>
                    </a:ext>
                  </a:extLst>
                </a:gridCol>
              </a:tblGrid>
              <a:tr h="272654">
                <a:tc>
                  <a:txBody>
                    <a:bodyPr/>
                    <a:lstStyle/>
                    <a:p>
                      <a:r>
                        <a:rPr lang="en" sz="1300" b="1" dirty="0"/>
                        <a:t>Workload</a:t>
                      </a:r>
                      <a:endParaRPr lang="en" sz="13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/>
                        <a:t>Raw</a:t>
                      </a:r>
                      <a:endParaRPr lang="e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Mthree</a:t>
                      </a:r>
                      <a:r>
                        <a:rPr lang="en" sz="1300" b="1" dirty="0"/>
                        <a:t> </a:t>
                      </a:r>
                      <a:endParaRPr lang="e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SpREM</a:t>
                      </a:r>
                      <a:endParaRPr lang="e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/>
                        <a:t>IBU</a:t>
                      </a:r>
                      <a:endParaRPr lang="e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QuFEM</a:t>
                      </a:r>
                      <a:r>
                        <a:rPr lang="en" sz="1300" b="1" dirty="0"/>
                        <a:t> </a:t>
                      </a:r>
                      <a:endParaRPr lang="e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SiTA</a:t>
                      </a:r>
                      <a:endParaRPr lang="en" sz="13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826897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 dirty="0"/>
                        <a:t>BV-16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484972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/>
                        <a:t>GHZ-16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100941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/>
                        <a:t>QAOA-10-2L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661798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/>
                        <a:t>QAOA-12-2L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658229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/>
                        <a:t>VQE-10-2L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597861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/>
                        <a:t>VQE-12-2L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220322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/>
                        <a:t>FAL.-10-35L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910121"/>
                  </a:ext>
                </a:extLst>
              </a:tr>
              <a:tr h="27265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" sz="1300" dirty="0"/>
                        <a:t>FAL.-12-30L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/>
                        <a:t>0.28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dirty="0"/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lang="en-US" altLang="zh-CN" sz="1300" b="1" dirty="0"/>
                        <a:t>0.32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4769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C776DB4-D388-4FF9-9C58-BAAE363DAD46}"/>
              </a:ext>
            </a:extLst>
          </p:cNvPr>
          <p:cNvSpPr/>
          <p:nvPr/>
        </p:nvSpPr>
        <p:spPr>
          <a:xfrm>
            <a:off x="9684327" y="2556541"/>
            <a:ext cx="1381376" cy="2470792"/>
          </a:xfrm>
          <a:prstGeom prst="rect">
            <a:avLst/>
          </a:prstGeom>
          <a:solidFill>
            <a:schemeClr val="accent1">
              <a:alpha val="0"/>
            </a:schemeClr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5B252D-A35E-4354-B3C4-0B62A4C4E3C7}"/>
              </a:ext>
            </a:extLst>
          </p:cNvPr>
          <p:cNvSpPr txBox="1"/>
          <p:nvPr/>
        </p:nvSpPr>
        <p:spPr>
          <a:xfrm>
            <a:off x="2616953" y="5090335"/>
            <a:ext cx="7247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en" altLang="zh-CN" sz="1800" b="1" dirty="0" err="1"/>
              <a:t>SiTA</a:t>
            </a:r>
            <a:r>
              <a:rPr lang="en" altLang="zh-CN" sz="1800" b="1" dirty="0"/>
              <a:t> achieves an average fidelity improvement of </a:t>
            </a:r>
            <a:r>
              <a:rPr lang="en" altLang="zh-CN" sz="1800" b="1" dirty="0">
                <a:solidFill>
                  <a:srgbClr val="982668"/>
                </a:solidFill>
              </a:rPr>
              <a:t>1.1× to 1.4×</a:t>
            </a:r>
            <a:r>
              <a:rPr lang="en" altLang="zh-CN" sz="1800" dirty="0">
                <a:solidFill>
                  <a:srgbClr val="982668"/>
                </a:solidFill>
              </a:rPr>
              <a:t>. </a:t>
            </a:r>
          </a:p>
        </p:txBody>
      </p:sp>
      <p:sp>
        <p:nvSpPr>
          <p:cNvPr id="11" name="圆角矩形 9">
            <a:extLst>
              <a:ext uri="{FF2B5EF4-FFF2-40B4-BE49-F238E27FC236}">
                <a16:creationId xmlns:a16="http://schemas.microsoft.com/office/drawing/2014/main" id="{66608D97-9AEC-4F52-BFE8-0FA17FD89CA6}"/>
              </a:ext>
            </a:extLst>
          </p:cNvPr>
          <p:cNvSpPr/>
          <p:nvPr/>
        </p:nvSpPr>
        <p:spPr>
          <a:xfrm>
            <a:off x="512018" y="5486330"/>
            <a:ext cx="11167964" cy="369332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Mitigating only nonzero probabilities avoids noise amplification and improves fidelity.</a:t>
            </a:r>
          </a:p>
        </p:txBody>
      </p:sp>
    </p:spTree>
    <p:extLst>
      <p:ext uri="{BB962C8B-B14F-4D97-AF65-F5344CB8AC3E}">
        <p14:creationId xmlns:p14="http://schemas.microsoft.com/office/powerpoint/2010/main" val="2028636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Speedup</a:t>
            </a:r>
            <a:endParaRPr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7E3E3A-A687-2B4C-8969-1D820EEC24B7}"/>
              </a:ext>
            </a:extLst>
          </p:cNvPr>
          <p:cNvSpPr txBox="1"/>
          <p:nvPr/>
        </p:nvSpPr>
        <p:spPr>
          <a:xfrm>
            <a:off x="6587401" y="4714408"/>
            <a:ext cx="4814917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3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2000" b="1" dirty="0">
                <a:solidFill>
                  <a:srgbClr val="982668"/>
                </a:solidFill>
              </a:rPr>
              <a:t>11.2× </a:t>
            </a:r>
            <a:r>
              <a:rPr lang="en-US" altLang="zh-CN" sz="2000" b="1" dirty="0"/>
              <a:t>speedup over the</a:t>
            </a:r>
            <a:r>
              <a:rPr lang="en" altLang="zh-CN" sz="2000" b="1" dirty="0"/>
              <a:t> A100 GPU</a:t>
            </a:r>
          </a:p>
          <a:p>
            <a:pPr marL="342900" lvl="2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2000" b="1" dirty="0">
                <a:solidFill>
                  <a:srgbClr val="982668"/>
                </a:solidFill>
              </a:rPr>
              <a:t>5.3× </a:t>
            </a:r>
            <a:r>
              <a:rPr lang="en-US" altLang="zh-CN" sz="2000" b="1" dirty="0"/>
              <a:t>speedup over the</a:t>
            </a:r>
            <a:r>
              <a:rPr lang="en" altLang="zh-CN" sz="2000" b="1" dirty="0"/>
              <a:t> H100</a:t>
            </a:r>
            <a:r>
              <a:rPr lang="zh-CN" altLang="en-US" sz="2000" b="1" dirty="0"/>
              <a:t> </a:t>
            </a:r>
            <a:r>
              <a:rPr lang="en" altLang="zh-CN" sz="2000" b="1" dirty="0"/>
              <a:t>GPU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20AF65-5B51-6548-8D2B-47A7FB64B85D}"/>
              </a:ext>
            </a:extLst>
          </p:cNvPr>
          <p:cNvSpPr txBox="1"/>
          <p:nvPr/>
        </p:nvSpPr>
        <p:spPr>
          <a:xfrm>
            <a:off x="3990109" y="3083654"/>
            <a:ext cx="7717005" cy="9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CN" sz="20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SiTA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achieves an average speedup of </a:t>
            </a:r>
            <a:r>
              <a:rPr lang="en" altLang="zh-CN" sz="2000" b="1" dirty="0">
                <a:solidFill>
                  <a:srgbClr val="982668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5.0</a:t>
            </a:r>
            <a:r>
              <a:rPr lang="en" altLang="zh-CN" sz="2000" b="1" dirty="0">
                <a:solidFill>
                  <a:srgbClr val="982668"/>
                </a:solidFill>
              </a:rPr>
              <a:t>×</a:t>
            </a:r>
            <a:r>
              <a:rPr lang="en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lang="en" altLang="zh-CN" sz="2000" b="1" dirty="0">
                <a:solidFill>
                  <a:srgbClr val="982668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4.9</a:t>
            </a:r>
            <a:r>
              <a:rPr lang="en" altLang="zh-CN" sz="2000" b="1" dirty="0">
                <a:solidFill>
                  <a:srgbClr val="982668"/>
                </a:solidFill>
              </a:rPr>
              <a:t>×</a:t>
            </a:r>
            <a:r>
              <a:rPr lang="en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lang="en" altLang="zh-CN" sz="2000" b="1" dirty="0">
                <a:solidFill>
                  <a:srgbClr val="982668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844</a:t>
            </a:r>
            <a:r>
              <a:rPr lang="en" altLang="zh-CN" sz="2000" b="1" dirty="0">
                <a:solidFill>
                  <a:srgbClr val="982668"/>
                </a:solidFill>
              </a:rPr>
              <a:t>×</a:t>
            </a:r>
            <a:r>
              <a:rPr lang="en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and </a:t>
            </a:r>
            <a:r>
              <a:rPr lang="en" altLang="zh-CN" sz="2000" b="1" dirty="0">
                <a:solidFill>
                  <a:srgbClr val="982668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1604</a:t>
            </a:r>
            <a:r>
              <a:rPr lang="en" altLang="zh-CN" sz="2000" b="1" dirty="0">
                <a:solidFill>
                  <a:srgbClr val="982668"/>
                </a:solidFill>
              </a:rPr>
              <a:t>×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SpREM, Mthree, IBU, and QuFEM, respectively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lang="en" altLang="zh-CN" sz="2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圆角矩形 9">
            <a:extLst>
              <a:ext uri="{FF2B5EF4-FFF2-40B4-BE49-F238E27FC236}">
                <a16:creationId xmlns:a16="http://schemas.microsoft.com/office/drawing/2014/main" id="{431340C8-9101-4F71-BFF1-2A8B721BDDD4}"/>
              </a:ext>
            </a:extLst>
          </p:cNvPr>
          <p:cNvSpPr/>
          <p:nvPr/>
        </p:nvSpPr>
        <p:spPr>
          <a:xfrm>
            <a:off x="484885" y="5896569"/>
            <a:ext cx="11222229" cy="523761"/>
          </a:xfrm>
          <a:prstGeom prst="roundRect">
            <a:avLst/>
          </a:prstGeom>
          <a:solidFill>
            <a:srgbClr val="982668">
              <a:alpha val="5000"/>
            </a:srgbClr>
          </a:solidFill>
          <a:ln>
            <a:solidFill>
              <a:srgbClr val="982668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</a:rPr>
              <a:t>Sparse acceleration + customized accelerator!</a:t>
            </a:r>
            <a:endParaRPr lang="en" altLang="zh-CN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2D7685-BEA6-4196-8681-D2BAC46D7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96" y="1553468"/>
            <a:ext cx="11069206" cy="14135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9264A8C-6107-436E-8E7C-B8F5BFC90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96" y="4332029"/>
            <a:ext cx="5467428" cy="125003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D973945-B426-2644-AF03-CCC6FD778B9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1397" y="3281563"/>
            <a:ext cx="3040786" cy="687984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with SOTA mitigation methods</a:t>
            </a:r>
            <a:endParaRPr lang="en-US" altLang="zh-CN" sz="2000" b="1" dirty="0">
              <a:solidFill>
                <a:schemeClr val="bg1"/>
              </a:solidFill>
              <a:latin typeface="Arial" panose="020B0604020202020204" pitchFamily="34" charset="0"/>
              <a:ea typeface="STKaiti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5ECDA-3614-DD44-8A67-731516A1065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435002" y="4356758"/>
            <a:ext cx="5119714" cy="355093"/>
          </a:xfrm>
          <a:prstGeom prst="rect">
            <a:avLst/>
          </a:prstGeom>
          <a:solidFill>
            <a:srgbClr val="982668"/>
          </a:solidFill>
          <a:ln w="19050">
            <a:noFill/>
          </a:ln>
          <a:effectLst/>
          <a:sp3d extrusionH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with the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cuSPARSE</a:t>
            </a:r>
            <a:r>
              <a:rPr lang="en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25311245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BD7E7"/>
      </a:accent1>
      <a:accent2>
        <a:srgbClr val="E97132"/>
      </a:accent2>
      <a:accent3>
        <a:srgbClr val="C1D830"/>
      </a:accent3>
      <a:accent4>
        <a:srgbClr val="492354"/>
      </a:accent4>
      <a:accent5>
        <a:srgbClr val="1A2051"/>
      </a:accent5>
      <a:accent6>
        <a:srgbClr val="4EA72E"/>
      </a:accent6>
      <a:hlink>
        <a:srgbClr val="F37837"/>
      </a:hlink>
      <a:folHlink>
        <a:srgbClr val="A93A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2394</Words>
  <Application>Microsoft Macintosh PowerPoint</Application>
  <PresentationFormat>宽屏</PresentationFormat>
  <Paragraphs>323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Wingdings</vt:lpstr>
      <vt:lpstr>Office Theme</vt:lpstr>
      <vt:lpstr>SiTA: Exploiting Sparsity in Tensor-Product for Accelerating Quantum Readout Error Mitigation</vt:lpstr>
      <vt:lpstr>PowerPoint 演示文稿</vt:lpstr>
      <vt:lpstr>Quantum Readout</vt:lpstr>
      <vt:lpstr>Readout Error</vt:lpstr>
      <vt:lpstr>Matrix-Based Readout Mitigation</vt:lpstr>
      <vt:lpstr>Tensor-Product-Based Mitigation</vt:lpstr>
      <vt:lpstr>PowerPoint 演示文稿</vt:lpstr>
      <vt:lpstr>Computation Flow</vt:lpstr>
      <vt:lpstr>Sparse Opportunities</vt:lpstr>
      <vt:lpstr>PowerPoint 演示文稿</vt:lpstr>
      <vt:lpstr>Parallelization for Tensor-Product</vt:lpstr>
      <vt:lpstr>Leveraging Sparsity</vt:lpstr>
      <vt:lpstr>PowerPoint 演示文稿</vt:lpstr>
      <vt:lpstr>Overall Architecture</vt:lpstr>
      <vt:lpstr>Dynamic Multiplier Chain</vt:lpstr>
      <vt:lpstr>Dynamic Multiplier Chain</vt:lpstr>
      <vt:lpstr>PowerPoint 演示文稿</vt:lpstr>
      <vt:lpstr>Fidelity</vt:lpstr>
      <vt:lpstr>Speedup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Title Here</dc:title>
  <dc:creator>Ben Rossell</dc:creator>
  <cp:lastModifiedBy>zh Yu</cp:lastModifiedBy>
  <cp:revision>246</cp:revision>
  <dcterms:created xsi:type="dcterms:W3CDTF">2024-09-11T13:48:27Z</dcterms:created>
  <dcterms:modified xsi:type="dcterms:W3CDTF">2026-07-14T08:27:37Z</dcterms:modified>
</cp:coreProperties>
</file>